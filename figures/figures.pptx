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1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drawings/drawing2.xml" ContentType="application/vnd.openxmlformats-officedocument.drawingml.chartshape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499" r:id="rId2"/>
    <p:sldId id="500" r:id="rId3"/>
    <p:sldId id="258" r:id="rId4"/>
    <p:sldId id="260" r:id="rId5"/>
    <p:sldId id="261" r:id="rId6"/>
    <p:sldId id="268" r:id="rId7"/>
    <p:sldId id="328" r:id="rId8"/>
    <p:sldId id="269" r:id="rId9"/>
    <p:sldId id="287" r:id="rId10"/>
    <p:sldId id="288" r:id="rId11"/>
    <p:sldId id="281" r:id="rId12"/>
    <p:sldId id="285" r:id="rId13"/>
    <p:sldId id="282" r:id="rId14"/>
    <p:sldId id="283" r:id="rId15"/>
    <p:sldId id="286" r:id="rId16"/>
    <p:sldId id="296" r:id="rId17"/>
    <p:sldId id="297" r:id="rId18"/>
    <p:sldId id="304" r:id="rId19"/>
    <p:sldId id="329" r:id="rId20"/>
    <p:sldId id="330" r:id="rId21"/>
    <p:sldId id="300" r:id="rId22"/>
    <p:sldId id="298" r:id="rId23"/>
    <p:sldId id="307" r:id="rId24"/>
    <p:sldId id="313" r:id="rId25"/>
    <p:sldId id="320" r:id="rId26"/>
    <p:sldId id="323" r:id="rId27"/>
    <p:sldId id="316" r:id="rId28"/>
    <p:sldId id="332" r:id="rId29"/>
    <p:sldId id="333" r:id="rId30"/>
    <p:sldId id="334" r:id="rId31"/>
    <p:sldId id="348" r:id="rId32"/>
    <p:sldId id="373" r:id="rId33"/>
    <p:sldId id="356" r:id="rId34"/>
    <p:sldId id="352" r:id="rId35"/>
    <p:sldId id="353" r:id="rId36"/>
    <p:sldId id="361" r:id="rId37"/>
    <p:sldId id="369" r:id="rId38"/>
    <p:sldId id="365" r:id="rId39"/>
    <p:sldId id="374" r:id="rId40"/>
    <p:sldId id="385" r:id="rId41"/>
    <p:sldId id="391" r:id="rId42"/>
    <p:sldId id="403" r:id="rId43"/>
    <p:sldId id="404" r:id="rId44"/>
    <p:sldId id="406" r:id="rId45"/>
    <p:sldId id="421" r:id="rId46"/>
    <p:sldId id="422" r:id="rId47"/>
    <p:sldId id="411" r:id="rId48"/>
    <p:sldId id="412" r:id="rId49"/>
    <p:sldId id="415" r:id="rId50"/>
    <p:sldId id="427" r:id="rId51"/>
    <p:sldId id="430" r:id="rId52"/>
    <p:sldId id="431" r:id="rId53"/>
    <p:sldId id="432" r:id="rId54"/>
    <p:sldId id="463" r:id="rId55"/>
    <p:sldId id="462" r:id="rId56"/>
    <p:sldId id="420" r:id="rId57"/>
    <p:sldId id="441" r:id="rId58"/>
    <p:sldId id="464" r:id="rId59"/>
    <p:sldId id="465" r:id="rId60"/>
    <p:sldId id="493" r:id="rId61"/>
    <p:sldId id="401" r:id="rId62"/>
    <p:sldId id="496" r:id="rId63"/>
    <p:sldId id="494" r:id="rId64"/>
    <p:sldId id="414" r:id="rId65"/>
    <p:sldId id="440" r:id="rId66"/>
    <p:sldId id="495" r:id="rId67"/>
    <p:sldId id="497" r:id="rId68"/>
    <p:sldId id="439" r:id="rId69"/>
    <p:sldId id="498" r:id="rId70"/>
    <p:sldId id="442" r:id="rId71"/>
    <p:sldId id="485" r:id="rId72"/>
    <p:sldId id="488" r:id="rId73"/>
    <p:sldId id="491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1" id="{EDD9E2E4-FD1B-4336-8577-698FE42927F6}">
          <p14:sldIdLst>
            <p14:sldId id="499"/>
            <p14:sldId id="500"/>
            <p14:sldId id="258"/>
            <p14:sldId id="260"/>
            <p14:sldId id="261"/>
            <p14:sldId id="268"/>
            <p14:sldId id="328"/>
            <p14:sldId id="269"/>
            <p14:sldId id="287"/>
            <p14:sldId id="288"/>
            <p14:sldId id="281"/>
            <p14:sldId id="285"/>
            <p14:sldId id="282"/>
            <p14:sldId id="283"/>
            <p14:sldId id="286"/>
            <p14:sldId id="296"/>
            <p14:sldId id="297"/>
            <p14:sldId id="304"/>
          </p14:sldIdLst>
        </p14:section>
        <p14:section name="CHAPTER 2" id="{771C4ED1-8723-462E-9DA8-2C9661CD6DFC}">
          <p14:sldIdLst>
            <p14:sldId id="329"/>
            <p14:sldId id="330"/>
            <p14:sldId id="300"/>
            <p14:sldId id="298"/>
            <p14:sldId id="307"/>
            <p14:sldId id="313"/>
            <p14:sldId id="320"/>
            <p14:sldId id="323"/>
            <p14:sldId id="316"/>
            <p14:sldId id="332"/>
            <p14:sldId id="333"/>
          </p14:sldIdLst>
        </p14:section>
        <p14:section name="CHAPTER 3" id="{310C7856-15F6-4610-AE34-8FD3216F2430}">
          <p14:sldIdLst>
            <p14:sldId id="334"/>
            <p14:sldId id="348"/>
            <p14:sldId id="373"/>
            <p14:sldId id="356"/>
            <p14:sldId id="352"/>
            <p14:sldId id="353"/>
            <p14:sldId id="361"/>
            <p14:sldId id="369"/>
            <p14:sldId id="365"/>
          </p14:sldIdLst>
        </p14:section>
        <p14:section name="CHAPTER 4" id="{042C0151-77F3-4CB7-BD8D-CE76B09AE2F1}">
          <p14:sldIdLst>
            <p14:sldId id="374"/>
            <p14:sldId id="385"/>
            <p14:sldId id="391"/>
            <p14:sldId id="403"/>
            <p14:sldId id="404"/>
            <p14:sldId id="406"/>
            <p14:sldId id="421"/>
            <p14:sldId id="422"/>
            <p14:sldId id="411"/>
            <p14:sldId id="412"/>
            <p14:sldId id="415"/>
            <p14:sldId id="427"/>
            <p14:sldId id="430"/>
          </p14:sldIdLst>
        </p14:section>
        <p14:section name="CHAPTER 5" id="{0B80E1D5-C726-4016-A781-A8F067CEC572}">
          <p14:sldIdLst>
            <p14:sldId id="431"/>
            <p14:sldId id="432"/>
            <p14:sldId id="463"/>
            <p14:sldId id="462"/>
            <p14:sldId id="420"/>
            <p14:sldId id="441"/>
          </p14:sldIdLst>
        </p14:section>
        <p14:section name="CHAPTER 6" id="{D8272514-B3B2-47A3-9D37-6E02CF5164E1}">
          <p14:sldIdLst>
            <p14:sldId id="464"/>
            <p14:sldId id="465"/>
            <p14:sldId id="493"/>
            <p14:sldId id="401"/>
            <p14:sldId id="496"/>
            <p14:sldId id="494"/>
            <p14:sldId id="414"/>
            <p14:sldId id="440"/>
            <p14:sldId id="495"/>
          </p14:sldIdLst>
        </p14:section>
        <p14:section name="CHAPTER 6" id="{839E146F-C56C-4FDB-837D-2D40F0EB0C7C}">
          <p14:sldIdLst>
            <p14:sldId id="497"/>
            <p14:sldId id="439"/>
            <p14:sldId id="498"/>
            <p14:sldId id="442"/>
            <p14:sldId id="485"/>
            <p14:sldId id="488"/>
            <p14:sldId id="4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EBD115-5D17-4D70-91A9-A915A8692FE1}" v="427" dt="2026-05-08T18:50:45.2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20" y="1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Cachanosky" userId="543990dc0ff5ce14" providerId="LiveId" clId="{8E4DE338-F192-4434-A2D2-74D62C08B308}"/>
    <pc:docChg chg="undo redo custSel addSld delSld modSld sldOrd addSection delSection modSection">
      <pc:chgData name="Nicolas Cachanosky" userId="543990dc0ff5ce14" providerId="LiveId" clId="{8E4DE338-F192-4434-A2D2-74D62C08B308}" dt="2026-05-08T18:52:40.892" v="2068" actId="12788"/>
      <pc:docMkLst>
        <pc:docMk/>
      </pc:docMkLst>
      <pc:sldChg chg="modSp mod">
        <pc:chgData name="Nicolas Cachanosky" userId="543990dc0ff5ce14" providerId="LiveId" clId="{8E4DE338-F192-4434-A2D2-74D62C08B308}" dt="2026-05-04T14:44:35.999" v="408"/>
        <pc:sldMkLst>
          <pc:docMk/>
          <pc:sldMk cId="3829938297" sldId="258"/>
        </pc:sldMkLst>
        <pc:spChg chg="mod">
          <ac:chgData name="Nicolas Cachanosky" userId="543990dc0ff5ce14" providerId="LiveId" clId="{8E4DE338-F192-4434-A2D2-74D62C08B308}" dt="2026-04-29T21:49:19.152" v="16" actId="20577"/>
          <ac:spMkLst>
            <pc:docMk/>
            <pc:sldMk cId="3829938297" sldId="258"/>
            <ac:spMk id="2" creationId="{D493CB24-3ED3-1D06-FF1E-357BDA2EC010}"/>
          </ac:spMkLst>
        </pc:spChg>
        <pc:spChg chg="mod">
          <ac:chgData name="Nicolas Cachanosky" userId="543990dc0ff5ce14" providerId="LiveId" clId="{8E4DE338-F192-4434-A2D2-74D62C08B308}" dt="2026-05-04T14:44:35.999" v="408"/>
          <ac:spMkLst>
            <pc:docMk/>
            <pc:sldMk cId="3829938297" sldId="258"/>
            <ac:spMk id="3" creationId="{60327550-4C38-F073-3FAB-099A6694EA24}"/>
          </ac:spMkLst>
        </pc:spChg>
      </pc:sldChg>
      <pc:sldChg chg="addSp delSp modSp mod">
        <pc:chgData name="Nicolas Cachanosky" userId="543990dc0ff5ce14" providerId="LiveId" clId="{8E4DE338-F192-4434-A2D2-74D62C08B308}" dt="2026-04-30T17:36:23.782" v="145" actId="5736"/>
        <pc:sldMkLst>
          <pc:docMk/>
          <pc:sldMk cId="4095859562" sldId="260"/>
        </pc:sldMkLst>
        <pc:graphicFrameChg chg="mod">
          <ac:chgData name="Nicolas Cachanosky" userId="543990dc0ff5ce14" providerId="LiveId" clId="{8E4DE338-F192-4434-A2D2-74D62C08B308}" dt="2026-04-30T17:36:23.782" v="145" actId="5736"/>
          <ac:graphicFrameMkLst>
            <pc:docMk/>
            <pc:sldMk cId="4095859562" sldId="260"/>
            <ac:graphicFrameMk id="8" creationId="{4603DD2A-B508-6F06-4D99-6BBCC541E8E3}"/>
          </ac:graphicFrameMkLst>
        </pc:graphicFrameChg>
        <pc:graphicFrameChg chg="mod">
          <ac:chgData name="Nicolas Cachanosky" userId="543990dc0ff5ce14" providerId="LiveId" clId="{8E4DE338-F192-4434-A2D2-74D62C08B308}" dt="2026-04-30T17:36:23.782" v="145" actId="5736"/>
          <ac:graphicFrameMkLst>
            <pc:docMk/>
            <pc:sldMk cId="4095859562" sldId="260"/>
            <ac:graphicFrameMk id="9" creationId="{39C1D4B9-4BAB-AC39-D6B5-2672548EA4EF}"/>
          </ac:graphicFrameMkLst>
        </pc:graphicFrameChg>
        <pc:graphicFrameChg chg="mod">
          <ac:chgData name="Nicolas Cachanosky" userId="543990dc0ff5ce14" providerId="LiveId" clId="{8E4DE338-F192-4434-A2D2-74D62C08B308}" dt="2026-04-30T17:36:23.782" v="145" actId="5736"/>
          <ac:graphicFrameMkLst>
            <pc:docMk/>
            <pc:sldMk cId="4095859562" sldId="260"/>
            <ac:graphicFrameMk id="10" creationId="{494DEE1B-99B9-F35A-4B60-F26DDA2A45B3}"/>
          </ac:graphicFrameMkLst>
        </pc:graphicFrameChg>
        <pc:graphicFrameChg chg="mod">
          <ac:chgData name="Nicolas Cachanosky" userId="543990dc0ff5ce14" providerId="LiveId" clId="{8E4DE338-F192-4434-A2D2-74D62C08B308}" dt="2026-04-30T17:36:23.782" v="145" actId="5736"/>
          <ac:graphicFrameMkLst>
            <pc:docMk/>
            <pc:sldMk cId="4095859562" sldId="260"/>
            <ac:graphicFrameMk id="11" creationId="{815BF5BD-8E2D-97CC-0791-D69D8C65537E}"/>
          </ac:graphicFrameMkLst>
        </pc:graphicFrameChg>
      </pc:sldChg>
      <pc:sldChg chg="addSp delSp modSp mod">
        <pc:chgData name="Nicolas Cachanosky" userId="543990dc0ff5ce14" providerId="LiveId" clId="{8E4DE338-F192-4434-A2D2-74D62C08B308}" dt="2026-04-30T17:37:03.111" v="149" actId="5736"/>
        <pc:sldMkLst>
          <pc:docMk/>
          <pc:sldMk cId="4262355235" sldId="261"/>
        </pc:sldMkLst>
        <pc:spChg chg="mod">
          <ac:chgData name="Nicolas Cachanosky" userId="543990dc0ff5ce14" providerId="LiveId" clId="{8E4DE338-F192-4434-A2D2-74D62C08B308}" dt="2026-04-30T17:37:03.111" v="149" actId="5736"/>
          <ac:spMkLst>
            <pc:docMk/>
            <pc:sldMk cId="4262355235" sldId="261"/>
            <ac:spMk id="9" creationId="{9DF7FB98-D27C-5F73-085D-34B1070C57AF}"/>
          </ac:spMkLst>
        </pc:spChg>
        <pc:spChg chg="mod">
          <ac:chgData name="Nicolas Cachanosky" userId="543990dc0ff5ce14" providerId="LiveId" clId="{8E4DE338-F192-4434-A2D2-74D62C08B308}" dt="2026-04-30T17:37:03.111" v="149" actId="5736"/>
          <ac:spMkLst>
            <pc:docMk/>
            <pc:sldMk cId="4262355235" sldId="261"/>
            <ac:spMk id="10" creationId="{26D7BFF3-BB59-E9BF-7862-BCB16DDEF5DE}"/>
          </ac:spMkLst>
        </pc:spChg>
        <pc:spChg chg="mod">
          <ac:chgData name="Nicolas Cachanosky" userId="543990dc0ff5ce14" providerId="LiveId" clId="{8E4DE338-F192-4434-A2D2-74D62C08B308}" dt="2026-04-30T17:37:03.111" v="149" actId="5736"/>
          <ac:spMkLst>
            <pc:docMk/>
            <pc:sldMk cId="4262355235" sldId="261"/>
            <ac:spMk id="11" creationId="{9F43B976-FCCB-7604-AB9C-9C2DB47B41FD}"/>
          </ac:spMkLst>
        </pc:spChg>
        <pc:spChg chg="mod">
          <ac:chgData name="Nicolas Cachanosky" userId="543990dc0ff5ce14" providerId="LiveId" clId="{8E4DE338-F192-4434-A2D2-74D62C08B308}" dt="2026-04-30T17:37:03.111" v="149" actId="5736"/>
          <ac:spMkLst>
            <pc:docMk/>
            <pc:sldMk cId="4262355235" sldId="261"/>
            <ac:spMk id="12" creationId="{D0232221-1D5B-2EC5-ECD8-D94EF241C45D}"/>
          </ac:spMkLst>
        </pc:spChg>
        <pc:graphicFrameChg chg="mod modGraphic">
          <ac:chgData name="Nicolas Cachanosky" userId="543990dc0ff5ce14" providerId="LiveId" clId="{8E4DE338-F192-4434-A2D2-74D62C08B308}" dt="2026-04-30T17:37:03.111" v="149" actId="5736"/>
          <ac:graphicFrameMkLst>
            <pc:docMk/>
            <pc:sldMk cId="4262355235" sldId="261"/>
            <ac:graphicFrameMk id="6" creationId="{D5D16388-526B-6DEC-5A1F-ADF35FDB3D7D}"/>
          </ac:graphicFrameMkLst>
        </pc:graphicFrameChg>
        <pc:graphicFrameChg chg="mod">
          <ac:chgData name="Nicolas Cachanosky" userId="543990dc0ff5ce14" providerId="LiveId" clId="{8E4DE338-F192-4434-A2D2-74D62C08B308}" dt="2026-04-30T17:37:03.111" v="149" actId="5736"/>
          <ac:graphicFrameMkLst>
            <pc:docMk/>
            <pc:sldMk cId="4262355235" sldId="261"/>
            <ac:graphicFrameMk id="7" creationId="{38B1CAAC-05B7-34A4-D593-F6C8BE37B1D7}"/>
          </ac:graphicFrameMkLst>
        </pc:graphicFrameChg>
        <pc:graphicFrameChg chg="mod">
          <ac:chgData name="Nicolas Cachanosky" userId="543990dc0ff5ce14" providerId="LiveId" clId="{8E4DE338-F192-4434-A2D2-74D62C08B308}" dt="2026-04-30T17:37:03.111" v="149" actId="5736"/>
          <ac:graphicFrameMkLst>
            <pc:docMk/>
            <pc:sldMk cId="4262355235" sldId="261"/>
            <ac:graphicFrameMk id="8" creationId="{CBC8DEF0-F73C-10AE-7088-39B141B907CB}"/>
          </ac:graphicFrameMkLst>
        </pc:graphicFrameChg>
      </pc:sldChg>
      <pc:sldChg chg="modSp mod ord">
        <pc:chgData name="Nicolas Cachanosky" userId="543990dc0ff5ce14" providerId="LiveId" clId="{8E4DE338-F192-4434-A2D2-74D62C08B308}" dt="2026-04-30T17:46:34.082" v="191" actId="5736"/>
        <pc:sldMkLst>
          <pc:docMk/>
          <pc:sldMk cId="4253493400" sldId="268"/>
        </pc:sldMkLst>
        <pc:graphicFrameChg chg="mod">
          <ac:chgData name="Nicolas Cachanosky" userId="543990dc0ff5ce14" providerId="LiveId" clId="{8E4DE338-F192-4434-A2D2-74D62C08B308}" dt="2026-04-30T17:46:34.082" v="191" actId="5736"/>
          <ac:graphicFrameMkLst>
            <pc:docMk/>
            <pc:sldMk cId="4253493400" sldId="268"/>
            <ac:graphicFrameMk id="8" creationId="{84634CD2-B179-7C6D-0DDA-D77A18FE42E6}"/>
          </ac:graphicFrameMkLst>
        </pc:graphicFrameChg>
      </pc:sldChg>
      <pc:sldChg chg="addSp delSp modSp mod ord">
        <pc:chgData name="Nicolas Cachanosky" userId="543990dc0ff5ce14" providerId="LiveId" clId="{8E4DE338-F192-4434-A2D2-74D62C08B308}" dt="2026-04-29T22:06:02.543" v="82" actId="1076"/>
        <pc:sldMkLst>
          <pc:docMk/>
          <pc:sldMk cId="1080599092" sldId="269"/>
        </pc:sldMkLst>
        <pc:spChg chg="mod">
          <ac:chgData name="Nicolas Cachanosky" userId="543990dc0ff5ce14" providerId="LiveId" clId="{8E4DE338-F192-4434-A2D2-74D62C08B308}" dt="2026-04-29T22:06:02.543" v="82" actId="1076"/>
          <ac:spMkLst>
            <pc:docMk/>
            <pc:sldMk cId="1080599092" sldId="269"/>
            <ac:spMk id="12" creationId="{87678FE6-AA4A-3736-B2C9-2F8A44DC5FA5}"/>
          </ac:spMkLst>
        </pc:spChg>
        <pc:spChg chg="mod">
          <ac:chgData name="Nicolas Cachanosky" userId="543990dc0ff5ce14" providerId="LiveId" clId="{8E4DE338-F192-4434-A2D2-74D62C08B308}" dt="2026-04-29T22:06:02.543" v="82" actId="1076"/>
          <ac:spMkLst>
            <pc:docMk/>
            <pc:sldMk cId="1080599092" sldId="269"/>
            <ac:spMk id="13" creationId="{34586747-6070-60BF-CD30-4D5389999941}"/>
          </ac:spMkLst>
        </pc:spChg>
        <pc:spChg chg="mod">
          <ac:chgData name="Nicolas Cachanosky" userId="543990dc0ff5ce14" providerId="LiveId" clId="{8E4DE338-F192-4434-A2D2-74D62C08B308}" dt="2026-04-29T22:06:02.543" v="82" actId="1076"/>
          <ac:spMkLst>
            <pc:docMk/>
            <pc:sldMk cId="1080599092" sldId="269"/>
            <ac:spMk id="14" creationId="{EF70DFEC-9F27-FBAF-78B0-7A76309209BE}"/>
          </ac:spMkLst>
        </pc:spChg>
        <pc:picChg chg="mod">
          <ac:chgData name="Nicolas Cachanosky" userId="543990dc0ff5ce14" providerId="LiveId" clId="{8E4DE338-F192-4434-A2D2-74D62C08B308}" dt="2026-04-29T22:06:02.543" v="82" actId="1076"/>
          <ac:picMkLst>
            <pc:docMk/>
            <pc:sldMk cId="1080599092" sldId="269"/>
            <ac:picMk id="8" creationId="{6E69B471-2F9A-11C3-F840-D41D3F834127}"/>
          </ac:picMkLst>
        </pc:picChg>
        <pc:picChg chg="mod">
          <ac:chgData name="Nicolas Cachanosky" userId="543990dc0ff5ce14" providerId="LiveId" clId="{8E4DE338-F192-4434-A2D2-74D62C08B308}" dt="2026-04-29T22:06:02.543" v="82" actId="1076"/>
          <ac:picMkLst>
            <pc:docMk/>
            <pc:sldMk cId="1080599092" sldId="269"/>
            <ac:picMk id="9" creationId="{D4508664-D879-05EE-A33A-29F61D8B56F8}"/>
          </ac:picMkLst>
        </pc:picChg>
        <pc:picChg chg="mod">
          <ac:chgData name="Nicolas Cachanosky" userId="543990dc0ff5ce14" providerId="LiveId" clId="{8E4DE338-F192-4434-A2D2-74D62C08B308}" dt="2026-04-29T22:06:02.543" v="82" actId="1076"/>
          <ac:picMkLst>
            <pc:docMk/>
            <pc:sldMk cId="1080599092" sldId="269"/>
            <ac:picMk id="10" creationId="{AE3A66F9-ED50-639C-80A7-78B42838B14B}"/>
          </ac:picMkLst>
        </pc:picChg>
        <pc:cxnChg chg="mod">
          <ac:chgData name="Nicolas Cachanosky" userId="543990dc0ff5ce14" providerId="LiveId" clId="{8E4DE338-F192-4434-A2D2-74D62C08B308}" dt="2026-04-29T22:06:02.543" v="82" actId="1076"/>
          <ac:cxnSpMkLst>
            <pc:docMk/>
            <pc:sldMk cId="1080599092" sldId="269"/>
            <ac:cxnSpMk id="16" creationId="{1086E9BB-D146-7E16-D777-0812FBA47C04}"/>
          </ac:cxnSpMkLst>
        </pc:cxnChg>
        <pc:cxnChg chg="mod">
          <ac:chgData name="Nicolas Cachanosky" userId="543990dc0ff5ce14" providerId="LiveId" clId="{8E4DE338-F192-4434-A2D2-74D62C08B308}" dt="2026-04-29T22:06:02.543" v="82" actId="1076"/>
          <ac:cxnSpMkLst>
            <pc:docMk/>
            <pc:sldMk cId="1080599092" sldId="269"/>
            <ac:cxnSpMk id="20" creationId="{6353D6E9-31B0-D9C9-87DE-663003F27E38}"/>
          </ac:cxnSpMkLst>
        </pc:cxnChg>
        <pc:cxnChg chg="mod">
          <ac:chgData name="Nicolas Cachanosky" userId="543990dc0ff5ce14" providerId="LiveId" clId="{8E4DE338-F192-4434-A2D2-74D62C08B308}" dt="2026-04-29T22:06:02.543" v="82" actId="1076"/>
          <ac:cxnSpMkLst>
            <pc:docMk/>
            <pc:sldMk cId="1080599092" sldId="269"/>
            <ac:cxnSpMk id="22" creationId="{4F3E8776-E8D7-6BC9-A749-F1AC51A571A3}"/>
          </ac:cxnSpMkLst>
        </pc:cxnChg>
      </pc:sldChg>
      <pc:sldChg chg="addSp delSp modSp mod ord">
        <pc:chgData name="Nicolas Cachanosky" userId="543990dc0ff5ce14" providerId="LiveId" clId="{8E4DE338-F192-4434-A2D2-74D62C08B308}" dt="2026-04-29T22:07:00.654" v="85" actId="1076"/>
        <pc:sldMkLst>
          <pc:docMk/>
          <pc:sldMk cId="921016517" sldId="281"/>
        </pc:sldMkLst>
        <pc:spChg chg="mod">
          <ac:chgData name="Nicolas Cachanosky" userId="543990dc0ff5ce14" providerId="LiveId" clId="{8E4DE338-F192-4434-A2D2-74D62C08B308}" dt="2026-04-29T22:07:00.654" v="85" actId="1076"/>
          <ac:spMkLst>
            <pc:docMk/>
            <pc:sldMk cId="921016517" sldId="281"/>
            <ac:spMk id="8" creationId="{7873643D-6AD4-8870-AE75-F768404A8C75}"/>
          </ac:spMkLst>
        </pc:spChg>
        <pc:spChg chg="mod">
          <ac:chgData name="Nicolas Cachanosky" userId="543990dc0ff5ce14" providerId="LiveId" clId="{8E4DE338-F192-4434-A2D2-74D62C08B308}" dt="2026-04-29T22:07:00.654" v="85" actId="1076"/>
          <ac:spMkLst>
            <pc:docMk/>
            <pc:sldMk cId="921016517" sldId="281"/>
            <ac:spMk id="9" creationId="{F49EA32E-5F4E-E499-D522-18BD3495C3FF}"/>
          </ac:spMkLst>
        </pc:spChg>
        <pc:spChg chg="mod">
          <ac:chgData name="Nicolas Cachanosky" userId="543990dc0ff5ce14" providerId="LiveId" clId="{8E4DE338-F192-4434-A2D2-74D62C08B308}" dt="2026-04-29T22:07:00.654" v="85" actId="1076"/>
          <ac:spMkLst>
            <pc:docMk/>
            <pc:sldMk cId="921016517" sldId="281"/>
            <ac:spMk id="10" creationId="{3DC93F40-AB83-769D-10B1-24DEA879B720}"/>
          </ac:spMkLst>
        </pc:spChg>
        <pc:spChg chg="mod">
          <ac:chgData name="Nicolas Cachanosky" userId="543990dc0ff5ce14" providerId="LiveId" clId="{8E4DE338-F192-4434-A2D2-74D62C08B308}" dt="2026-04-29T22:07:00.654" v="85" actId="1076"/>
          <ac:spMkLst>
            <pc:docMk/>
            <pc:sldMk cId="921016517" sldId="281"/>
            <ac:spMk id="11" creationId="{463653FD-AFD5-0371-A8E5-A59DBE880C34}"/>
          </ac:spMkLst>
        </pc:spChg>
        <pc:spChg chg="mod">
          <ac:chgData name="Nicolas Cachanosky" userId="543990dc0ff5ce14" providerId="LiveId" clId="{8E4DE338-F192-4434-A2D2-74D62C08B308}" dt="2026-04-29T22:07:00.654" v="85" actId="1076"/>
          <ac:spMkLst>
            <pc:docMk/>
            <pc:sldMk cId="921016517" sldId="281"/>
            <ac:spMk id="12" creationId="{D9C2E59F-86F1-39B0-0745-10FB65DC797D}"/>
          </ac:spMkLst>
        </pc:spChg>
        <pc:spChg chg="mod">
          <ac:chgData name="Nicolas Cachanosky" userId="543990dc0ff5ce14" providerId="LiveId" clId="{8E4DE338-F192-4434-A2D2-74D62C08B308}" dt="2026-04-29T22:07:00.654" v="85" actId="1076"/>
          <ac:spMkLst>
            <pc:docMk/>
            <pc:sldMk cId="921016517" sldId="281"/>
            <ac:spMk id="21" creationId="{CFBAEC56-3A9A-1C93-87A7-27DBF31D49F5}"/>
          </ac:spMkLst>
        </pc:spChg>
        <pc:spChg chg="mod">
          <ac:chgData name="Nicolas Cachanosky" userId="543990dc0ff5ce14" providerId="LiveId" clId="{8E4DE338-F192-4434-A2D2-74D62C08B308}" dt="2026-04-29T22:07:00.654" v="85" actId="1076"/>
          <ac:spMkLst>
            <pc:docMk/>
            <pc:sldMk cId="921016517" sldId="281"/>
            <ac:spMk id="22" creationId="{51A6139A-5E46-088D-2E11-103AAEB566C0}"/>
          </ac:spMkLst>
        </pc:spChg>
        <pc:spChg chg="mod">
          <ac:chgData name="Nicolas Cachanosky" userId="543990dc0ff5ce14" providerId="LiveId" clId="{8E4DE338-F192-4434-A2D2-74D62C08B308}" dt="2026-04-29T22:07:00.654" v="85" actId="1076"/>
          <ac:spMkLst>
            <pc:docMk/>
            <pc:sldMk cId="921016517" sldId="281"/>
            <ac:spMk id="23" creationId="{BADDCDD0-B80D-FF2E-E4A1-53068A507428}"/>
          </ac:spMkLst>
        </pc:spChg>
        <pc:spChg chg="mod">
          <ac:chgData name="Nicolas Cachanosky" userId="543990dc0ff5ce14" providerId="LiveId" clId="{8E4DE338-F192-4434-A2D2-74D62C08B308}" dt="2026-04-29T22:07:00.654" v="85" actId="1076"/>
          <ac:spMkLst>
            <pc:docMk/>
            <pc:sldMk cId="921016517" sldId="281"/>
            <ac:spMk id="24" creationId="{0229F625-B79F-53CC-AF45-0A899E66EE04}"/>
          </ac:spMkLst>
        </pc:spChg>
        <pc:cxnChg chg="mod">
          <ac:chgData name="Nicolas Cachanosky" userId="543990dc0ff5ce14" providerId="LiveId" clId="{8E4DE338-F192-4434-A2D2-74D62C08B308}" dt="2026-04-29T22:07:00.654" v="85" actId="1076"/>
          <ac:cxnSpMkLst>
            <pc:docMk/>
            <pc:sldMk cId="921016517" sldId="281"/>
            <ac:cxnSpMk id="28" creationId="{999BAD4B-4708-EF75-5021-E10FDD858C7B}"/>
          </ac:cxnSpMkLst>
        </pc:cxnChg>
      </pc:sldChg>
      <pc:sldChg chg="addSp delSp modSp mod ord">
        <pc:chgData name="Nicolas Cachanosky" userId="543990dc0ff5ce14" providerId="LiveId" clId="{8E4DE338-F192-4434-A2D2-74D62C08B308}" dt="2026-04-29T22:07:58.683" v="92" actId="13822"/>
        <pc:sldMkLst>
          <pc:docMk/>
          <pc:sldMk cId="1089973086" sldId="282"/>
        </pc:sldMkLst>
        <pc:spChg chg="mod">
          <ac:chgData name="Nicolas Cachanosky" userId="543990dc0ff5ce14" providerId="LiveId" clId="{8E4DE338-F192-4434-A2D2-74D62C08B308}" dt="2026-04-29T22:07:58.683" v="92" actId="13822"/>
          <ac:spMkLst>
            <pc:docMk/>
            <pc:sldMk cId="1089973086" sldId="282"/>
            <ac:spMk id="23" creationId="{BADDCDD0-B80D-FF2E-E4A1-53068A507428}"/>
          </ac:spMkLst>
        </pc:spChg>
        <pc:cxnChg chg="mod">
          <ac:chgData name="Nicolas Cachanosky" userId="543990dc0ff5ce14" providerId="LiveId" clId="{8E4DE338-F192-4434-A2D2-74D62C08B308}" dt="2026-04-29T22:07:55.943" v="91" actId="14100"/>
          <ac:cxnSpMkLst>
            <pc:docMk/>
            <pc:sldMk cId="1089973086" sldId="282"/>
            <ac:cxnSpMk id="31" creationId="{29DC9056-88CD-B8E8-8F1C-0AC5118805E4}"/>
          </ac:cxnSpMkLst>
        </pc:cxnChg>
      </pc:sldChg>
      <pc:sldChg chg="modSp mod ord">
        <pc:chgData name="Nicolas Cachanosky" userId="543990dc0ff5ce14" providerId="LiveId" clId="{8E4DE338-F192-4434-A2D2-74D62C08B308}" dt="2026-04-29T22:08:28.359" v="95" actId="13822"/>
        <pc:sldMkLst>
          <pc:docMk/>
          <pc:sldMk cId="4231503152" sldId="283"/>
        </pc:sldMkLst>
        <pc:spChg chg="mod">
          <ac:chgData name="Nicolas Cachanosky" userId="543990dc0ff5ce14" providerId="LiveId" clId="{8E4DE338-F192-4434-A2D2-74D62C08B308}" dt="2026-04-29T22:08:28.359" v="95" actId="13822"/>
          <ac:spMkLst>
            <pc:docMk/>
            <pc:sldMk cId="4231503152" sldId="283"/>
            <ac:spMk id="8" creationId="{7873643D-6AD4-8870-AE75-F768404A8C75}"/>
          </ac:spMkLst>
        </pc:spChg>
        <pc:spChg chg="mod">
          <ac:chgData name="Nicolas Cachanosky" userId="543990dc0ff5ce14" providerId="LiveId" clId="{8E4DE338-F192-4434-A2D2-74D62C08B308}" dt="2026-04-29T22:08:24.340" v="93" actId="13822"/>
          <ac:spMkLst>
            <pc:docMk/>
            <pc:sldMk cId="4231503152" sldId="283"/>
            <ac:spMk id="23" creationId="{BADDCDD0-B80D-FF2E-E4A1-53068A507428}"/>
          </ac:spMkLst>
        </pc:spChg>
      </pc:sldChg>
      <pc:sldChg chg="ord">
        <pc:chgData name="Nicolas Cachanosky" userId="543990dc0ff5ce14" providerId="LiveId" clId="{8E4DE338-F192-4434-A2D2-74D62C08B308}" dt="2026-04-29T21:50:50.924" v="34"/>
        <pc:sldMkLst>
          <pc:docMk/>
          <pc:sldMk cId="1927589300" sldId="285"/>
        </pc:sldMkLst>
      </pc:sldChg>
      <pc:sldChg chg="ord">
        <pc:chgData name="Nicolas Cachanosky" userId="543990dc0ff5ce14" providerId="LiveId" clId="{8E4DE338-F192-4434-A2D2-74D62C08B308}" dt="2026-04-29T21:50:50.924" v="34"/>
        <pc:sldMkLst>
          <pc:docMk/>
          <pc:sldMk cId="585517794" sldId="286"/>
        </pc:sldMkLst>
      </pc:sldChg>
      <pc:sldChg chg="ord">
        <pc:chgData name="Nicolas Cachanosky" userId="543990dc0ff5ce14" providerId="LiveId" clId="{8E4DE338-F192-4434-A2D2-74D62C08B308}" dt="2026-04-29T21:50:50.924" v="34"/>
        <pc:sldMkLst>
          <pc:docMk/>
          <pc:sldMk cId="2458335551" sldId="287"/>
        </pc:sldMkLst>
      </pc:sldChg>
      <pc:sldChg chg="ord">
        <pc:chgData name="Nicolas Cachanosky" userId="543990dc0ff5ce14" providerId="LiveId" clId="{8E4DE338-F192-4434-A2D2-74D62C08B308}" dt="2026-04-29T21:50:50.924" v="34"/>
        <pc:sldMkLst>
          <pc:docMk/>
          <pc:sldMk cId="2386052459" sldId="288"/>
        </pc:sldMkLst>
      </pc:sldChg>
      <pc:sldChg chg="addSp delSp modSp add mod">
        <pc:chgData name="Nicolas Cachanosky" userId="543990dc0ff5ce14" providerId="LiveId" clId="{8E4DE338-F192-4434-A2D2-74D62C08B308}" dt="2026-04-30T17:43:57.012" v="185" actId="5736"/>
        <pc:sldMkLst>
          <pc:docMk/>
          <pc:sldMk cId="482296090" sldId="296"/>
        </pc:sldMkLst>
        <pc:graphicFrameChg chg="mod">
          <ac:chgData name="Nicolas Cachanosky" userId="543990dc0ff5ce14" providerId="LiveId" clId="{8E4DE338-F192-4434-A2D2-74D62C08B308}" dt="2026-04-30T17:43:57.012" v="185" actId="5736"/>
          <ac:graphicFrameMkLst>
            <pc:docMk/>
            <pc:sldMk cId="482296090" sldId="296"/>
            <ac:graphicFrameMk id="6" creationId="{DE66EEE3-1880-403A-6174-DF117645CB86}"/>
          </ac:graphicFrameMkLst>
        </pc:graphicFrameChg>
      </pc:sldChg>
      <pc:sldChg chg="addSp delSp modSp add mod">
        <pc:chgData name="Nicolas Cachanosky" userId="543990dc0ff5ce14" providerId="LiveId" clId="{8E4DE338-F192-4434-A2D2-74D62C08B308}" dt="2026-04-29T22:12:35.218" v="106" actId="1076"/>
        <pc:sldMkLst>
          <pc:docMk/>
          <pc:sldMk cId="3011994343" sldId="297"/>
        </pc:sldMkLst>
        <pc:spChg chg="mod">
          <ac:chgData name="Nicolas Cachanosky" userId="543990dc0ff5ce14" providerId="LiveId" clId="{8E4DE338-F192-4434-A2D2-74D62C08B308}" dt="2026-04-29T22:12:35.218" v="106" actId="1076"/>
          <ac:spMkLst>
            <pc:docMk/>
            <pc:sldMk cId="3011994343" sldId="297"/>
            <ac:spMk id="6" creationId="{BB2D29B2-9D81-B531-89E6-CF83D7AFA761}"/>
          </ac:spMkLst>
        </pc:spChg>
        <pc:spChg chg="mod">
          <ac:chgData name="Nicolas Cachanosky" userId="543990dc0ff5ce14" providerId="LiveId" clId="{8E4DE338-F192-4434-A2D2-74D62C08B308}" dt="2026-04-29T22:12:35.218" v="106" actId="1076"/>
          <ac:spMkLst>
            <pc:docMk/>
            <pc:sldMk cId="3011994343" sldId="297"/>
            <ac:spMk id="7" creationId="{436CC139-8926-6FB4-5E5B-879CBF08C30B}"/>
          </ac:spMkLst>
        </pc:spChg>
        <pc:spChg chg="mod">
          <ac:chgData name="Nicolas Cachanosky" userId="543990dc0ff5ce14" providerId="LiveId" clId="{8E4DE338-F192-4434-A2D2-74D62C08B308}" dt="2026-04-29T22:12:35.218" v="106" actId="1076"/>
          <ac:spMkLst>
            <pc:docMk/>
            <pc:sldMk cId="3011994343" sldId="297"/>
            <ac:spMk id="9" creationId="{A0F8A93A-31F3-3830-4EE1-4B681FBB830D}"/>
          </ac:spMkLst>
        </pc:spChg>
        <pc:cxnChg chg="mod">
          <ac:chgData name="Nicolas Cachanosky" userId="543990dc0ff5ce14" providerId="LiveId" clId="{8E4DE338-F192-4434-A2D2-74D62C08B308}" dt="2026-04-29T22:12:35.218" v="106" actId="1076"/>
          <ac:cxnSpMkLst>
            <pc:docMk/>
            <pc:sldMk cId="3011994343" sldId="297"/>
            <ac:cxnSpMk id="8" creationId="{11239F40-B501-E540-882E-1FB75D9096B4}"/>
          </ac:cxnSpMkLst>
        </pc:cxnChg>
        <pc:cxnChg chg="mod">
          <ac:chgData name="Nicolas Cachanosky" userId="543990dc0ff5ce14" providerId="LiveId" clId="{8E4DE338-F192-4434-A2D2-74D62C08B308}" dt="2026-04-29T22:12:35.218" v="106" actId="1076"/>
          <ac:cxnSpMkLst>
            <pc:docMk/>
            <pc:sldMk cId="3011994343" sldId="297"/>
            <ac:cxnSpMk id="10" creationId="{E355298B-6AE9-2601-DB29-F7488EE108AE}"/>
          </ac:cxnSpMkLst>
        </pc:cxnChg>
        <pc:cxnChg chg="mod">
          <ac:chgData name="Nicolas Cachanosky" userId="543990dc0ff5ce14" providerId="LiveId" clId="{8E4DE338-F192-4434-A2D2-74D62C08B308}" dt="2026-04-29T22:12:35.218" v="106" actId="1076"/>
          <ac:cxnSpMkLst>
            <pc:docMk/>
            <pc:sldMk cId="3011994343" sldId="297"/>
            <ac:cxnSpMk id="11" creationId="{E46FF78F-9AB3-AAB0-F236-1653F75F0EFD}"/>
          </ac:cxnSpMkLst>
        </pc:cxnChg>
      </pc:sldChg>
      <pc:sldChg chg="addSp delSp modSp add mod">
        <pc:chgData name="Nicolas Cachanosky" userId="543990dc0ff5ce14" providerId="LiveId" clId="{8E4DE338-F192-4434-A2D2-74D62C08B308}" dt="2026-05-01T12:36:16.920" v="247" actId="478"/>
        <pc:sldMkLst>
          <pc:docMk/>
          <pc:sldMk cId="1205723080" sldId="298"/>
        </pc:sldMkLst>
      </pc:sldChg>
      <pc:sldChg chg="addSp delSp modSp add mod">
        <pc:chgData name="Nicolas Cachanosky" userId="543990dc0ff5ce14" providerId="LiveId" clId="{8E4DE338-F192-4434-A2D2-74D62C08B308}" dt="2026-05-01T12:35:52.882" v="244" actId="478"/>
        <pc:sldMkLst>
          <pc:docMk/>
          <pc:sldMk cId="3258745848" sldId="300"/>
        </pc:sldMkLst>
      </pc:sldChg>
      <pc:sldChg chg="addSp delSp modSp add mod">
        <pc:chgData name="Nicolas Cachanosky" userId="543990dc0ff5ce14" providerId="LiveId" clId="{8E4DE338-F192-4434-A2D2-74D62C08B308}" dt="2026-04-29T22:13:13.361" v="109" actId="478"/>
        <pc:sldMkLst>
          <pc:docMk/>
          <pc:sldMk cId="1761837451" sldId="304"/>
        </pc:sldMkLst>
      </pc:sldChg>
      <pc:sldChg chg="addSp delSp modSp add mod">
        <pc:chgData name="Nicolas Cachanosky" userId="543990dc0ff5ce14" providerId="LiveId" clId="{8E4DE338-F192-4434-A2D2-74D62C08B308}" dt="2026-05-01T12:22:02.432" v="212" actId="1076"/>
        <pc:sldMkLst>
          <pc:docMk/>
          <pc:sldMk cId="316069940" sldId="307"/>
        </pc:sldMkLst>
        <pc:spChg chg="mod">
          <ac:chgData name="Nicolas Cachanosky" userId="543990dc0ff5ce14" providerId="LiveId" clId="{8E4DE338-F192-4434-A2D2-74D62C08B308}" dt="2026-05-01T12:22:02.432" v="212" actId="1076"/>
          <ac:spMkLst>
            <pc:docMk/>
            <pc:sldMk cId="316069940" sldId="307"/>
            <ac:spMk id="6" creationId="{66C737C6-7CB5-B08B-2934-8C164933744C}"/>
          </ac:spMkLst>
        </pc:spChg>
        <pc:spChg chg="mod">
          <ac:chgData name="Nicolas Cachanosky" userId="543990dc0ff5ce14" providerId="LiveId" clId="{8E4DE338-F192-4434-A2D2-74D62C08B308}" dt="2026-05-01T12:22:02.432" v="212" actId="1076"/>
          <ac:spMkLst>
            <pc:docMk/>
            <pc:sldMk cId="316069940" sldId="307"/>
            <ac:spMk id="7" creationId="{01D1674E-9952-BE9F-883C-DC5288B8CBF0}"/>
          </ac:spMkLst>
        </pc:spChg>
        <pc:spChg chg="mod">
          <ac:chgData name="Nicolas Cachanosky" userId="543990dc0ff5ce14" providerId="LiveId" clId="{8E4DE338-F192-4434-A2D2-74D62C08B308}" dt="2026-05-01T12:22:02.432" v="212" actId="1076"/>
          <ac:spMkLst>
            <pc:docMk/>
            <pc:sldMk cId="316069940" sldId="307"/>
            <ac:spMk id="8" creationId="{D9B6C043-B278-DF8C-A21D-9FF274D50484}"/>
          </ac:spMkLst>
        </pc:spChg>
        <pc:spChg chg="mod">
          <ac:chgData name="Nicolas Cachanosky" userId="543990dc0ff5ce14" providerId="LiveId" clId="{8E4DE338-F192-4434-A2D2-74D62C08B308}" dt="2026-05-01T12:22:02.432" v="212" actId="1076"/>
          <ac:spMkLst>
            <pc:docMk/>
            <pc:sldMk cId="316069940" sldId="307"/>
            <ac:spMk id="9" creationId="{961999F3-C180-7E19-A1B9-12720B62A345}"/>
          </ac:spMkLst>
        </pc:spChg>
        <pc:spChg chg="mod">
          <ac:chgData name="Nicolas Cachanosky" userId="543990dc0ff5ce14" providerId="LiveId" clId="{8E4DE338-F192-4434-A2D2-74D62C08B308}" dt="2026-05-01T12:22:02.432" v="212" actId="1076"/>
          <ac:spMkLst>
            <pc:docMk/>
            <pc:sldMk cId="316069940" sldId="307"/>
            <ac:spMk id="10" creationId="{A56B6123-A6B0-9677-5B2A-AB4365130A6D}"/>
          </ac:spMkLst>
        </pc:spChg>
        <pc:spChg chg="mod">
          <ac:chgData name="Nicolas Cachanosky" userId="543990dc0ff5ce14" providerId="LiveId" clId="{8E4DE338-F192-4434-A2D2-74D62C08B308}" dt="2026-05-01T12:22:02.432" v="212" actId="1076"/>
          <ac:spMkLst>
            <pc:docMk/>
            <pc:sldMk cId="316069940" sldId="307"/>
            <ac:spMk id="11" creationId="{AC2C4653-90BD-8684-8581-82EE244FCB74}"/>
          </ac:spMkLst>
        </pc:spChg>
        <pc:spChg chg="mod">
          <ac:chgData name="Nicolas Cachanosky" userId="543990dc0ff5ce14" providerId="LiveId" clId="{8E4DE338-F192-4434-A2D2-74D62C08B308}" dt="2026-05-01T12:22:02.432" v="212" actId="1076"/>
          <ac:spMkLst>
            <pc:docMk/>
            <pc:sldMk cId="316069940" sldId="307"/>
            <ac:spMk id="12" creationId="{659FA3E5-88E6-4A62-63FA-77A5C571B896}"/>
          </ac:spMkLst>
        </pc:spChg>
        <pc:spChg chg="mod">
          <ac:chgData name="Nicolas Cachanosky" userId="543990dc0ff5ce14" providerId="LiveId" clId="{8E4DE338-F192-4434-A2D2-74D62C08B308}" dt="2026-05-01T12:22:02.432" v="212" actId="1076"/>
          <ac:spMkLst>
            <pc:docMk/>
            <pc:sldMk cId="316069940" sldId="307"/>
            <ac:spMk id="13" creationId="{9F1D0517-FD9D-223E-8780-76045DC6D107}"/>
          </ac:spMkLst>
        </pc:spChg>
      </pc:sldChg>
      <pc:sldChg chg="addSp delSp modSp add mod">
        <pc:chgData name="Nicolas Cachanosky" userId="543990dc0ff5ce14" providerId="LiveId" clId="{8E4DE338-F192-4434-A2D2-74D62C08B308}" dt="2026-05-01T12:22:11.853" v="215" actId="478"/>
        <pc:sldMkLst>
          <pc:docMk/>
          <pc:sldMk cId="2246482347" sldId="313"/>
        </pc:sldMkLst>
      </pc:sldChg>
      <pc:sldChg chg="addSp delSp modSp add mod">
        <pc:chgData name="Nicolas Cachanosky" userId="543990dc0ff5ce14" providerId="LiveId" clId="{8E4DE338-F192-4434-A2D2-74D62C08B308}" dt="2026-05-01T12:41:34.183" v="383" actId="1076"/>
        <pc:sldMkLst>
          <pc:docMk/>
          <pc:sldMk cId="1429344706" sldId="316"/>
        </pc:sldMkLst>
        <pc:spChg chg="mod">
          <ac:chgData name="Nicolas Cachanosky" userId="543990dc0ff5ce14" providerId="LiveId" clId="{8E4DE338-F192-4434-A2D2-74D62C08B308}" dt="2026-05-01T12:41:34.183" v="383" actId="1076"/>
          <ac:spMkLst>
            <pc:docMk/>
            <pc:sldMk cId="1429344706" sldId="316"/>
            <ac:spMk id="25" creationId="{A3C337B1-0236-1A8F-67F5-B73078C92847}"/>
          </ac:spMkLst>
        </pc:spChg>
        <pc:spChg chg="mod">
          <ac:chgData name="Nicolas Cachanosky" userId="543990dc0ff5ce14" providerId="LiveId" clId="{8E4DE338-F192-4434-A2D2-74D62C08B308}" dt="2026-05-01T12:41:34.183" v="383" actId="1076"/>
          <ac:spMkLst>
            <pc:docMk/>
            <pc:sldMk cId="1429344706" sldId="316"/>
            <ac:spMk id="27" creationId="{FD82645B-6316-CF3E-5A1B-F96D4D5A869D}"/>
          </ac:spMkLst>
        </pc:spChg>
        <pc:spChg chg="mod">
          <ac:chgData name="Nicolas Cachanosky" userId="543990dc0ff5ce14" providerId="LiveId" clId="{8E4DE338-F192-4434-A2D2-74D62C08B308}" dt="2026-05-01T12:41:34.183" v="383" actId="1076"/>
          <ac:spMkLst>
            <pc:docMk/>
            <pc:sldMk cId="1429344706" sldId="316"/>
            <ac:spMk id="28" creationId="{38BA995F-E4C2-C474-64D8-349CB6551188}"/>
          </ac:spMkLst>
        </pc:spChg>
        <pc:spChg chg="mod">
          <ac:chgData name="Nicolas Cachanosky" userId="543990dc0ff5ce14" providerId="LiveId" clId="{8E4DE338-F192-4434-A2D2-74D62C08B308}" dt="2026-05-01T12:41:34.183" v="383" actId="1076"/>
          <ac:spMkLst>
            <pc:docMk/>
            <pc:sldMk cId="1429344706" sldId="316"/>
            <ac:spMk id="29" creationId="{F31F1D50-0731-1FD4-1599-EAD745B84C82}"/>
          </ac:spMkLst>
        </pc:spChg>
        <pc:spChg chg="mod">
          <ac:chgData name="Nicolas Cachanosky" userId="543990dc0ff5ce14" providerId="LiveId" clId="{8E4DE338-F192-4434-A2D2-74D62C08B308}" dt="2026-05-01T12:41:34.183" v="383" actId="1076"/>
          <ac:spMkLst>
            <pc:docMk/>
            <pc:sldMk cId="1429344706" sldId="316"/>
            <ac:spMk id="30" creationId="{C770710E-C0C4-E752-A554-531E90B7293D}"/>
          </ac:spMkLst>
        </pc:spChg>
        <pc:spChg chg="mod">
          <ac:chgData name="Nicolas Cachanosky" userId="543990dc0ff5ce14" providerId="LiveId" clId="{8E4DE338-F192-4434-A2D2-74D62C08B308}" dt="2026-05-01T12:41:34.183" v="383" actId="1076"/>
          <ac:spMkLst>
            <pc:docMk/>
            <pc:sldMk cId="1429344706" sldId="316"/>
            <ac:spMk id="31" creationId="{707FCAE7-A9AD-81AE-9EFF-F6A24DA313C1}"/>
          </ac:spMkLst>
        </pc:spChg>
        <pc:spChg chg="mod">
          <ac:chgData name="Nicolas Cachanosky" userId="543990dc0ff5ce14" providerId="LiveId" clId="{8E4DE338-F192-4434-A2D2-74D62C08B308}" dt="2026-05-01T12:41:34.183" v="383" actId="1076"/>
          <ac:spMkLst>
            <pc:docMk/>
            <pc:sldMk cId="1429344706" sldId="316"/>
            <ac:spMk id="51" creationId="{AA135CA8-03DF-150B-57EA-5E82E2F89AE0}"/>
          </ac:spMkLst>
        </pc:spChg>
        <pc:spChg chg="mod">
          <ac:chgData name="Nicolas Cachanosky" userId="543990dc0ff5ce14" providerId="LiveId" clId="{8E4DE338-F192-4434-A2D2-74D62C08B308}" dt="2026-05-01T12:41:34.183" v="383" actId="1076"/>
          <ac:spMkLst>
            <pc:docMk/>
            <pc:sldMk cId="1429344706" sldId="316"/>
            <ac:spMk id="52" creationId="{62C8F74E-0978-C703-BA26-92CAADD16F5E}"/>
          </ac:spMkLst>
        </pc:spChg>
        <pc:spChg chg="mod">
          <ac:chgData name="Nicolas Cachanosky" userId="543990dc0ff5ce14" providerId="LiveId" clId="{8E4DE338-F192-4434-A2D2-74D62C08B308}" dt="2026-05-01T12:41:34.183" v="383" actId="1076"/>
          <ac:spMkLst>
            <pc:docMk/>
            <pc:sldMk cId="1429344706" sldId="316"/>
            <ac:spMk id="53" creationId="{19FAC655-D834-D3D1-E714-2D0F4F985025}"/>
          </ac:spMkLst>
        </pc:spChg>
        <pc:spChg chg="mod">
          <ac:chgData name="Nicolas Cachanosky" userId="543990dc0ff5ce14" providerId="LiveId" clId="{8E4DE338-F192-4434-A2D2-74D62C08B308}" dt="2026-05-01T12:41:34.183" v="383" actId="1076"/>
          <ac:spMkLst>
            <pc:docMk/>
            <pc:sldMk cId="1429344706" sldId="316"/>
            <ac:spMk id="54" creationId="{6188C5D7-4D43-3831-AEEF-6C44BE6FBAD1}"/>
          </ac:spMkLst>
        </pc:spChg>
      </pc:sldChg>
      <pc:sldChg chg="addSp delSp modSp add mod">
        <pc:chgData name="Nicolas Cachanosky" userId="543990dc0ff5ce14" providerId="LiveId" clId="{8E4DE338-F192-4434-A2D2-74D62C08B308}" dt="2026-05-01T12:22:56.096" v="219" actId="478"/>
        <pc:sldMkLst>
          <pc:docMk/>
          <pc:sldMk cId="466569188" sldId="320"/>
        </pc:sldMkLst>
      </pc:sldChg>
      <pc:sldChg chg="addSp delSp modSp add mod ord">
        <pc:chgData name="Nicolas Cachanosky" userId="543990dc0ff5ce14" providerId="LiveId" clId="{8E4DE338-F192-4434-A2D2-74D62C08B308}" dt="2026-05-01T12:41:16.496" v="379" actId="5736"/>
        <pc:sldMkLst>
          <pc:docMk/>
          <pc:sldMk cId="592263345" sldId="323"/>
        </pc:sldMkLst>
        <pc:graphicFrameChg chg="mod">
          <ac:chgData name="Nicolas Cachanosky" userId="543990dc0ff5ce14" providerId="LiveId" clId="{8E4DE338-F192-4434-A2D2-74D62C08B308}" dt="2026-05-01T12:41:16.496" v="379" actId="5736"/>
          <ac:graphicFrameMkLst>
            <pc:docMk/>
            <pc:sldMk cId="592263345" sldId="323"/>
            <ac:graphicFrameMk id="10" creationId="{166312AD-B447-C1FB-E8D0-E65EBD162825}"/>
          </ac:graphicFrameMkLst>
        </pc:graphicFrameChg>
      </pc:sldChg>
      <pc:sldChg chg="addSp delSp modSp add mod">
        <pc:chgData name="Nicolas Cachanosky" userId="543990dc0ff5ce14" providerId="LiveId" clId="{8E4DE338-F192-4434-A2D2-74D62C08B308}" dt="2026-04-30T17:41:54.025" v="184" actId="5736"/>
        <pc:sldMkLst>
          <pc:docMk/>
          <pc:sldMk cId="971371452" sldId="328"/>
        </pc:sldMkLst>
        <pc:graphicFrameChg chg="mod">
          <ac:chgData name="Nicolas Cachanosky" userId="543990dc0ff5ce14" providerId="LiveId" clId="{8E4DE338-F192-4434-A2D2-74D62C08B308}" dt="2026-04-30T17:41:54.025" v="184" actId="5736"/>
          <ac:graphicFrameMkLst>
            <pc:docMk/>
            <pc:sldMk cId="971371452" sldId="328"/>
            <ac:graphicFrameMk id="5" creationId="{14C592C5-5CEA-149E-21FB-88592B4B7B42}"/>
          </ac:graphicFrameMkLst>
        </pc:graphicFrameChg>
      </pc:sldChg>
      <pc:sldChg chg="modSp add mod ord">
        <pc:chgData name="Nicolas Cachanosky" userId="543990dc0ff5ce14" providerId="LiveId" clId="{8E4DE338-F192-4434-A2D2-74D62C08B308}" dt="2026-05-04T14:44:52.406" v="409"/>
        <pc:sldMkLst>
          <pc:docMk/>
          <pc:sldMk cId="3321949602" sldId="329"/>
        </pc:sldMkLst>
        <pc:spChg chg="mod">
          <ac:chgData name="Nicolas Cachanosky" userId="543990dc0ff5ce14" providerId="LiveId" clId="{8E4DE338-F192-4434-A2D2-74D62C08B308}" dt="2026-05-04T14:44:09.613" v="404" actId="20577"/>
          <ac:spMkLst>
            <pc:docMk/>
            <pc:sldMk cId="3321949602" sldId="329"/>
            <ac:spMk id="2" creationId="{4EE91A47-8E79-C2DC-87AE-5277B6223655}"/>
          </ac:spMkLst>
        </pc:spChg>
        <pc:spChg chg="mod">
          <ac:chgData name="Nicolas Cachanosky" userId="543990dc0ff5ce14" providerId="LiveId" clId="{8E4DE338-F192-4434-A2D2-74D62C08B308}" dt="2026-05-04T14:44:52.406" v="409"/>
          <ac:spMkLst>
            <pc:docMk/>
            <pc:sldMk cId="3321949602" sldId="329"/>
            <ac:spMk id="3" creationId="{8FFA9062-2955-644D-0453-AE5FE204811E}"/>
          </ac:spMkLst>
        </pc:spChg>
      </pc:sldChg>
      <pc:sldChg chg="addSp delSp modSp add mod">
        <pc:chgData name="Nicolas Cachanosky" userId="543990dc0ff5ce14" providerId="LiveId" clId="{8E4DE338-F192-4434-A2D2-74D62C08B308}" dt="2026-05-01T12:35:49.226" v="242" actId="478"/>
        <pc:sldMkLst>
          <pc:docMk/>
          <pc:sldMk cId="4048726865" sldId="330"/>
        </pc:sldMkLst>
        <pc:spChg chg="mod">
          <ac:chgData name="Nicolas Cachanosky" userId="543990dc0ff5ce14" providerId="LiveId" clId="{8E4DE338-F192-4434-A2D2-74D62C08B308}" dt="2026-05-01T12:33:59.603" v="239" actId="20577"/>
          <ac:spMkLst>
            <pc:docMk/>
            <pc:sldMk cId="4048726865" sldId="330"/>
            <ac:spMk id="37" creationId="{DF939082-34A8-E8EE-4ABB-D70C62E70B08}"/>
          </ac:spMkLst>
        </pc:spChg>
        <pc:cxnChg chg="mod">
          <ac:chgData name="Nicolas Cachanosky" userId="543990dc0ff5ce14" providerId="LiveId" clId="{8E4DE338-F192-4434-A2D2-74D62C08B308}" dt="2026-05-01T12:33:45.089" v="237" actId="1076"/>
          <ac:cxnSpMkLst>
            <pc:docMk/>
            <pc:sldMk cId="4048726865" sldId="330"/>
            <ac:cxnSpMk id="9" creationId="{E0870814-D76B-AD18-6CC5-2A2278AF945D}"/>
          </ac:cxnSpMkLst>
        </pc:cxnChg>
      </pc:sldChg>
      <pc:sldChg chg="addSp delSp modSp add mod">
        <pc:chgData name="Nicolas Cachanosky" userId="543990dc0ff5ce14" providerId="LiveId" clId="{8E4DE338-F192-4434-A2D2-74D62C08B308}" dt="2026-05-01T12:23:16.140" v="223" actId="1076"/>
        <pc:sldMkLst>
          <pc:docMk/>
          <pc:sldMk cId="137931181" sldId="332"/>
        </pc:sldMkLst>
        <pc:picChg chg="mod">
          <ac:chgData name="Nicolas Cachanosky" userId="543990dc0ff5ce14" providerId="LiveId" clId="{8E4DE338-F192-4434-A2D2-74D62C08B308}" dt="2026-05-01T12:23:16.140" v="223" actId="1076"/>
          <ac:picMkLst>
            <pc:docMk/>
            <pc:sldMk cId="137931181" sldId="332"/>
            <ac:picMk id="1026" creationId="{3FA0E5E4-334A-74E6-FC29-4A92683AE583}"/>
          </ac:picMkLst>
        </pc:picChg>
      </pc:sldChg>
      <pc:sldChg chg="modSp add mod">
        <pc:chgData name="Nicolas Cachanosky" userId="543990dc0ff5ce14" providerId="LiveId" clId="{8E4DE338-F192-4434-A2D2-74D62C08B308}" dt="2026-05-01T13:07:14.325" v="394" actId="5736"/>
        <pc:sldMkLst>
          <pc:docMk/>
          <pc:sldMk cId="1573984772" sldId="333"/>
        </pc:sldMkLst>
        <pc:graphicFrameChg chg="mod">
          <ac:chgData name="Nicolas Cachanosky" userId="543990dc0ff5ce14" providerId="LiveId" clId="{8E4DE338-F192-4434-A2D2-74D62C08B308}" dt="2026-05-01T13:07:14.325" v="394" actId="5736"/>
          <ac:graphicFrameMkLst>
            <pc:docMk/>
            <pc:sldMk cId="1573984772" sldId="333"/>
            <ac:graphicFrameMk id="8" creationId="{32EFDC06-3406-E85B-9A04-17D0A06DA89F}"/>
          </ac:graphicFrameMkLst>
        </pc:graphicFrameChg>
      </pc:sldChg>
      <pc:sldChg chg="modSp add mod ord">
        <pc:chgData name="Nicolas Cachanosky" userId="543990dc0ff5ce14" providerId="LiveId" clId="{8E4DE338-F192-4434-A2D2-74D62C08B308}" dt="2026-05-04T14:45:10.340" v="431" actId="20577"/>
        <pc:sldMkLst>
          <pc:docMk/>
          <pc:sldMk cId="1770497363" sldId="334"/>
        </pc:sldMkLst>
        <pc:spChg chg="mod">
          <ac:chgData name="Nicolas Cachanosky" userId="543990dc0ff5ce14" providerId="LiveId" clId="{8E4DE338-F192-4434-A2D2-74D62C08B308}" dt="2026-05-04T14:44:13.664" v="405" actId="20577"/>
          <ac:spMkLst>
            <pc:docMk/>
            <pc:sldMk cId="1770497363" sldId="334"/>
            <ac:spMk id="2" creationId="{D6CDF444-52AF-E8DE-F293-4B0D61797AC8}"/>
          </ac:spMkLst>
        </pc:spChg>
        <pc:spChg chg="mod">
          <ac:chgData name="Nicolas Cachanosky" userId="543990dc0ff5ce14" providerId="LiveId" clId="{8E4DE338-F192-4434-A2D2-74D62C08B308}" dt="2026-05-04T14:45:10.340" v="431" actId="20577"/>
          <ac:spMkLst>
            <pc:docMk/>
            <pc:sldMk cId="1770497363" sldId="334"/>
            <ac:spMk id="3" creationId="{2D4B8672-6C4E-2213-075B-C692A3C27EDB}"/>
          </ac:spMkLst>
        </pc:spChg>
      </pc:sldChg>
      <pc:sldChg chg="addSp delSp modSp add mod">
        <pc:chgData name="Nicolas Cachanosky" userId="543990dc0ff5ce14" providerId="LiveId" clId="{8E4DE338-F192-4434-A2D2-74D62C08B308}" dt="2026-05-04T21:41:29.231" v="843" actId="478"/>
        <pc:sldMkLst>
          <pc:docMk/>
          <pc:sldMk cId="3564435944" sldId="348"/>
        </pc:sldMkLst>
        <pc:spChg chg="mod">
          <ac:chgData name="Nicolas Cachanosky" userId="543990dc0ff5ce14" providerId="LiveId" clId="{8E4DE338-F192-4434-A2D2-74D62C08B308}" dt="2026-05-04T14:48:36.106" v="447" actId="1076"/>
          <ac:spMkLst>
            <pc:docMk/>
            <pc:sldMk cId="3564435944" sldId="348"/>
            <ac:spMk id="8" creationId="{F4318FAE-121E-7CE0-5033-1DAC3B5916A0}"/>
          </ac:spMkLst>
        </pc:spChg>
        <pc:spChg chg="mod">
          <ac:chgData name="Nicolas Cachanosky" userId="543990dc0ff5ce14" providerId="LiveId" clId="{8E4DE338-F192-4434-A2D2-74D62C08B308}" dt="2026-05-04T14:48:36.106" v="447" actId="1076"/>
          <ac:spMkLst>
            <pc:docMk/>
            <pc:sldMk cId="3564435944" sldId="348"/>
            <ac:spMk id="9" creationId="{03B2ACD8-60C5-F32F-D713-153DF911317B}"/>
          </ac:spMkLst>
        </pc:spChg>
        <pc:spChg chg="mod">
          <ac:chgData name="Nicolas Cachanosky" userId="543990dc0ff5ce14" providerId="LiveId" clId="{8E4DE338-F192-4434-A2D2-74D62C08B308}" dt="2026-05-04T14:48:36.106" v="447" actId="1076"/>
          <ac:spMkLst>
            <pc:docMk/>
            <pc:sldMk cId="3564435944" sldId="348"/>
            <ac:spMk id="10" creationId="{DB39F73E-697F-15A5-D0A3-760443293E70}"/>
          </ac:spMkLst>
        </pc:spChg>
        <pc:spChg chg="mod">
          <ac:chgData name="Nicolas Cachanosky" userId="543990dc0ff5ce14" providerId="LiveId" clId="{8E4DE338-F192-4434-A2D2-74D62C08B308}" dt="2026-05-04T14:48:36.106" v="447" actId="1076"/>
          <ac:spMkLst>
            <pc:docMk/>
            <pc:sldMk cId="3564435944" sldId="348"/>
            <ac:spMk id="11" creationId="{ADD82813-2FA6-376B-DEF7-0C9E1D2C0EC5}"/>
          </ac:spMkLst>
        </pc:spChg>
        <pc:spChg chg="mod">
          <ac:chgData name="Nicolas Cachanosky" userId="543990dc0ff5ce14" providerId="LiveId" clId="{8E4DE338-F192-4434-A2D2-74D62C08B308}" dt="2026-05-04T14:48:36.106" v="447" actId="1076"/>
          <ac:spMkLst>
            <pc:docMk/>
            <pc:sldMk cId="3564435944" sldId="348"/>
            <ac:spMk id="12" creationId="{C8F96DE3-6976-A260-9D0B-FCE9B14E7338}"/>
          </ac:spMkLst>
        </pc:spChg>
        <pc:spChg chg="mod">
          <ac:chgData name="Nicolas Cachanosky" userId="543990dc0ff5ce14" providerId="LiveId" clId="{8E4DE338-F192-4434-A2D2-74D62C08B308}" dt="2026-05-04T14:48:36.106" v="447" actId="1076"/>
          <ac:spMkLst>
            <pc:docMk/>
            <pc:sldMk cId="3564435944" sldId="348"/>
            <ac:spMk id="13" creationId="{1EC33FB3-E949-2130-6AA0-09F9D50AF5F4}"/>
          </ac:spMkLst>
        </pc:spChg>
        <pc:spChg chg="mod">
          <ac:chgData name="Nicolas Cachanosky" userId="543990dc0ff5ce14" providerId="LiveId" clId="{8E4DE338-F192-4434-A2D2-74D62C08B308}" dt="2026-05-04T14:48:40.534" v="448" actId="1076"/>
          <ac:spMkLst>
            <pc:docMk/>
            <pc:sldMk cId="3564435944" sldId="348"/>
            <ac:spMk id="14" creationId="{65F5A1EE-9EC2-E5BD-2EAC-FCFAF659E300}"/>
          </ac:spMkLst>
        </pc:spChg>
        <pc:spChg chg="mod">
          <ac:chgData name="Nicolas Cachanosky" userId="543990dc0ff5ce14" providerId="LiveId" clId="{8E4DE338-F192-4434-A2D2-74D62C08B308}" dt="2026-05-04T14:48:40.534" v="448" actId="1076"/>
          <ac:spMkLst>
            <pc:docMk/>
            <pc:sldMk cId="3564435944" sldId="348"/>
            <ac:spMk id="15" creationId="{DB4AEA99-63C6-5313-78EE-3B462AD48D97}"/>
          </ac:spMkLst>
        </pc:spChg>
        <pc:spChg chg="mod">
          <ac:chgData name="Nicolas Cachanosky" userId="543990dc0ff5ce14" providerId="LiveId" clId="{8E4DE338-F192-4434-A2D2-74D62C08B308}" dt="2026-05-04T14:48:40.534" v="448" actId="1076"/>
          <ac:spMkLst>
            <pc:docMk/>
            <pc:sldMk cId="3564435944" sldId="348"/>
            <ac:spMk id="16" creationId="{81CFACB1-ED7B-670B-69F0-902586BFDBCA}"/>
          </ac:spMkLst>
        </pc:spChg>
        <pc:spChg chg="mod">
          <ac:chgData name="Nicolas Cachanosky" userId="543990dc0ff5ce14" providerId="LiveId" clId="{8E4DE338-F192-4434-A2D2-74D62C08B308}" dt="2026-05-04T14:48:40.534" v="448" actId="1076"/>
          <ac:spMkLst>
            <pc:docMk/>
            <pc:sldMk cId="3564435944" sldId="348"/>
            <ac:spMk id="17" creationId="{A3A53674-607A-E912-0113-5FA231341A72}"/>
          </ac:spMkLst>
        </pc:spChg>
        <pc:spChg chg="mod">
          <ac:chgData name="Nicolas Cachanosky" userId="543990dc0ff5ce14" providerId="LiveId" clId="{8E4DE338-F192-4434-A2D2-74D62C08B308}" dt="2026-05-04T14:48:40.534" v="448" actId="1076"/>
          <ac:spMkLst>
            <pc:docMk/>
            <pc:sldMk cId="3564435944" sldId="348"/>
            <ac:spMk id="18" creationId="{A588CE4D-1C19-C98B-A695-EB731FFE2AD0}"/>
          </ac:spMkLst>
        </pc:spChg>
        <pc:spChg chg="mod">
          <ac:chgData name="Nicolas Cachanosky" userId="543990dc0ff5ce14" providerId="LiveId" clId="{8E4DE338-F192-4434-A2D2-74D62C08B308}" dt="2026-05-04T14:48:40.534" v="448" actId="1076"/>
          <ac:spMkLst>
            <pc:docMk/>
            <pc:sldMk cId="3564435944" sldId="348"/>
            <ac:spMk id="19" creationId="{0881D753-EF00-5678-BCEB-5B74F5E0807E}"/>
          </ac:spMkLst>
        </pc:spChg>
      </pc:sldChg>
      <pc:sldChg chg="add">
        <pc:chgData name="Nicolas Cachanosky" userId="543990dc0ff5ce14" providerId="LiveId" clId="{8E4DE338-F192-4434-A2D2-74D62C08B308}" dt="2026-05-04T14:47:15.226" v="436"/>
        <pc:sldMkLst>
          <pc:docMk/>
          <pc:sldMk cId="1455864168" sldId="352"/>
        </pc:sldMkLst>
      </pc:sldChg>
      <pc:sldChg chg="delSp add mod">
        <pc:chgData name="Nicolas Cachanosky" userId="543990dc0ff5ce14" providerId="LiveId" clId="{8E4DE338-F192-4434-A2D2-74D62C08B308}" dt="2026-05-04T14:56:05.565" v="479" actId="478"/>
        <pc:sldMkLst>
          <pc:docMk/>
          <pc:sldMk cId="4043022963" sldId="353"/>
        </pc:sldMkLst>
      </pc:sldChg>
      <pc:sldChg chg="modSp add mod">
        <pc:chgData name="Nicolas Cachanosky" userId="543990dc0ff5ce14" providerId="LiveId" clId="{8E4DE338-F192-4434-A2D2-74D62C08B308}" dt="2026-05-04T15:16:02.376" v="842" actId="5736"/>
        <pc:sldMkLst>
          <pc:docMk/>
          <pc:sldMk cId="3290024091" sldId="356"/>
        </pc:sldMkLst>
        <pc:graphicFrameChg chg="mod">
          <ac:chgData name="Nicolas Cachanosky" userId="543990dc0ff5ce14" providerId="LiveId" clId="{8E4DE338-F192-4434-A2D2-74D62C08B308}" dt="2026-05-04T15:16:02.376" v="842" actId="5736"/>
          <ac:graphicFrameMkLst>
            <pc:docMk/>
            <pc:sldMk cId="3290024091" sldId="356"/>
            <ac:graphicFrameMk id="8" creationId="{D76463EA-A480-E9BD-77FB-15E0BC3D0640}"/>
          </ac:graphicFrameMkLst>
        </pc:graphicFrameChg>
      </pc:sldChg>
      <pc:sldChg chg="addSp delSp modSp add mod">
        <pc:chgData name="Nicolas Cachanosky" userId="543990dc0ff5ce14" providerId="LiveId" clId="{8E4DE338-F192-4434-A2D2-74D62C08B308}" dt="2026-05-04T14:58:51.239" v="526" actId="5736"/>
        <pc:sldMkLst>
          <pc:docMk/>
          <pc:sldMk cId="1807338168" sldId="361"/>
        </pc:sldMkLst>
        <pc:spChg chg="mod">
          <ac:chgData name="Nicolas Cachanosky" userId="543990dc0ff5ce14" providerId="LiveId" clId="{8E4DE338-F192-4434-A2D2-74D62C08B308}" dt="2026-05-04T14:58:51.239" v="526" actId="5736"/>
          <ac:spMkLst>
            <pc:docMk/>
            <pc:sldMk cId="1807338168" sldId="361"/>
            <ac:spMk id="12" creationId="{E15E2D16-408B-3FF4-8386-62E73D46A551}"/>
          </ac:spMkLst>
        </pc:spChg>
        <pc:spChg chg="mod">
          <ac:chgData name="Nicolas Cachanosky" userId="543990dc0ff5ce14" providerId="LiveId" clId="{8E4DE338-F192-4434-A2D2-74D62C08B308}" dt="2026-05-04T14:58:51.239" v="526" actId="5736"/>
          <ac:spMkLst>
            <pc:docMk/>
            <pc:sldMk cId="1807338168" sldId="361"/>
            <ac:spMk id="13" creationId="{11B4E2BA-AEB0-EA2B-7349-44F1AAA6FD5C}"/>
          </ac:spMkLst>
        </pc:spChg>
        <pc:spChg chg="mod">
          <ac:chgData name="Nicolas Cachanosky" userId="543990dc0ff5ce14" providerId="LiveId" clId="{8E4DE338-F192-4434-A2D2-74D62C08B308}" dt="2026-05-04T14:58:51.239" v="526" actId="5736"/>
          <ac:spMkLst>
            <pc:docMk/>
            <pc:sldMk cId="1807338168" sldId="361"/>
            <ac:spMk id="14" creationId="{F4BA1131-6211-A13D-BB45-2FDA0D99E3CA}"/>
          </ac:spMkLst>
        </pc:spChg>
        <pc:spChg chg="mod">
          <ac:chgData name="Nicolas Cachanosky" userId="543990dc0ff5ce14" providerId="LiveId" clId="{8E4DE338-F192-4434-A2D2-74D62C08B308}" dt="2026-05-04T14:58:51.239" v="526" actId="5736"/>
          <ac:spMkLst>
            <pc:docMk/>
            <pc:sldMk cId="1807338168" sldId="361"/>
            <ac:spMk id="15" creationId="{6E8E86C0-CB65-DEF8-E28D-83DA34B1DE5F}"/>
          </ac:spMkLst>
        </pc:spChg>
        <pc:spChg chg="mod">
          <ac:chgData name="Nicolas Cachanosky" userId="543990dc0ff5ce14" providerId="LiveId" clId="{8E4DE338-F192-4434-A2D2-74D62C08B308}" dt="2026-05-04T14:58:51.239" v="526" actId="5736"/>
          <ac:spMkLst>
            <pc:docMk/>
            <pc:sldMk cId="1807338168" sldId="361"/>
            <ac:spMk id="16" creationId="{8CF49B2C-98E4-0959-2C03-D4287EAFE775}"/>
          </ac:spMkLst>
        </pc:spChg>
        <pc:graphicFrameChg chg="mod">
          <ac:chgData name="Nicolas Cachanosky" userId="543990dc0ff5ce14" providerId="LiveId" clId="{8E4DE338-F192-4434-A2D2-74D62C08B308}" dt="2026-05-04T14:57:15.499" v="512" actId="14100"/>
          <ac:graphicFrameMkLst>
            <pc:docMk/>
            <pc:sldMk cId="1807338168" sldId="361"/>
            <ac:graphicFrameMk id="9" creationId="{57A8049C-4396-97C3-B98F-4F0D6295E6A7}"/>
          </ac:graphicFrameMkLst>
        </pc:graphicFrameChg>
        <pc:picChg chg="mod">
          <ac:chgData name="Nicolas Cachanosky" userId="543990dc0ff5ce14" providerId="LiveId" clId="{8E4DE338-F192-4434-A2D2-74D62C08B308}" dt="2026-05-04T14:58:51.239" v="526" actId="5736"/>
          <ac:picMkLst>
            <pc:docMk/>
            <pc:sldMk cId="1807338168" sldId="361"/>
            <ac:picMk id="1026" creationId="{9CE8B0C9-7076-77C6-F7D7-47B6B0C0CD0B}"/>
          </ac:picMkLst>
        </pc:picChg>
        <pc:picChg chg="mod">
          <ac:chgData name="Nicolas Cachanosky" userId="543990dc0ff5ce14" providerId="LiveId" clId="{8E4DE338-F192-4434-A2D2-74D62C08B308}" dt="2026-05-04T14:58:51.239" v="526" actId="5736"/>
          <ac:picMkLst>
            <pc:docMk/>
            <pc:sldMk cId="1807338168" sldId="361"/>
            <ac:picMk id="1028" creationId="{7AAD25C0-D79A-409D-E887-E2DB6FCFFA06}"/>
          </ac:picMkLst>
        </pc:picChg>
        <pc:picChg chg="mod">
          <ac:chgData name="Nicolas Cachanosky" userId="543990dc0ff5ce14" providerId="LiveId" clId="{8E4DE338-F192-4434-A2D2-74D62C08B308}" dt="2026-05-04T14:58:51.239" v="526" actId="5736"/>
          <ac:picMkLst>
            <pc:docMk/>
            <pc:sldMk cId="1807338168" sldId="361"/>
            <ac:picMk id="1030" creationId="{86F79114-C4E3-BF82-9CCC-D18C3173597A}"/>
          </ac:picMkLst>
        </pc:picChg>
        <pc:picChg chg="mod">
          <ac:chgData name="Nicolas Cachanosky" userId="543990dc0ff5ce14" providerId="LiveId" clId="{8E4DE338-F192-4434-A2D2-74D62C08B308}" dt="2026-05-04T14:58:51.239" v="526" actId="5736"/>
          <ac:picMkLst>
            <pc:docMk/>
            <pc:sldMk cId="1807338168" sldId="361"/>
            <ac:picMk id="1032" creationId="{979188D5-5C8C-9020-83A0-FCDC73547CFF}"/>
          </ac:picMkLst>
        </pc:picChg>
        <pc:picChg chg="mod">
          <ac:chgData name="Nicolas Cachanosky" userId="543990dc0ff5ce14" providerId="LiveId" clId="{8E4DE338-F192-4434-A2D2-74D62C08B308}" dt="2026-05-04T14:58:51.239" v="526" actId="5736"/>
          <ac:picMkLst>
            <pc:docMk/>
            <pc:sldMk cId="1807338168" sldId="361"/>
            <ac:picMk id="1034" creationId="{EAE8E207-BADC-2753-5C1E-16DCEBAA659C}"/>
          </ac:picMkLst>
        </pc:picChg>
      </pc:sldChg>
      <pc:sldChg chg="modSp add mod">
        <pc:chgData name="Nicolas Cachanosky" userId="543990dc0ff5ce14" providerId="LiveId" clId="{8E4DE338-F192-4434-A2D2-74D62C08B308}" dt="2026-05-04T15:00:50.588" v="564" actId="404"/>
        <pc:sldMkLst>
          <pc:docMk/>
          <pc:sldMk cId="102517057" sldId="365"/>
        </pc:sldMkLst>
        <pc:graphicFrameChg chg="modGraphic">
          <ac:chgData name="Nicolas Cachanosky" userId="543990dc0ff5ce14" providerId="LiveId" clId="{8E4DE338-F192-4434-A2D2-74D62C08B308}" dt="2026-05-04T15:00:50.588" v="564" actId="404"/>
          <ac:graphicFrameMkLst>
            <pc:docMk/>
            <pc:sldMk cId="102517057" sldId="365"/>
            <ac:graphicFrameMk id="6" creationId="{D4708DF1-E97E-E67F-D62B-B58796DCF242}"/>
          </ac:graphicFrameMkLst>
        </pc:graphicFrameChg>
      </pc:sldChg>
      <pc:sldChg chg="addSp delSp modSp add mod">
        <pc:chgData name="Nicolas Cachanosky" userId="543990dc0ff5ce14" providerId="LiveId" clId="{8E4DE338-F192-4434-A2D2-74D62C08B308}" dt="2026-05-04T15:00:28.050" v="563" actId="5736"/>
        <pc:sldMkLst>
          <pc:docMk/>
          <pc:sldMk cId="594124397" sldId="369"/>
        </pc:sldMkLst>
        <pc:spChg chg="mod">
          <ac:chgData name="Nicolas Cachanosky" userId="543990dc0ff5ce14" providerId="LiveId" clId="{8E4DE338-F192-4434-A2D2-74D62C08B308}" dt="2026-05-04T15:00:28.050" v="563" actId="5736"/>
          <ac:spMkLst>
            <pc:docMk/>
            <pc:sldMk cId="594124397" sldId="369"/>
            <ac:spMk id="12" creationId="{E15E2D16-408B-3FF4-8386-62E73D46A551}"/>
          </ac:spMkLst>
        </pc:spChg>
        <pc:spChg chg="mod">
          <ac:chgData name="Nicolas Cachanosky" userId="543990dc0ff5ce14" providerId="LiveId" clId="{8E4DE338-F192-4434-A2D2-74D62C08B308}" dt="2026-05-04T15:00:28.050" v="563" actId="5736"/>
          <ac:spMkLst>
            <pc:docMk/>
            <pc:sldMk cId="594124397" sldId="369"/>
            <ac:spMk id="13" creationId="{11B4E2BA-AEB0-EA2B-7349-44F1AAA6FD5C}"/>
          </ac:spMkLst>
        </pc:spChg>
        <pc:spChg chg="mod">
          <ac:chgData name="Nicolas Cachanosky" userId="543990dc0ff5ce14" providerId="LiveId" clId="{8E4DE338-F192-4434-A2D2-74D62C08B308}" dt="2026-05-04T15:00:28.050" v="563" actId="5736"/>
          <ac:spMkLst>
            <pc:docMk/>
            <pc:sldMk cId="594124397" sldId="369"/>
            <ac:spMk id="14" creationId="{F4BA1131-6211-A13D-BB45-2FDA0D99E3CA}"/>
          </ac:spMkLst>
        </pc:spChg>
        <pc:spChg chg="mod">
          <ac:chgData name="Nicolas Cachanosky" userId="543990dc0ff5ce14" providerId="LiveId" clId="{8E4DE338-F192-4434-A2D2-74D62C08B308}" dt="2026-05-04T15:00:28.050" v="563" actId="5736"/>
          <ac:spMkLst>
            <pc:docMk/>
            <pc:sldMk cId="594124397" sldId="369"/>
            <ac:spMk id="15" creationId="{6E8E86C0-CB65-DEF8-E28D-83DA34B1DE5F}"/>
          </ac:spMkLst>
        </pc:spChg>
        <pc:graphicFrameChg chg="mod">
          <ac:chgData name="Nicolas Cachanosky" userId="543990dc0ff5ce14" providerId="LiveId" clId="{8E4DE338-F192-4434-A2D2-74D62C08B308}" dt="2026-05-04T15:00:28.050" v="563" actId="5736"/>
          <ac:graphicFrameMkLst>
            <pc:docMk/>
            <pc:sldMk cId="594124397" sldId="369"/>
            <ac:graphicFrameMk id="9" creationId="{57A8049C-4396-97C3-B98F-4F0D6295E6A7}"/>
          </ac:graphicFrameMkLst>
        </pc:graphicFrameChg>
        <pc:picChg chg="mod">
          <ac:chgData name="Nicolas Cachanosky" userId="543990dc0ff5ce14" providerId="LiveId" clId="{8E4DE338-F192-4434-A2D2-74D62C08B308}" dt="2026-05-04T15:00:28.050" v="563" actId="5736"/>
          <ac:picMkLst>
            <pc:docMk/>
            <pc:sldMk cId="594124397" sldId="369"/>
            <ac:picMk id="2050" creationId="{2E9B1E2C-D9F9-C976-F6D5-943920B6B661}"/>
          </ac:picMkLst>
        </pc:picChg>
        <pc:picChg chg="mod">
          <ac:chgData name="Nicolas Cachanosky" userId="543990dc0ff5ce14" providerId="LiveId" clId="{8E4DE338-F192-4434-A2D2-74D62C08B308}" dt="2026-05-04T15:00:28.050" v="563" actId="5736"/>
          <ac:picMkLst>
            <pc:docMk/>
            <pc:sldMk cId="594124397" sldId="369"/>
            <ac:picMk id="2052" creationId="{6A6EC056-66E1-139A-805E-019EED343032}"/>
          </ac:picMkLst>
        </pc:picChg>
        <pc:picChg chg="mod">
          <ac:chgData name="Nicolas Cachanosky" userId="543990dc0ff5ce14" providerId="LiveId" clId="{8E4DE338-F192-4434-A2D2-74D62C08B308}" dt="2026-05-04T15:00:28.050" v="563" actId="5736"/>
          <ac:picMkLst>
            <pc:docMk/>
            <pc:sldMk cId="594124397" sldId="369"/>
            <ac:picMk id="2054" creationId="{F7C2B201-5333-9BD0-8DF5-F91D1689FB0C}"/>
          </ac:picMkLst>
        </pc:picChg>
        <pc:picChg chg="mod">
          <ac:chgData name="Nicolas Cachanosky" userId="543990dc0ff5ce14" providerId="LiveId" clId="{8E4DE338-F192-4434-A2D2-74D62C08B308}" dt="2026-05-04T15:00:28.050" v="563" actId="5736"/>
          <ac:picMkLst>
            <pc:docMk/>
            <pc:sldMk cId="594124397" sldId="369"/>
            <ac:picMk id="2056" creationId="{5044A95C-2273-71D2-893D-AD8DDF87F83D}"/>
          </ac:picMkLst>
        </pc:picChg>
      </pc:sldChg>
      <pc:sldChg chg="addSp delSp modSp add mod">
        <pc:chgData name="Nicolas Cachanosky" userId="543990dc0ff5ce14" providerId="LiveId" clId="{8E4DE338-F192-4434-A2D2-74D62C08B308}" dt="2026-05-04T15:15:48.282" v="841" actId="5736"/>
        <pc:sldMkLst>
          <pc:docMk/>
          <pc:sldMk cId="2352318895" sldId="373"/>
        </pc:sldMkLst>
        <pc:graphicFrameChg chg="mod modGraphic">
          <ac:chgData name="Nicolas Cachanosky" userId="543990dc0ff5ce14" providerId="LiveId" clId="{8E4DE338-F192-4434-A2D2-74D62C08B308}" dt="2026-05-04T15:15:48.282" v="841" actId="5736"/>
          <ac:graphicFrameMkLst>
            <pc:docMk/>
            <pc:sldMk cId="2352318895" sldId="373"/>
            <ac:graphicFrameMk id="8" creationId="{336CBD19-E291-5B5E-5FB1-305A5EE0C96E}"/>
          </ac:graphicFrameMkLst>
        </pc:graphicFrameChg>
      </pc:sldChg>
      <pc:sldChg chg="modSp add mod ord">
        <pc:chgData name="Nicolas Cachanosky" userId="543990dc0ff5ce14" providerId="LiveId" clId="{8E4DE338-F192-4434-A2D2-74D62C08B308}" dt="2026-05-04T22:02:24.162" v="850"/>
        <pc:sldMkLst>
          <pc:docMk/>
          <pc:sldMk cId="2502955332" sldId="374"/>
        </pc:sldMkLst>
        <pc:spChg chg="mod">
          <ac:chgData name="Nicolas Cachanosky" userId="543990dc0ff5ce14" providerId="LiveId" clId="{8E4DE338-F192-4434-A2D2-74D62C08B308}" dt="2026-05-04T22:02:02.284" v="847" actId="20577"/>
          <ac:spMkLst>
            <pc:docMk/>
            <pc:sldMk cId="2502955332" sldId="374"/>
            <ac:spMk id="2" creationId="{5DB606B9-D679-E0AA-F350-C03CD4FE21D1}"/>
          </ac:spMkLst>
        </pc:spChg>
        <pc:spChg chg="mod">
          <ac:chgData name="Nicolas Cachanosky" userId="543990dc0ff5ce14" providerId="LiveId" clId="{8E4DE338-F192-4434-A2D2-74D62C08B308}" dt="2026-05-04T22:02:24.162" v="850"/>
          <ac:spMkLst>
            <pc:docMk/>
            <pc:sldMk cId="2502955332" sldId="374"/>
            <ac:spMk id="3" creationId="{1BF38DA6-9545-E47E-8072-BEB554423268}"/>
          </ac:spMkLst>
        </pc:spChg>
      </pc:sldChg>
      <pc:sldChg chg="addSp delSp modSp add mod delAnim">
        <pc:chgData name="Nicolas Cachanosky" userId="543990dc0ff5ce14" providerId="LiveId" clId="{8E4DE338-F192-4434-A2D2-74D62C08B308}" dt="2026-05-05T16:55:10.459" v="1058" actId="1076"/>
        <pc:sldMkLst>
          <pc:docMk/>
          <pc:sldMk cId="2256434160" sldId="385"/>
        </pc:sldMkLst>
        <pc:spChg chg="mod">
          <ac:chgData name="Nicolas Cachanosky" userId="543990dc0ff5ce14" providerId="LiveId" clId="{8E4DE338-F192-4434-A2D2-74D62C08B308}" dt="2026-05-05T16:54:55.346" v="1055" actId="255"/>
          <ac:spMkLst>
            <pc:docMk/>
            <pc:sldMk cId="2256434160" sldId="385"/>
            <ac:spMk id="17" creationId="{3A72A187-B32C-6947-158B-7BD21119DABE}"/>
          </ac:spMkLst>
        </pc:spChg>
        <pc:spChg chg="mod">
          <ac:chgData name="Nicolas Cachanosky" userId="543990dc0ff5ce14" providerId="LiveId" clId="{8E4DE338-F192-4434-A2D2-74D62C08B308}" dt="2026-05-05T16:55:00.285" v="1056" actId="1076"/>
          <ac:spMkLst>
            <pc:docMk/>
            <pc:sldMk cId="2256434160" sldId="385"/>
            <ac:spMk id="18" creationId="{60D8B0CE-374B-C06E-5786-502FFB22A717}"/>
          </ac:spMkLst>
        </pc:spChg>
        <pc:spChg chg="mod">
          <ac:chgData name="Nicolas Cachanosky" userId="543990dc0ff5ce14" providerId="LiveId" clId="{8E4DE338-F192-4434-A2D2-74D62C08B308}" dt="2026-05-05T16:54:42.536" v="1053" actId="1076"/>
          <ac:spMkLst>
            <pc:docMk/>
            <pc:sldMk cId="2256434160" sldId="385"/>
            <ac:spMk id="29" creationId="{E76538E5-1A45-8EAA-6809-BA6F1448C4D8}"/>
          </ac:spMkLst>
        </pc:spChg>
        <pc:spChg chg="mod">
          <ac:chgData name="Nicolas Cachanosky" userId="543990dc0ff5ce14" providerId="LiveId" clId="{8E4DE338-F192-4434-A2D2-74D62C08B308}" dt="2026-05-05T16:54:42.536" v="1053" actId="1076"/>
          <ac:spMkLst>
            <pc:docMk/>
            <pc:sldMk cId="2256434160" sldId="385"/>
            <ac:spMk id="31" creationId="{6596B805-0DE4-52C5-DC16-E8362EF81FA8}"/>
          </ac:spMkLst>
        </pc:spChg>
        <pc:spChg chg="mod">
          <ac:chgData name="Nicolas Cachanosky" userId="543990dc0ff5ce14" providerId="LiveId" clId="{8E4DE338-F192-4434-A2D2-74D62C08B308}" dt="2026-05-05T16:54:42.536" v="1053" actId="1076"/>
          <ac:spMkLst>
            <pc:docMk/>
            <pc:sldMk cId="2256434160" sldId="385"/>
            <ac:spMk id="44" creationId="{4ADBD6EE-D57E-9C19-58CD-346C709931DB}"/>
          </ac:spMkLst>
        </pc:spChg>
        <pc:spChg chg="mod">
          <ac:chgData name="Nicolas Cachanosky" userId="543990dc0ff5ce14" providerId="LiveId" clId="{8E4DE338-F192-4434-A2D2-74D62C08B308}" dt="2026-05-05T16:55:10.459" v="1058" actId="1076"/>
          <ac:spMkLst>
            <pc:docMk/>
            <pc:sldMk cId="2256434160" sldId="385"/>
            <ac:spMk id="45" creationId="{2935642D-7FD2-7AC1-EED3-62782F37752C}"/>
          </ac:spMkLst>
        </pc:spChg>
        <pc:cxnChg chg="mod">
          <ac:chgData name="Nicolas Cachanosky" userId="543990dc0ff5ce14" providerId="LiveId" clId="{8E4DE338-F192-4434-A2D2-74D62C08B308}" dt="2026-05-05T16:54:42.536" v="1053" actId="1076"/>
          <ac:cxnSpMkLst>
            <pc:docMk/>
            <pc:sldMk cId="2256434160" sldId="385"/>
            <ac:cxnSpMk id="15" creationId="{63F077FF-BFC5-AC11-C0BA-5BFF0F619CF5}"/>
          </ac:cxnSpMkLst>
        </pc:cxnChg>
        <pc:cxnChg chg="mod">
          <ac:chgData name="Nicolas Cachanosky" userId="543990dc0ff5ce14" providerId="LiveId" clId="{8E4DE338-F192-4434-A2D2-74D62C08B308}" dt="2026-05-05T16:54:42.536" v="1053" actId="1076"/>
          <ac:cxnSpMkLst>
            <pc:docMk/>
            <pc:sldMk cId="2256434160" sldId="385"/>
            <ac:cxnSpMk id="16" creationId="{C6CCF0F3-2CB4-7F77-3859-7F9B9FDB978D}"/>
          </ac:cxnSpMkLst>
        </pc:cxnChg>
        <pc:cxnChg chg="mod">
          <ac:chgData name="Nicolas Cachanosky" userId="543990dc0ff5ce14" providerId="LiveId" clId="{8E4DE338-F192-4434-A2D2-74D62C08B308}" dt="2026-05-05T16:54:42.536" v="1053" actId="1076"/>
          <ac:cxnSpMkLst>
            <pc:docMk/>
            <pc:sldMk cId="2256434160" sldId="385"/>
            <ac:cxnSpMk id="20" creationId="{EE17B252-F3F6-9FB9-7AAC-B0DC01710736}"/>
          </ac:cxnSpMkLst>
        </pc:cxnChg>
        <pc:cxnChg chg="mod">
          <ac:chgData name="Nicolas Cachanosky" userId="543990dc0ff5ce14" providerId="LiveId" clId="{8E4DE338-F192-4434-A2D2-74D62C08B308}" dt="2026-05-05T16:55:10.459" v="1058" actId="1076"/>
          <ac:cxnSpMkLst>
            <pc:docMk/>
            <pc:sldMk cId="2256434160" sldId="385"/>
            <ac:cxnSpMk id="47" creationId="{48B8B6BC-6368-BADB-74E1-6643C24B6989}"/>
          </ac:cxnSpMkLst>
        </pc:cxnChg>
      </pc:sldChg>
      <pc:sldChg chg="modSp add">
        <pc:chgData name="Nicolas Cachanosky" userId="543990dc0ff5ce14" providerId="LiveId" clId="{8E4DE338-F192-4434-A2D2-74D62C08B308}" dt="2026-05-05T16:57:03.696" v="1063" actId="207"/>
        <pc:sldMkLst>
          <pc:docMk/>
          <pc:sldMk cId="3461856493" sldId="391"/>
        </pc:sldMkLst>
        <pc:graphicFrameChg chg="mod">
          <ac:chgData name="Nicolas Cachanosky" userId="543990dc0ff5ce14" providerId="LiveId" clId="{8E4DE338-F192-4434-A2D2-74D62C08B308}" dt="2026-05-05T16:57:03.696" v="1063" actId="207"/>
          <ac:graphicFrameMkLst>
            <pc:docMk/>
            <pc:sldMk cId="3461856493" sldId="391"/>
            <ac:graphicFrameMk id="10" creationId="{1BC97757-50D8-83A3-5553-C8778B5B7478}"/>
          </ac:graphicFrameMkLst>
        </pc:graphicFrameChg>
      </pc:sldChg>
      <pc:sldChg chg="modSp add mod">
        <pc:chgData name="Nicolas Cachanosky" userId="543990dc0ff5ce14" providerId="LiveId" clId="{8E4DE338-F192-4434-A2D2-74D62C08B308}" dt="2026-05-07T16:49:36.328" v="1466" actId="5736"/>
        <pc:sldMkLst>
          <pc:docMk/>
          <pc:sldMk cId="1925299455" sldId="401"/>
        </pc:sldMkLst>
        <pc:graphicFrameChg chg="mod">
          <ac:chgData name="Nicolas Cachanosky" userId="543990dc0ff5ce14" providerId="LiveId" clId="{8E4DE338-F192-4434-A2D2-74D62C08B308}" dt="2026-05-07T16:49:36.328" v="1466" actId="5736"/>
          <ac:graphicFrameMkLst>
            <pc:docMk/>
            <pc:sldMk cId="1925299455" sldId="401"/>
            <ac:graphicFrameMk id="10" creationId="{9ADC0D31-E0AA-46E0-E0DC-0DBFC75064CD}"/>
          </ac:graphicFrameMkLst>
        </pc:graphicFrameChg>
      </pc:sldChg>
      <pc:sldChg chg="add">
        <pc:chgData name="Nicolas Cachanosky" userId="543990dc0ff5ce14" providerId="LiveId" clId="{8E4DE338-F192-4434-A2D2-74D62C08B308}" dt="2026-05-04T22:05:40.848" v="860"/>
        <pc:sldMkLst>
          <pc:docMk/>
          <pc:sldMk cId="165711021" sldId="403"/>
        </pc:sldMkLst>
      </pc:sldChg>
      <pc:sldChg chg="modSp add">
        <pc:chgData name="Nicolas Cachanosky" userId="543990dc0ff5ce14" providerId="LiveId" clId="{8E4DE338-F192-4434-A2D2-74D62C08B308}" dt="2026-05-05T16:57:47.499" v="1065" actId="5736"/>
        <pc:sldMkLst>
          <pc:docMk/>
          <pc:sldMk cId="1756063176" sldId="404"/>
        </pc:sldMkLst>
        <pc:spChg chg="mod">
          <ac:chgData name="Nicolas Cachanosky" userId="543990dc0ff5ce14" providerId="LiveId" clId="{8E4DE338-F192-4434-A2D2-74D62C08B308}" dt="2026-05-05T16:57:47.499" v="1065" actId="5736"/>
          <ac:spMkLst>
            <pc:docMk/>
            <pc:sldMk cId="1756063176" sldId="404"/>
            <ac:spMk id="9" creationId="{C57D85DF-148E-6E13-9227-0331CA4E7A86}"/>
          </ac:spMkLst>
        </pc:spChg>
        <pc:graphicFrameChg chg="mod">
          <ac:chgData name="Nicolas Cachanosky" userId="543990dc0ff5ce14" providerId="LiveId" clId="{8E4DE338-F192-4434-A2D2-74D62C08B308}" dt="2026-05-05T16:57:47.499" v="1065" actId="5736"/>
          <ac:graphicFrameMkLst>
            <pc:docMk/>
            <pc:sldMk cId="1756063176" sldId="404"/>
            <ac:graphicFrameMk id="6" creationId="{00F846AE-9A9B-F31B-11E7-AC93ADB58755}"/>
          </ac:graphicFrameMkLst>
        </pc:graphicFrameChg>
        <pc:cxnChg chg="mod">
          <ac:chgData name="Nicolas Cachanosky" userId="543990dc0ff5ce14" providerId="LiveId" clId="{8E4DE338-F192-4434-A2D2-74D62C08B308}" dt="2026-05-05T16:57:47.499" v="1065" actId="5736"/>
          <ac:cxnSpMkLst>
            <pc:docMk/>
            <pc:sldMk cId="1756063176" sldId="404"/>
            <ac:cxnSpMk id="8" creationId="{39A9559D-48E8-5665-4D69-0045EA8A5E1D}"/>
          </ac:cxnSpMkLst>
        </pc:cxnChg>
      </pc:sldChg>
      <pc:sldChg chg="addSp delSp modSp add mod">
        <pc:chgData name="Nicolas Cachanosky" userId="543990dc0ff5ce14" providerId="LiveId" clId="{8E4DE338-F192-4434-A2D2-74D62C08B308}" dt="2026-05-05T16:58:02.994" v="1068" actId="1076"/>
        <pc:sldMkLst>
          <pc:docMk/>
          <pc:sldMk cId="3516104212" sldId="406"/>
        </pc:sldMkLst>
        <pc:graphicFrameChg chg="mod">
          <ac:chgData name="Nicolas Cachanosky" userId="543990dc0ff5ce14" providerId="LiveId" clId="{8E4DE338-F192-4434-A2D2-74D62C08B308}" dt="2026-05-05T16:58:02.994" v="1068" actId="1076"/>
          <ac:graphicFrameMkLst>
            <pc:docMk/>
            <pc:sldMk cId="3516104212" sldId="406"/>
            <ac:graphicFrameMk id="6" creationId="{71922297-87F7-9520-1744-42F6086346CB}"/>
          </ac:graphicFrameMkLst>
        </pc:graphicFrameChg>
      </pc:sldChg>
      <pc:sldChg chg="addSp delSp modSp add mod">
        <pc:chgData name="Nicolas Cachanosky" userId="543990dc0ff5ce14" providerId="LiveId" clId="{8E4DE338-F192-4434-A2D2-74D62C08B308}" dt="2026-05-05T17:30:34.177" v="1144" actId="478"/>
        <pc:sldMkLst>
          <pc:docMk/>
          <pc:sldMk cId="385983582" sldId="411"/>
        </pc:sldMkLst>
        <pc:spChg chg="mod">
          <ac:chgData name="Nicolas Cachanosky" userId="543990dc0ff5ce14" providerId="LiveId" clId="{8E4DE338-F192-4434-A2D2-74D62C08B308}" dt="2026-05-05T16:59:42.137" v="1081" actId="255"/>
          <ac:spMkLst>
            <pc:docMk/>
            <pc:sldMk cId="385983582" sldId="411"/>
            <ac:spMk id="8" creationId="{D8B6E2CD-7878-96B7-5D6B-B8B5DA46ABA6}"/>
          </ac:spMkLst>
        </pc:spChg>
        <pc:spChg chg="mod">
          <ac:chgData name="Nicolas Cachanosky" userId="543990dc0ff5ce14" providerId="LiveId" clId="{8E4DE338-F192-4434-A2D2-74D62C08B308}" dt="2026-05-05T17:00:35.171" v="1089" actId="12788"/>
          <ac:spMkLst>
            <pc:docMk/>
            <pc:sldMk cId="385983582" sldId="411"/>
            <ac:spMk id="9" creationId="{272483A7-F661-5141-FD19-FAE5C10DFA92}"/>
          </ac:spMkLst>
        </pc:spChg>
        <pc:spChg chg="mod">
          <ac:chgData name="Nicolas Cachanosky" userId="543990dc0ff5ce14" providerId="LiveId" clId="{8E4DE338-F192-4434-A2D2-74D62C08B308}" dt="2026-05-05T16:59:42.137" v="1081" actId="255"/>
          <ac:spMkLst>
            <pc:docMk/>
            <pc:sldMk cId="385983582" sldId="411"/>
            <ac:spMk id="10" creationId="{542B6668-F20B-2D55-961B-96400951BFE9}"/>
          </ac:spMkLst>
        </pc:spChg>
        <pc:spChg chg="mod">
          <ac:chgData name="Nicolas Cachanosky" userId="543990dc0ff5ce14" providerId="LiveId" clId="{8E4DE338-F192-4434-A2D2-74D62C08B308}" dt="2026-05-05T16:59:42.137" v="1081" actId="255"/>
          <ac:spMkLst>
            <pc:docMk/>
            <pc:sldMk cId="385983582" sldId="411"/>
            <ac:spMk id="11" creationId="{56F8511C-D67C-348A-AD1A-2260553EE9A1}"/>
          </ac:spMkLst>
        </pc:spChg>
        <pc:spChg chg="mod">
          <ac:chgData name="Nicolas Cachanosky" userId="543990dc0ff5ce14" providerId="LiveId" clId="{8E4DE338-F192-4434-A2D2-74D62C08B308}" dt="2026-05-05T17:00:07.446" v="1085" actId="255"/>
          <ac:spMkLst>
            <pc:docMk/>
            <pc:sldMk cId="385983582" sldId="411"/>
            <ac:spMk id="16" creationId="{920710E1-A048-9EE5-E337-58C8233B0D65}"/>
          </ac:spMkLst>
        </pc:spChg>
        <pc:spChg chg="mod">
          <ac:chgData name="Nicolas Cachanosky" userId="543990dc0ff5ce14" providerId="LiveId" clId="{8E4DE338-F192-4434-A2D2-74D62C08B308}" dt="2026-05-05T17:00:07.446" v="1085" actId="255"/>
          <ac:spMkLst>
            <pc:docMk/>
            <pc:sldMk cId="385983582" sldId="411"/>
            <ac:spMk id="17" creationId="{39AA32BD-FC4F-6843-52E1-BDE0DB6DF5B3}"/>
          </ac:spMkLst>
        </pc:spChg>
        <pc:spChg chg="mod">
          <ac:chgData name="Nicolas Cachanosky" userId="543990dc0ff5ce14" providerId="LiveId" clId="{8E4DE338-F192-4434-A2D2-74D62C08B308}" dt="2026-05-05T17:00:12.026" v="1086" actId="404"/>
          <ac:spMkLst>
            <pc:docMk/>
            <pc:sldMk cId="385983582" sldId="411"/>
            <ac:spMk id="18" creationId="{1D92A8DD-BB1D-EB64-3877-FBD2D093C0C9}"/>
          </ac:spMkLst>
        </pc:spChg>
        <pc:cxnChg chg="mod">
          <ac:chgData name="Nicolas Cachanosky" userId="543990dc0ff5ce14" providerId="LiveId" clId="{8E4DE338-F192-4434-A2D2-74D62C08B308}" dt="2026-05-05T17:00:35.171" v="1089" actId="12788"/>
          <ac:cxnSpMkLst>
            <pc:docMk/>
            <pc:sldMk cId="385983582" sldId="411"/>
            <ac:cxnSpMk id="15" creationId="{E82FB6F0-22DC-025B-2F70-E2D7CA39A316}"/>
          </ac:cxnSpMkLst>
        </pc:cxnChg>
      </pc:sldChg>
      <pc:sldChg chg="addSp delSp modSp add mod">
        <pc:chgData name="Nicolas Cachanosky" userId="543990dc0ff5ce14" providerId="LiveId" clId="{8E4DE338-F192-4434-A2D2-74D62C08B308}" dt="2026-05-05T17:30:36.627" v="1145" actId="478"/>
        <pc:sldMkLst>
          <pc:docMk/>
          <pc:sldMk cId="4128837570" sldId="412"/>
        </pc:sldMkLst>
        <pc:spChg chg="mod">
          <ac:chgData name="Nicolas Cachanosky" userId="543990dc0ff5ce14" providerId="LiveId" clId="{8E4DE338-F192-4434-A2D2-74D62C08B308}" dt="2026-05-05T16:59:51.589" v="1082" actId="255"/>
          <ac:spMkLst>
            <pc:docMk/>
            <pc:sldMk cId="4128837570" sldId="412"/>
            <ac:spMk id="8" creationId="{D8B6E2CD-7878-96B7-5D6B-B8B5DA46ABA6}"/>
          </ac:spMkLst>
        </pc:spChg>
        <pc:spChg chg="mod">
          <ac:chgData name="Nicolas Cachanosky" userId="543990dc0ff5ce14" providerId="LiveId" clId="{8E4DE338-F192-4434-A2D2-74D62C08B308}" dt="2026-05-05T17:00:54.057" v="1090" actId="12788"/>
          <ac:spMkLst>
            <pc:docMk/>
            <pc:sldMk cId="4128837570" sldId="412"/>
            <ac:spMk id="9" creationId="{272483A7-F661-5141-FD19-FAE5C10DFA92}"/>
          </ac:spMkLst>
        </pc:spChg>
        <pc:spChg chg="mod">
          <ac:chgData name="Nicolas Cachanosky" userId="543990dc0ff5ce14" providerId="LiveId" clId="{8E4DE338-F192-4434-A2D2-74D62C08B308}" dt="2026-05-05T16:59:51.589" v="1082" actId="255"/>
          <ac:spMkLst>
            <pc:docMk/>
            <pc:sldMk cId="4128837570" sldId="412"/>
            <ac:spMk id="10" creationId="{542B6668-F20B-2D55-961B-96400951BFE9}"/>
          </ac:spMkLst>
        </pc:spChg>
        <pc:spChg chg="mod">
          <ac:chgData name="Nicolas Cachanosky" userId="543990dc0ff5ce14" providerId="LiveId" clId="{8E4DE338-F192-4434-A2D2-74D62C08B308}" dt="2026-05-05T16:59:51.589" v="1082" actId="255"/>
          <ac:spMkLst>
            <pc:docMk/>
            <pc:sldMk cId="4128837570" sldId="412"/>
            <ac:spMk id="11" creationId="{56F8511C-D67C-348A-AD1A-2260553EE9A1}"/>
          </ac:spMkLst>
        </pc:spChg>
        <pc:spChg chg="mod">
          <ac:chgData name="Nicolas Cachanosky" userId="543990dc0ff5ce14" providerId="LiveId" clId="{8E4DE338-F192-4434-A2D2-74D62C08B308}" dt="2026-05-05T16:59:55.857" v="1083" actId="255"/>
          <ac:spMkLst>
            <pc:docMk/>
            <pc:sldMk cId="4128837570" sldId="412"/>
            <ac:spMk id="16" creationId="{920710E1-A048-9EE5-E337-58C8233B0D65}"/>
          </ac:spMkLst>
        </pc:spChg>
        <pc:spChg chg="mod">
          <ac:chgData name="Nicolas Cachanosky" userId="543990dc0ff5ce14" providerId="LiveId" clId="{8E4DE338-F192-4434-A2D2-74D62C08B308}" dt="2026-05-05T16:59:55.857" v="1083" actId="255"/>
          <ac:spMkLst>
            <pc:docMk/>
            <pc:sldMk cId="4128837570" sldId="412"/>
            <ac:spMk id="17" creationId="{39AA32BD-FC4F-6843-52E1-BDE0DB6DF5B3}"/>
          </ac:spMkLst>
        </pc:spChg>
        <pc:spChg chg="mod">
          <ac:chgData name="Nicolas Cachanosky" userId="543990dc0ff5ce14" providerId="LiveId" clId="{8E4DE338-F192-4434-A2D2-74D62C08B308}" dt="2026-05-05T17:00:01.155" v="1084" actId="255"/>
          <ac:spMkLst>
            <pc:docMk/>
            <pc:sldMk cId="4128837570" sldId="412"/>
            <ac:spMk id="18" creationId="{1D92A8DD-BB1D-EB64-3877-FBD2D093C0C9}"/>
          </ac:spMkLst>
        </pc:spChg>
        <pc:cxnChg chg="mod">
          <ac:chgData name="Nicolas Cachanosky" userId="543990dc0ff5ce14" providerId="LiveId" clId="{8E4DE338-F192-4434-A2D2-74D62C08B308}" dt="2026-05-05T17:00:54.057" v="1090" actId="12788"/>
          <ac:cxnSpMkLst>
            <pc:docMk/>
            <pc:sldMk cId="4128837570" sldId="412"/>
            <ac:cxnSpMk id="15" creationId="{E82FB6F0-22DC-025B-2F70-E2D7CA39A316}"/>
          </ac:cxnSpMkLst>
        </pc:cxnChg>
      </pc:sldChg>
      <pc:sldChg chg="delSp modSp add mod">
        <pc:chgData name="Nicolas Cachanosky" userId="543990dc0ff5ce14" providerId="LiveId" clId="{8E4DE338-F192-4434-A2D2-74D62C08B308}" dt="2026-05-07T16:11:00.541" v="1425" actId="5736"/>
        <pc:sldMkLst>
          <pc:docMk/>
          <pc:sldMk cId="617046579" sldId="414"/>
        </pc:sldMkLst>
        <pc:spChg chg="mod">
          <ac:chgData name="Nicolas Cachanosky" userId="543990dc0ff5ce14" providerId="LiveId" clId="{8E4DE338-F192-4434-A2D2-74D62C08B308}" dt="2026-05-07T16:10:49.303" v="1424" actId="1037"/>
          <ac:spMkLst>
            <pc:docMk/>
            <pc:sldMk cId="617046579" sldId="414"/>
            <ac:spMk id="2" creationId="{5B121BD8-EEF5-86AE-3303-18A1C21BC9EA}"/>
          </ac:spMkLst>
        </pc:spChg>
        <pc:spChg chg="mod">
          <ac:chgData name="Nicolas Cachanosky" userId="543990dc0ff5ce14" providerId="LiveId" clId="{8E4DE338-F192-4434-A2D2-74D62C08B308}" dt="2026-05-07T16:10:42.016" v="1419" actId="1036"/>
          <ac:spMkLst>
            <pc:docMk/>
            <pc:sldMk cId="617046579" sldId="414"/>
            <ac:spMk id="3" creationId="{C8D3EAFB-ED39-0ED4-9791-FA4E3254F4B2}"/>
          </ac:spMkLst>
        </pc:spChg>
        <pc:spChg chg="mod">
          <ac:chgData name="Nicolas Cachanosky" userId="543990dc0ff5ce14" providerId="LiveId" clId="{8E4DE338-F192-4434-A2D2-74D62C08B308}" dt="2026-05-07T16:10:25.758" v="1392" actId="1036"/>
          <ac:spMkLst>
            <pc:docMk/>
            <pc:sldMk cId="617046579" sldId="414"/>
            <ac:spMk id="4" creationId="{9D220AD2-6E84-04DF-5ECC-8E17877C427C}"/>
          </ac:spMkLst>
        </pc:spChg>
        <pc:spChg chg="mod">
          <ac:chgData name="Nicolas Cachanosky" userId="543990dc0ff5ce14" providerId="LiveId" clId="{8E4DE338-F192-4434-A2D2-74D62C08B308}" dt="2026-05-07T16:10:32.834" v="1407" actId="1036"/>
          <ac:spMkLst>
            <pc:docMk/>
            <pc:sldMk cId="617046579" sldId="414"/>
            <ac:spMk id="5" creationId="{F925C392-1B68-0E55-08F7-BAD5CFE6D552}"/>
          </ac:spMkLst>
        </pc:spChg>
        <pc:spChg chg="del">
          <ac:chgData name="Nicolas Cachanosky" userId="543990dc0ff5ce14" providerId="LiveId" clId="{8E4DE338-F192-4434-A2D2-74D62C08B308}" dt="2026-05-07T16:09:18.675" v="1339" actId="478"/>
          <ac:spMkLst>
            <pc:docMk/>
            <pc:sldMk cId="617046579" sldId="414"/>
            <ac:spMk id="6" creationId="{C05458DD-31B1-30BA-5F91-EE1B1FCAFBB0}"/>
          </ac:spMkLst>
        </pc:spChg>
        <pc:spChg chg="del">
          <ac:chgData name="Nicolas Cachanosky" userId="543990dc0ff5ce14" providerId="LiveId" clId="{8E4DE338-F192-4434-A2D2-74D62C08B308}" dt="2026-05-07T16:09:18.675" v="1339" actId="478"/>
          <ac:spMkLst>
            <pc:docMk/>
            <pc:sldMk cId="617046579" sldId="414"/>
            <ac:spMk id="7" creationId="{2C35F2D3-BB29-8B82-887D-7CFD63029D09}"/>
          </ac:spMkLst>
        </pc:spChg>
        <pc:graphicFrameChg chg="mod">
          <ac:chgData name="Nicolas Cachanosky" userId="543990dc0ff5ce14" providerId="LiveId" clId="{8E4DE338-F192-4434-A2D2-74D62C08B308}" dt="2026-05-07T16:11:00.541" v="1425" actId="5736"/>
          <ac:graphicFrameMkLst>
            <pc:docMk/>
            <pc:sldMk cId="617046579" sldId="414"/>
            <ac:graphicFrameMk id="10" creationId="{9ADC0D31-E0AA-46E0-E0DC-0DBFC75064CD}"/>
          </ac:graphicFrameMkLst>
        </pc:graphicFrameChg>
      </pc:sldChg>
      <pc:sldChg chg="add">
        <pc:chgData name="Nicolas Cachanosky" userId="543990dc0ff5ce14" providerId="LiveId" clId="{8E4DE338-F192-4434-A2D2-74D62C08B308}" dt="2026-05-04T22:06:02.834" v="863"/>
        <pc:sldMkLst>
          <pc:docMk/>
          <pc:sldMk cId="1212912754" sldId="415"/>
        </pc:sldMkLst>
      </pc:sldChg>
      <pc:sldChg chg="delSp add mod">
        <pc:chgData name="Nicolas Cachanosky" userId="543990dc0ff5ce14" providerId="LiveId" clId="{8E4DE338-F192-4434-A2D2-74D62C08B308}" dt="2026-05-05T20:57:31.021" v="1209" actId="478"/>
        <pc:sldMkLst>
          <pc:docMk/>
          <pc:sldMk cId="5490951" sldId="420"/>
        </pc:sldMkLst>
      </pc:sldChg>
      <pc:sldChg chg="addSp delSp modSp add mod">
        <pc:chgData name="Nicolas Cachanosky" userId="543990dc0ff5ce14" providerId="LiveId" clId="{8E4DE338-F192-4434-A2D2-74D62C08B308}" dt="2026-05-05T16:59:04.851" v="1076" actId="404"/>
        <pc:sldMkLst>
          <pc:docMk/>
          <pc:sldMk cId="2508646879" sldId="421"/>
        </pc:sldMkLst>
        <pc:spChg chg="mod">
          <ac:chgData name="Nicolas Cachanosky" userId="543990dc0ff5ce14" providerId="LiveId" clId="{8E4DE338-F192-4434-A2D2-74D62C08B308}" dt="2026-05-05T16:59:04.851" v="1076" actId="404"/>
          <ac:spMkLst>
            <pc:docMk/>
            <pc:sldMk cId="2508646879" sldId="421"/>
            <ac:spMk id="8" creationId="{E89F56DD-DD5F-C964-A689-9405E52654F8}"/>
          </ac:spMkLst>
        </pc:spChg>
        <pc:spChg chg="mod">
          <ac:chgData name="Nicolas Cachanosky" userId="543990dc0ff5ce14" providerId="LiveId" clId="{8E4DE338-F192-4434-A2D2-74D62C08B308}" dt="2026-05-05T16:59:04.851" v="1076" actId="404"/>
          <ac:spMkLst>
            <pc:docMk/>
            <pc:sldMk cId="2508646879" sldId="421"/>
            <ac:spMk id="9" creationId="{5B6CF06F-553A-8D59-C627-8B0DBDCD7C93}"/>
          </ac:spMkLst>
        </pc:spChg>
        <pc:spChg chg="mod">
          <ac:chgData name="Nicolas Cachanosky" userId="543990dc0ff5ce14" providerId="LiveId" clId="{8E4DE338-F192-4434-A2D2-74D62C08B308}" dt="2026-05-05T16:59:04.851" v="1076" actId="404"/>
          <ac:spMkLst>
            <pc:docMk/>
            <pc:sldMk cId="2508646879" sldId="421"/>
            <ac:spMk id="10" creationId="{C3FCBEB6-CEDE-6017-7ACC-C06449BF8BCB}"/>
          </ac:spMkLst>
        </pc:spChg>
        <pc:spChg chg="mod">
          <ac:chgData name="Nicolas Cachanosky" userId="543990dc0ff5ce14" providerId="LiveId" clId="{8E4DE338-F192-4434-A2D2-74D62C08B308}" dt="2026-05-05T16:59:04.851" v="1076" actId="404"/>
          <ac:spMkLst>
            <pc:docMk/>
            <pc:sldMk cId="2508646879" sldId="421"/>
            <ac:spMk id="11" creationId="{94E1BDA3-1C0E-5B99-EE15-93FF345A84A3}"/>
          </ac:spMkLst>
        </pc:spChg>
        <pc:spChg chg="mod">
          <ac:chgData name="Nicolas Cachanosky" userId="543990dc0ff5ce14" providerId="LiveId" clId="{8E4DE338-F192-4434-A2D2-74D62C08B308}" dt="2026-05-05T16:59:01.208" v="1075" actId="404"/>
          <ac:spMkLst>
            <pc:docMk/>
            <pc:sldMk cId="2508646879" sldId="421"/>
            <ac:spMk id="12" creationId="{BDB62EF4-9A60-0F2D-B3B7-E5ED27EAA6BF}"/>
          </ac:spMkLst>
        </pc:spChg>
        <pc:spChg chg="mod">
          <ac:chgData name="Nicolas Cachanosky" userId="543990dc0ff5ce14" providerId="LiveId" clId="{8E4DE338-F192-4434-A2D2-74D62C08B308}" dt="2026-05-05T16:59:01.208" v="1075" actId="404"/>
          <ac:spMkLst>
            <pc:docMk/>
            <pc:sldMk cId="2508646879" sldId="421"/>
            <ac:spMk id="13" creationId="{45A43409-8A52-1DB9-BE30-1D2CCC44A7E7}"/>
          </ac:spMkLst>
        </pc:spChg>
        <pc:spChg chg="mod">
          <ac:chgData name="Nicolas Cachanosky" userId="543990dc0ff5ce14" providerId="LiveId" clId="{8E4DE338-F192-4434-A2D2-74D62C08B308}" dt="2026-05-05T16:59:01.208" v="1075" actId="404"/>
          <ac:spMkLst>
            <pc:docMk/>
            <pc:sldMk cId="2508646879" sldId="421"/>
            <ac:spMk id="14" creationId="{747F7DC4-6C03-70B6-1680-9B5FAC77FFBF}"/>
          </ac:spMkLst>
        </pc:spChg>
        <pc:spChg chg="mod">
          <ac:chgData name="Nicolas Cachanosky" userId="543990dc0ff5ce14" providerId="LiveId" clId="{8E4DE338-F192-4434-A2D2-74D62C08B308}" dt="2026-05-05T16:59:01.208" v="1075" actId="404"/>
          <ac:spMkLst>
            <pc:docMk/>
            <pc:sldMk cId="2508646879" sldId="421"/>
            <ac:spMk id="15" creationId="{9688ABE0-5AF0-84CF-8B7C-16C0890615C2}"/>
          </ac:spMkLst>
        </pc:spChg>
        <pc:spChg chg="mod">
          <ac:chgData name="Nicolas Cachanosky" userId="543990dc0ff5ce14" providerId="LiveId" clId="{8E4DE338-F192-4434-A2D2-74D62C08B308}" dt="2026-05-05T16:58:16.269" v="1071" actId="207"/>
          <ac:spMkLst>
            <pc:docMk/>
            <pc:sldMk cId="2508646879" sldId="421"/>
            <ac:spMk id="20" creationId="{0493A3D3-D6A1-6507-E650-DF8DF3219FB9}"/>
          </ac:spMkLst>
        </pc:spChg>
        <pc:spChg chg="mod">
          <ac:chgData name="Nicolas Cachanosky" userId="543990dc0ff5ce14" providerId="LiveId" clId="{8E4DE338-F192-4434-A2D2-74D62C08B308}" dt="2026-05-05T16:58:16.269" v="1071" actId="207"/>
          <ac:spMkLst>
            <pc:docMk/>
            <pc:sldMk cId="2508646879" sldId="421"/>
            <ac:spMk id="21" creationId="{4FAFB489-48CC-2C56-9C5D-66DE947FCBEA}"/>
          </ac:spMkLst>
        </pc:spChg>
      </pc:sldChg>
      <pc:sldChg chg="addSp delSp modSp add mod">
        <pc:chgData name="Nicolas Cachanosky" userId="543990dc0ff5ce14" providerId="LiveId" clId="{8E4DE338-F192-4434-A2D2-74D62C08B308}" dt="2026-05-05T16:59:16.521" v="1078" actId="404"/>
        <pc:sldMkLst>
          <pc:docMk/>
          <pc:sldMk cId="1269981241" sldId="422"/>
        </pc:sldMkLst>
        <pc:spChg chg="mod">
          <ac:chgData name="Nicolas Cachanosky" userId="543990dc0ff5ce14" providerId="LiveId" clId="{8E4DE338-F192-4434-A2D2-74D62C08B308}" dt="2026-05-05T16:59:12.543" v="1077" actId="404"/>
          <ac:spMkLst>
            <pc:docMk/>
            <pc:sldMk cId="1269981241" sldId="422"/>
            <ac:spMk id="8" creationId="{E89F56DD-DD5F-C964-A689-9405E52654F8}"/>
          </ac:spMkLst>
        </pc:spChg>
        <pc:spChg chg="mod">
          <ac:chgData name="Nicolas Cachanosky" userId="543990dc0ff5ce14" providerId="LiveId" clId="{8E4DE338-F192-4434-A2D2-74D62C08B308}" dt="2026-05-05T16:59:12.543" v="1077" actId="404"/>
          <ac:spMkLst>
            <pc:docMk/>
            <pc:sldMk cId="1269981241" sldId="422"/>
            <ac:spMk id="9" creationId="{5B6CF06F-553A-8D59-C627-8B0DBDCD7C93}"/>
          </ac:spMkLst>
        </pc:spChg>
        <pc:spChg chg="mod">
          <ac:chgData name="Nicolas Cachanosky" userId="543990dc0ff5ce14" providerId="LiveId" clId="{8E4DE338-F192-4434-A2D2-74D62C08B308}" dt="2026-05-05T16:59:12.543" v="1077" actId="404"/>
          <ac:spMkLst>
            <pc:docMk/>
            <pc:sldMk cId="1269981241" sldId="422"/>
            <ac:spMk id="10" creationId="{C3FCBEB6-CEDE-6017-7ACC-C06449BF8BCB}"/>
          </ac:spMkLst>
        </pc:spChg>
        <pc:spChg chg="mod">
          <ac:chgData name="Nicolas Cachanosky" userId="543990dc0ff5ce14" providerId="LiveId" clId="{8E4DE338-F192-4434-A2D2-74D62C08B308}" dt="2026-05-05T16:59:12.543" v="1077" actId="404"/>
          <ac:spMkLst>
            <pc:docMk/>
            <pc:sldMk cId="1269981241" sldId="422"/>
            <ac:spMk id="11" creationId="{94E1BDA3-1C0E-5B99-EE15-93FF345A84A3}"/>
          </ac:spMkLst>
        </pc:spChg>
        <pc:spChg chg="mod">
          <ac:chgData name="Nicolas Cachanosky" userId="543990dc0ff5ce14" providerId="LiveId" clId="{8E4DE338-F192-4434-A2D2-74D62C08B308}" dt="2026-05-05T16:59:16.521" v="1078" actId="404"/>
          <ac:spMkLst>
            <pc:docMk/>
            <pc:sldMk cId="1269981241" sldId="422"/>
            <ac:spMk id="12" creationId="{BDB62EF4-9A60-0F2D-B3B7-E5ED27EAA6BF}"/>
          </ac:spMkLst>
        </pc:spChg>
        <pc:spChg chg="mod">
          <ac:chgData name="Nicolas Cachanosky" userId="543990dc0ff5ce14" providerId="LiveId" clId="{8E4DE338-F192-4434-A2D2-74D62C08B308}" dt="2026-05-05T16:59:16.521" v="1078" actId="404"/>
          <ac:spMkLst>
            <pc:docMk/>
            <pc:sldMk cId="1269981241" sldId="422"/>
            <ac:spMk id="13" creationId="{45A43409-8A52-1DB9-BE30-1D2CCC44A7E7}"/>
          </ac:spMkLst>
        </pc:spChg>
        <pc:spChg chg="mod">
          <ac:chgData name="Nicolas Cachanosky" userId="543990dc0ff5ce14" providerId="LiveId" clId="{8E4DE338-F192-4434-A2D2-74D62C08B308}" dt="2026-05-05T16:59:16.521" v="1078" actId="404"/>
          <ac:spMkLst>
            <pc:docMk/>
            <pc:sldMk cId="1269981241" sldId="422"/>
            <ac:spMk id="14" creationId="{747F7DC4-6C03-70B6-1680-9B5FAC77FFBF}"/>
          </ac:spMkLst>
        </pc:spChg>
        <pc:spChg chg="mod">
          <ac:chgData name="Nicolas Cachanosky" userId="543990dc0ff5ce14" providerId="LiveId" clId="{8E4DE338-F192-4434-A2D2-74D62C08B308}" dt="2026-05-05T16:59:16.521" v="1078" actId="404"/>
          <ac:spMkLst>
            <pc:docMk/>
            <pc:sldMk cId="1269981241" sldId="422"/>
            <ac:spMk id="15" creationId="{9688ABE0-5AF0-84CF-8B7C-16C0890615C2}"/>
          </ac:spMkLst>
        </pc:spChg>
        <pc:spChg chg="mod">
          <ac:chgData name="Nicolas Cachanosky" userId="543990dc0ff5ce14" providerId="LiveId" clId="{8E4DE338-F192-4434-A2D2-74D62C08B308}" dt="2026-05-05T16:58:30.610" v="1074" actId="207"/>
          <ac:spMkLst>
            <pc:docMk/>
            <pc:sldMk cId="1269981241" sldId="422"/>
            <ac:spMk id="20" creationId="{0493A3D3-D6A1-6507-E650-DF8DF3219FB9}"/>
          </ac:spMkLst>
        </pc:spChg>
        <pc:spChg chg="mod">
          <ac:chgData name="Nicolas Cachanosky" userId="543990dc0ff5ce14" providerId="LiveId" clId="{8E4DE338-F192-4434-A2D2-74D62C08B308}" dt="2026-05-05T16:58:30.610" v="1074" actId="207"/>
          <ac:spMkLst>
            <pc:docMk/>
            <pc:sldMk cId="1269981241" sldId="422"/>
            <ac:spMk id="21" creationId="{4FAFB489-48CC-2C56-9C5D-66DE947FCBEA}"/>
          </ac:spMkLst>
        </pc:spChg>
      </pc:sldChg>
      <pc:sldChg chg="delSp modSp add mod">
        <pc:chgData name="Nicolas Cachanosky" userId="543990dc0ff5ce14" providerId="LiveId" clId="{8E4DE338-F192-4434-A2D2-74D62C08B308}" dt="2026-05-05T17:32:13.829" v="1146" actId="478"/>
        <pc:sldMkLst>
          <pc:docMk/>
          <pc:sldMk cId="1027055522" sldId="427"/>
        </pc:sldMkLst>
        <pc:cxnChg chg="mod">
          <ac:chgData name="Nicolas Cachanosky" userId="543990dc0ff5ce14" providerId="LiveId" clId="{8E4DE338-F192-4434-A2D2-74D62C08B308}" dt="2026-05-05T17:02:20.438" v="1141" actId="14100"/>
          <ac:cxnSpMkLst>
            <pc:docMk/>
            <pc:sldMk cId="1027055522" sldId="427"/>
            <ac:cxnSpMk id="19" creationId="{187DE4AC-5607-CBFD-254E-2C3185F6E5B0}"/>
          </ac:cxnSpMkLst>
        </pc:cxnChg>
      </pc:sldChg>
      <pc:sldChg chg="add">
        <pc:chgData name="Nicolas Cachanosky" userId="543990dc0ff5ce14" providerId="LiveId" clId="{8E4DE338-F192-4434-A2D2-74D62C08B308}" dt="2026-05-04T22:06:24.003" v="865"/>
        <pc:sldMkLst>
          <pc:docMk/>
          <pc:sldMk cId="1107199542" sldId="430"/>
        </pc:sldMkLst>
      </pc:sldChg>
      <pc:sldChg chg="modSp add mod ord">
        <pc:chgData name="Nicolas Cachanosky" userId="543990dc0ff5ce14" providerId="LiveId" clId="{8E4DE338-F192-4434-A2D2-74D62C08B308}" dt="2026-05-05T19:56:45.557" v="1178" actId="20577"/>
        <pc:sldMkLst>
          <pc:docMk/>
          <pc:sldMk cId="65700440" sldId="431"/>
        </pc:sldMkLst>
        <pc:spChg chg="mod">
          <ac:chgData name="Nicolas Cachanosky" userId="543990dc0ff5ce14" providerId="LiveId" clId="{8E4DE338-F192-4434-A2D2-74D62C08B308}" dt="2026-05-05T19:56:32.849" v="1152" actId="20577"/>
          <ac:spMkLst>
            <pc:docMk/>
            <pc:sldMk cId="65700440" sldId="431"/>
            <ac:spMk id="2" creationId="{DC907D4E-4FD4-DCAD-0893-D839D6B0A131}"/>
          </ac:spMkLst>
        </pc:spChg>
        <pc:spChg chg="mod">
          <ac:chgData name="Nicolas Cachanosky" userId="543990dc0ff5ce14" providerId="LiveId" clId="{8E4DE338-F192-4434-A2D2-74D62C08B308}" dt="2026-05-05T19:56:45.557" v="1178" actId="20577"/>
          <ac:spMkLst>
            <pc:docMk/>
            <pc:sldMk cId="65700440" sldId="431"/>
            <ac:spMk id="3" creationId="{6CFCB608-9F36-9D56-DF37-EA6FAD583D9F}"/>
          </ac:spMkLst>
        </pc:spChg>
      </pc:sldChg>
      <pc:sldChg chg="delSp modSp add mod delAnim">
        <pc:chgData name="Nicolas Cachanosky" userId="543990dc0ff5ce14" providerId="LiveId" clId="{8E4DE338-F192-4434-A2D2-74D62C08B308}" dt="2026-05-06T22:08:26.346" v="1232" actId="5736"/>
        <pc:sldMkLst>
          <pc:docMk/>
          <pc:sldMk cId="391797672" sldId="432"/>
        </pc:sldMkLst>
        <pc:spChg chg="mod">
          <ac:chgData name="Nicolas Cachanosky" userId="543990dc0ff5ce14" providerId="LiveId" clId="{8E4DE338-F192-4434-A2D2-74D62C08B308}" dt="2026-05-06T22:08:26.346" v="1232" actId="5736"/>
          <ac:spMkLst>
            <pc:docMk/>
            <pc:sldMk cId="391797672" sldId="432"/>
            <ac:spMk id="6" creationId="{B504F0F5-CAA9-DD7F-E51C-3ED712550C3A}"/>
          </ac:spMkLst>
        </pc:spChg>
        <pc:graphicFrameChg chg="mod modGraphic">
          <ac:chgData name="Nicolas Cachanosky" userId="543990dc0ff5ce14" providerId="LiveId" clId="{8E4DE338-F192-4434-A2D2-74D62C08B308}" dt="2026-05-06T22:08:26.346" v="1232" actId="5736"/>
          <ac:graphicFrameMkLst>
            <pc:docMk/>
            <pc:sldMk cId="391797672" sldId="432"/>
            <ac:graphicFrameMk id="7" creationId="{4D085EFA-715E-1C4E-3689-02F0E92D42D6}"/>
          </ac:graphicFrameMkLst>
        </pc:graphicFrameChg>
        <pc:graphicFrameChg chg="mod modGraphic">
          <ac:chgData name="Nicolas Cachanosky" userId="543990dc0ff5ce14" providerId="LiveId" clId="{8E4DE338-F192-4434-A2D2-74D62C08B308}" dt="2026-05-06T22:08:26.346" v="1232" actId="5736"/>
          <ac:graphicFrameMkLst>
            <pc:docMk/>
            <pc:sldMk cId="391797672" sldId="432"/>
            <ac:graphicFrameMk id="8" creationId="{017A3D48-CFC0-929A-904F-31FA9137A9FA}"/>
          </ac:graphicFrameMkLst>
        </pc:graphicFrameChg>
        <pc:graphicFrameChg chg="mod modGraphic">
          <ac:chgData name="Nicolas Cachanosky" userId="543990dc0ff5ce14" providerId="LiveId" clId="{8E4DE338-F192-4434-A2D2-74D62C08B308}" dt="2026-05-06T22:08:26.346" v="1232" actId="5736"/>
          <ac:graphicFrameMkLst>
            <pc:docMk/>
            <pc:sldMk cId="391797672" sldId="432"/>
            <ac:graphicFrameMk id="9" creationId="{3A427B4F-C1B7-999F-7572-81E0D267CE3C}"/>
          </ac:graphicFrameMkLst>
        </pc:graphicFrameChg>
        <pc:graphicFrameChg chg="mod modGraphic">
          <ac:chgData name="Nicolas Cachanosky" userId="543990dc0ff5ce14" providerId="LiveId" clId="{8E4DE338-F192-4434-A2D2-74D62C08B308}" dt="2026-05-06T22:08:26.346" v="1232" actId="5736"/>
          <ac:graphicFrameMkLst>
            <pc:docMk/>
            <pc:sldMk cId="391797672" sldId="432"/>
            <ac:graphicFrameMk id="10" creationId="{9555DB14-1399-8AF9-9435-5D4690468C54}"/>
          </ac:graphicFrameMkLst>
        </pc:graphicFrameChg>
        <pc:graphicFrameChg chg="mod modGraphic">
          <ac:chgData name="Nicolas Cachanosky" userId="543990dc0ff5ce14" providerId="LiveId" clId="{8E4DE338-F192-4434-A2D2-74D62C08B308}" dt="2026-05-06T22:08:26.346" v="1232" actId="5736"/>
          <ac:graphicFrameMkLst>
            <pc:docMk/>
            <pc:sldMk cId="391797672" sldId="432"/>
            <ac:graphicFrameMk id="11" creationId="{6D3C9CB5-8E06-297E-63FA-C696B51E8709}"/>
          </ac:graphicFrameMkLst>
        </pc:graphicFrameChg>
        <pc:graphicFrameChg chg="mod modGraphic">
          <ac:chgData name="Nicolas Cachanosky" userId="543990dc0ff5ce14" providerId="LiveId" clId="{8E4DE338-F192-4434-A2D2-74D62C08B308}" dt="2026-05-06T22:08:26.346" v="1232" actId="5736"/>
          <ac:graphicFrameMkLst>
            <pc:docMk/>
            <pc:sldMk cId="391797672" sldId="432"/>
            <ac:graphicFrameMk id="12" creationId="{4A3BBD18-E4CF-7431-28BC-C24EBDF93A6B}"/>
          </ac:graphicFrameMkLst>
        </pc:graphicFrameChg>
      </pc:sldChg>
      <pc:sldChg chg="addSp modSp add mod">
        <pc:chgData name="Nicolas Cachanosky" userId="543990dc0ff5ce14" providerId="LiveId" clId="{8E4DE338-F192-4434-A2D2-74D62C08B308}" dt="2026-05-07T18:40:07.892" v="1515" actId="1076"/>
        <pc:sldMkLst>
          <pc:docMk/>
          <pc:sldMk cId="2590583722" sldId="439"/>
        </pc:sldMkLst>
        <pc:spChg chg="add mod">
          <ac:chgData name="Nicolas Cachanosky" userId="543990dc0ff5ce14" providerId="LiveId" clId="{8E4DE338-F192-4434-A2D2-74D62C08B308}" dt="2026-05-07T18:39:54.303" v="1506" actId="13822"/>
          <ac:spMkLst>
            <pc:docMk/>
            <pc:sldMk cId="2590583722" sldId="439"/>
            <ac:spMk id="3" creationId="{09299BFB-374F-CCF4-0D0A-9E93C58808FC}"/>
          </ac:spMkLst>
        </pc:spChg>
        <pc:spChg chg="mod">
          <ac:chgData name="Nicolas Cachanosky" userId="543990dc0ff5ce14" providerId="LiveId" clId="{8E4DE338-F192-4434-A2D2-74D62C08B308}" dt="2026-05-07T18:26:14.978" v="1482" actId="1076"/>
          <ac:spMkLst>
            <pc:docMk/>
            <pc:sldMk cId="2590583722" sldId="439"/>
            <ac:spMk id="5" creationId="{62081D9D-890F-4BC5-BCD6-93BDC6D9EB9F}"/>
          </ac:spMkLst>
        </pc:spChg>
        <pc:spChg chg="add mod">
          <ac:chgData name="Nicolas Cachanosky" userId="543990dc0ff5ce14" providerId="LiveId" clId="{8E4DE338-F192-4434-A2D2-74D62C08B308}" dt="2026-05-07T18:40:07.892" v="1515" actId="1076"/>
          <ac:spMkLst>
            <pc:docMk/>
            <pc:sldMk cId="2590583722" sldId="439"/>
            <ac:spMk id="6" creationId="{9EE21CE1-77E4-8359-D262-B3417F315872}"/>
          </ac:spMkLst>
        </pc:spChg>
      </pc:sldChg>
      <pc:sldChg chg="add">
        <pc:chgData name="Nicolas Cachanosky" userId="543990dc0ff5ce14" providerId="LiveId" clId="{8E4DE338-F192-4434-A2D2-74D62C08B308}" dt="2026-05-07T16:03:55.576" v="1244"/>
        <pc:sldMkLst>
          <pc:docMk/>
          <pc:sldMk cId="4194227460" sldId="440"/>
        </pc:sldMkLst>
      </pc:sldChg>
      <pc:sldChg chg="addSp delSp modSp add mod">
        <pc:chgData name="Nicolas Cachanosky" userId="543990dc0ff5ce14" providerId="LiveId" clId="{8E4DE338-F192-4434-A2D2-74D62C08B308}" dt="2026-05-05T20:57:09.495" v="1208" actId="478"/>
        <pc:sldMkLst>
          <pc:docMk/>
          <pc:sldMk cId="2180731946" sldId="441"/>
        </pc:sldMkLst>
      </pc:sldChg>
      <pc:sldChg chg="add">
        <pc:chgData name="Nicolas Cachanosky" userId="543990dc0ff5ce14" providerId="LiveId" clId="{8E4DE338-F192-4434-A2D2-74D62C08B308}" dt="2026-05-07T17:10:05.913" v="1475"/>
        <pc:sldMkLst>
          <pc:docMk/>
          <pc:sldMk cId="3732831878" sldId="442"/>
        </pc:sldMkLst>
      </pc:sldChg>
      <pc:sldChg chg="addSp delSp modSp add mod">
        <pc:chgData name="Nicolas Cachanosky" userId="543990dc0ff5ce14" providerId="LiveId" clId="{8E4DE338-F192-4434-A2D2-74D62C08B308}" dt="2026-05-05T20:58:10.201" v="1214" actId="478"/>
        <pc:sldMkLst>
          <pc:docMk/>
          <pc:sldMk cId="4003096985" sldId="462"/>
        </pc:sldMkLst>
        <pc:spChg chg="mod">
          <ac:chgData name="Nicolas Cachanosky" userId="543990dc0ff5ce14" providerId="LiveId" clId="{8E4DE338-F192-4434-A2D2-74D62C08B308}" dt="2026-05-05T20:58:06.943" v="1213" actId="1076"/>
          <ac:spMkLst>
            <pc:docMk/>
            <pc:sldMk cId="4003096985" sldId="462"/>
            <ac:spMk id="3" creationId="{3F92DB26-CD23-B7D4-F3D2-961D1B50709D}"/>
          </ac:spMkLst>
        </pc:spChg>
      </pc:sldChg>
      <pc:sldChg chg="add">
        <pc:chgData name="Nicolas Cachanosky" userId="543990dc0ff5ce14" providerId="LiveId" clId="{8E4DE338-F192-4434-A2D2-74D62C08B308}" dt="2026-05-05T19:58:49.767" v="1200"/>
        <pc:sldMkLst>
          <pc:docMk/>
          <pc:sldMk cId="4247345058" sldId="463"/>
        </pc:sldMkLst>
      </pc:sldChg>
      <pc:sldChg chg="modSp add mod ord">
        <pc:chgData name="Nicolas Cachanosky" userId="543990dc0ff5ce14" providerId="LiveId" clId="{8E4DE338-F192-4434-A2D2-74D62C08B308}" dt="2026-05-07T17:08:37.487" v="1467" actId="20577"/>
        <pc:sldMkLst>
          <pc:docMk/>
          <pc:sldMk cId="3037240392" sldId="464"/>
        </pc:sldMkLst>
        <pc:spChg chg="mod">
          <ac:chgData name="Nicolas Cachanosky" userId="543990dc0ff5ce14" providerId="LiveId" clId="{8E4DE338-F192-4434-A2D2-74D62C08B308}" dt="2026-05-07T17:08:37.487" v="1467" actId="20577"/>
          <ac:spMkLst>
            <pc:docMk/>
            <pc:sldMk cId="3037240392" sldId="464"/>
            <ac:spMk id="2" creationId="{82751AE2-05D5-2040-0CD7-4A5967B2844A}"/>
          </ac:spMkLst>
        </pc:spChg>
        <pc:spChg chg="mod">
          <ac:chgData name="Nicolas Cachanosky" userId="543990dc0ff5ce14" providerId="LiveId" clId="{8E4DE338-F192-4434-A2D2-74D62C08B308}" dt="2026-05-07T16:01:36.012" v="1238"/>
          <ac:spMkLst>
            <pc:docMk/>
            <pc:sldMk cId="3037240392" sldId="464"/>
            <ac:spMk id="3" creationId="{45E14478-3362-9512-BDFB-6332AFB7FA66}"/>
          </ac:spMkLst>
        </pc:spChg>
      </pc:sldChg>
      <pc:sldChg chg="add">
        <pc:chgData name="Nicolas Cachanosky" userId="543990dc0ff5ce14" providerId="LiveId" clId="{8E4DE338-F192-4434-A2D2-74D62C08B308}" dt="2026-05-07T16:01:43.983" v="1239"/>
        <pc:sldMkLst>
          <pc:docMk/>
          <pc:sldMk cId="4130995718" sldId="465"/>
        </pc:sldMkLst>
      </pc:sldChg>
      <pc:sldChg chg="modSp add mod">
        <pc:chgData name="Nicolas Cachanosky" userId="543990dc0ff5ce14" providerId="LiveId" clId="{8E4DE338-F192-4434-A2D2-74D62C08B308}" dt="2026-05-07T18:27:29.613" v="1501" actId="404"/>
        <pc:sldMkLst>
          <pc:docMk/>
          <pc:sldMk cId="2243699749" sldId="485"/>
        </pc:sldMkLst>
        <pc:spChg chg="mod">
          <ac:chgData name="Nicolas Cachanosky" userId="543990dc0ff5ce14" providerId="LiveId" clId="{8E4DE338-F192-4434-A2D2-74D62C08B308}" dt="2026-05-07T18:27:29.613" v="1501" actId="404"/>
          <ac:spMkLst>
            <pc:docMk/>
            <pc:sldMk cId="2243699749" sldId="485"/>
            <ac:spMk id="12" creationId="{BCF9C01E-2DAF-2648-C7BD-A2977D839A53}"/>
          </ac:spMkLst>
        </pc:spChg>
        <pc:spChg chg="mod">
          <ac:chgData name="Nicolas Cachanosky" userId="543990dc0ff5ce14" providerId="LiveId" clId="{8E4DE338-F192-4434-A2D2-74D62C08B308}" dt="2026-05-07T18:27:29.613" v="1501" actId="404"/>
          <ac:spMkLst>
            <pc:docMk/>
            <pc:sldMk cId="2243699749" sldId="485"/>
            <ac:spMk id="13" creationId="{71D8D24A-2B6A-9C73-082C-47C814D9C9FC}"/>
          </ac:spMkLst>
        </pc:spChg>
        <pc:spChg chg="mod">
          <ac:chgData name="Nicolas Cachanosky" userId="543990dc0ff5ce14" providerId="LiveId" clId="{8E4DE338-F192-4434-A2D2-74D62C08B308}" dt="2026-05-07T18:27:29.613" v="1501" actId="404"/>
          <ac:spMkLst>
            <pc:docMk/>
            <pc:sldMk cId="2243699749" sldId="485"/>
            <ac:spMk id="14" creationId="{ED9072BA-C206-B07D-E34E-80A8BD857B59}"/>
          </ac:spMkLst>
        </pc:spChg>
        <pc:spChg chg="mod">
          <ac:chgData name="Nicolas Cachanosky" userId="543990dc0ff5ce14" providerId="LiveId" clId="{8E4DE338-F192-4434-A2D2-74D62C08B308}" dt="2026-05-07T18:27:29.613" v="1501" actId="404"/>
          <ac:spMkLst>
            <pc:docMk/>
            <pc:sldMk cId="2243699749" sldId="485"/>
            <ac:spMk id="15" creationId="{C0AE9B70-527D-B6EC-2591-0CFAE639A10A}"/>
          </ac:spMkLst>
        </pc:spChg>
        <pc:spChg chg="mod">
          <ac:chgData name="Nicolas Cachanosky" userId="543990dc0ff5ce14" providerId="LiveId" clId="{8E4DE338-F192-4434-A2D2-74D62C08B308}" dt="2026-05-07T18:27:29.613" v="1501" actId="404"/>
          <ac:spMkLst>
            <pc:docMk/>
            <pc:sldMk cId="2243699749" sldId="485"/>
            <ac:spMk id="16" creationId="{27CDB157-4FC6-B298-1FB1-794FF228DAD7}"/>
          </ac:spMkLst>
        </pc:spChg>
        <pc:spChg chg="mod">
          <ac:chgData name="Nicolas Cachanosky" userId="543990dc0ff5ce14" providerId="LiveId" clId="{8E4DE338-F192-4434-A2D2-74D62C08B308}" dt="2026-05-07T18:27:29.613" v="1501" actId="404"/>
          <ac:spMkLst>
            <pc:docMk/>
            <pc:sldMk cId="2243699749" sldId="485"/>
            <ac:spMk id="17" creationId="{A286154E-E932-3185-141B-04B54D06FA1E}"/>
          </ac:spMkLst>
        </pc:spChg>
        <pc:spChg chg="mod">
          <ac:chgData name="Nicolas Cachanosky" userId="543990dc0ff5ce14" providerId="LiveId" clId="{8E4DE338-F192-4434-A2D2-74D62C08B308}" dt="2026-05-07T18:27:29.613" v="1501" actId="404"/>
          <ac:spMkLst>
            <pc:docMk/>
            <pc:sldMk cId="2243699749" sldId="485"/>
            <ac:spMk id="18" creationId="{C47CB176-EF63-6FEE-2DD2-7FB3588A4005}"/>
          </ac:spMkLst>
        </pc:spChg>
        <pc:spChg chg="mod">
          <ac:chgData name="Nicolas Cachanosky" userId="543990dc0ff5ce14" providerId="LiveId" clId="{8E4DE338-F192-4434-A2D2-74D62C08B308}" dt="2026-05-07T18:27:29.613" v="1501" actId="404"/>
          <ac:spMkLst>
            <pc:docMk/>
            <pc:sldMk cId="2243699749" sldId="485"/>
            <ac:spMk id="19" creationId="{51CEE4AF-EB01-5122-78B6-8AEE5D36E32B}"/>
          </ac:spMkLst>
        </pc:spChg>
        <pc:spChg chg="mod">
          <ac:chgData name="Nicolas Cachanosky" userId="543990dc0ff5ce14" providerId="LiveId" clId="{8E4DE338-F192-4434-A2D2-74D62C08B308}" dt="2026-05-07T18:27:29.613" v="1501" actId="404"/>
          <ac:spMkLst>
            <pc:docMk/>
            <pc:sldMk cId="2243699749" sldId="485"/>
            <ac:spMk id="20" creationId="{5E273399-48E3-9C4C-CBE5-64AED2BCFD7A}"/>
          </ac:spMkLst>
        </pc:spChg>
      </pc:sldChg>
      <pc:sldChg chg="modSp add mod">
        <pc:chgData name="Nicolas Cachanosky" userId="543990dc0ff5ce14" providerId="LiveId" clId="{8E4DE338-F192-4434-A2D2-74D62C08B308}" dt="2026-05-07T18:27:46.657" v="1503" actId="1076"/>
        <pc:sldMkLst>
          <pc:docMk/>
          <pc:sldMk cId="1075099946" sldId="488"/>
        </pc:sldMkLst>
        <pc:spChg chg="mod">
          <ac:chgData name="Nicolas Cachanosky" userId="543990dc0ff5ce14" providerId="LiveId" clId="{8E4DE338-F192-4434-A2D2-74D62C08B308}" dt="2026-05-07T17:10:46.156" v="1479" actId="27636"/>
          <ac:spMkLst>
            <pc:docMk/>
            <pc:sldMk cId="1075099946" sldId="488"/>
            <ac:spMk id="3" creationId="{A8DAD3D4-639D-8A76-E169-B5E7AA165725}"/>
          </ac:spMkLst>
        </pc:spChg>
        <pc:spChg chg="mod">
          <ac:chgData name="Nicolas Cachanosky" userId="543990dc0ff5ce14" providerId="LiveId" clId="{8E4DE338-F192-4434-A2D2-74D62C08B308}" dt="2026-05-07T18:27:46.657" v="1503" actId="1076"/>
          <ac:spMkLst>
            <pc:docMk/>
            <pc:sldMk cId="1075099946" sldId="488"/>
            <ac:spMk id="6" creationId="{34CCF34B-0765-F6D7-5255-C3F4281A6025}"/>
          </ac:spMkLst>
        </pc:spChg>
      </pc:sldChg>
      <pc:sldChg chg="modSp add mod">
        <pc:chgData name="Nicolas Cachanosky" userId="543990dc0ff5ce14" providerId="LiveId" clId="{8E4DE338-F192-4434-A2D2-74D62C08B308}" dt="2026-05-07T18:28:01.357" v="1504" actId="404"/>
        <pc:sldMkLst>
          <pc:docMk/>
          <pc:sldMk cId="2740856262" sldId="491"/>
        </pc:sldMkLst>
        <pc:spChg chg="mod">
          <ac:chgData name="Nicolas Cachanosky" userId="543990dc0ff5ce14" providerId="LiveId" clId="{8E4DE338-F192-4434-A2D2-74D62C08B308}" dt="2026-05-07T18:28:01.357" v="1504" actId="404"/>
          <ac:spMkLst>
            <pc:docMk/>
            <pc:sldMk cId="2740856262" sldId="491"/>
            <ac:spMk id="41" creationId="{99A9FE2F-0221-232D-046F-2AA9A17A78B2}"/>
          </ac:spMkLst>
        </pc:spChg>
        <pc:spChg chg="mod">
          <ac:chgData name="Nicolas Cachanosky" userId="543990dc0ff5ce14" providerId="LiveId" clId="{8E4DE338-F192-4434-A2D2-74D62C08B308}" dt="2026-05-07T18:28:01.357" v="1504" actId="404"/>
          <ac:spMkLst>
            <pc:docMk/>
            <pc:sldMk cId="2740856262" sldId="491"/>
            <ac:spMk id="42" creationId="{12D85C99-1DF9-11F0-BEF8-36E955BF259A}"/>
          </ac:spMkLst>
        </pc:spChg>
      </pc:sldChg>
      <pc:sldChg chg="addSp delSp modSp add mod">
        <pc:chgData name="Nicolas Cachanosky" userId="543990dc0ff5ce14" providerId="LiveId" clId="{8E4DE338-F192-4434-A2D2-74D62C08B308}" dt="2026-05-07T16:08:25.560" v="1290" actId="5736"/>
        <pc:sldMkLst>
          <pc:docMk/>
          <pc:sldMk cId="2825135847" sldId="493"/>
        </pc:sldMkLst>
        <pc:spChg chg="del">
          <ac:chgData name="Nicolas Cachanosky" userId="543990dc0ff5ce14" providerId="LiveId" clId="{8E4DE338-F192-4434-A2D2-74D62C08B308}" dt="2026-05-07T16:07:02.944" v="1253" actId="478"/>
          <ac:spMkLst>
            <pc:docMk/>
            <pc:sldMk cId="2825135847" sldId="493"/>
            <ac:spMk id="2" creationId="{4DAD36C8-34CC-49A0-9CC3-DB569F5D7B7F}"/>
          </ac:spMkLst>
        </pc:spChg>
        <pc:spChg chg="del">
          <ac:chgData name="Nicolas Cachanosky" userId="543990dc0ff5ce14" providerId="LiveId" clId="{8E4DE338-F192-4434-A2D2-74D62C08B308}" dt="2026-05-07T16:07:19.384" v="1274" actId="478"/>
          <ac:spMkLst>
            <pc:docMk/>
            <pc:sldMk cId="2825135847" sldId="493"/>
            <ac:spMk id="4" creationId="{B0A86982-9C73-BA6B-4FE7-13CD7A493754}"/>
          </ac:spMkLst>
        </pc:spChg>
        <pc:spChg chg="del">
          <ac:chgData name="Nicolas Cachanosky" userId="543990dc0ff5ce14" providerId="LiveId" clId="{8E4DE338-F192-4434-A2D2-74D62C08B308}" dt="2026-05-07T16:07:19.384" v="1274" actId="478"/>
          <ac:spMkLst>
            <pc:docMk/>
            <pc:sldMk cId="2825135847" sldId="493"/>
            <ac:spMk id="5" creationId="{EF936B7C-D218-519B-9706-B552BE767CB4}"/>
          </ac:spMkLst>
        </pc:spChg>
        <pc:spChg chg="add del mod">
          <ac:chgData name="Nicolas Cachanosky" userId="543990dc0ff5ce14" providerId="LiveId" clId="{8E4DE338-F192-4434-A2D2-74D62C08B308}" dt="2026-05-07T16:07:05.184" v="1254" actId="478"/>
          <ac:spMkLst>
            <pc:docMk/>
            <pc:sldMk cId="2825135847" sldId="493"/>
            <ac:spMk id="6" creationId="{3041149B-1633-04D4-F938-99B263DBC6B3}"/>
          </ac:spMkLst>
        </pc:spChg>
        <pc:graphicFrameChg chg="mod">
          <ac:chgData name="Nicolas Cachanosky" userId="543990dc0ff5ce14" providerId="LiveId" clId="{8E4DE338-F192-4434-A2D2-74D62C08B308}" dt="2026-05-07T16:08:25.560" v="1290" actId="5736"/>
          <ac:graphicFrameMkLst>
            <pc:docMk/>
            <pc:sldMk cId="2825135847" sldId="493"/>
            <ac:graphicFrameMk id="10" creationId="{3679A5BF-932E-F682-D526-D3E57290A8C0}"/>
          </ac:graphicFrameMkLst>
        </pc:graphicFrameChg>
      </pc:sldChg>
      <pc:sldChg chg="add">
        <pc:chgData name="Nicolas Cachanosky" userId="543990dc0ff5ce14" providerId="LiveId" clId="{8E4DE338-F192-4434-A2D2-74D62C08B308}" dt="2026-05-07T16:03:16.346" v="1242"/>
        <pc:sldMkLst>
          <pc:docMk/>
          <pc:sldMk cId="2935286371" sldId="494"/>
        </pc:sldMkLst>
      </pc:sldChg>
      <pc:sldChg chg="addSp modSp new">
        <pc:chgData name="Nicolas Cachanosky" userId="543990dc0ff5ce14" providerId="LiveId" clId="{8E4DE338-F192-4434-A2D2-74D62C08B308}" dt="2026-05-07T16:11:23.515" v="1426" actId="2085"/>
        <pc:sldMkLst>
          <pc:docMk/>
          <pc:sldMk cId="1484279773" sldId="495"/>
        </pc:sldMkLst>
        <pc:picChg chg="add mod">
          <ac:chgData name="Nicolas Cachanosky" userId="543990dc0ff5ce14" providerId="LiveId" clId="{8E4DE338-F192-4434-A2D2-74D62C08B308}" dt="2026-05-07T16:11:23.515" v="1426" actId="2085"/>
          <ac:picMkLst>
            <pc:docMk/>
            <pc:sldMk cId="1484279773" sldId="495"/>
            <ac:picMk id="1026" creationId="{31F094C4-5682-2EE2-9FF4-A4DDA57D227B}"/>
          </ac:picMkLst>
        </pc:picChg>
      </pc:sldChg>
      <pc:sldChg chg="add">
        <pc:chgData name="Nicolas Cachanosky" userId="543990dc0ff5ce14" providerId="LiveId" clId="{8E4DE338-F192-4434-A2D2-74D62C08B308}" dt="2026-05-07T16:45:34.460" v="1427"/>
        <pc:sldMkLst>
          <pc:docMk/>
          <pc:sldMk cId="2149691498" sldId="496"/>
        </pc:sldMkLst>
      </pc:sldChg>
      <pc:sldChg chg="add ord">
        <pc:chgData name="Nicolas Cachanosky" userId="543990dc0ff5ce14" providerId="LiveId" clId="{8E4DE338-F192-4434-A2D2-74D62C08B308}" dt="2026-05-07T17:08:42.340" v="1470"/>
        <pc:sldMkLst>
          <pc:docMk/>
          <pc:sldMk cId="3152294119" sldId="497"/>
        </pc:sldMkLst>
      </pc:sldChg>
      <pc:sldChg chg="add">
        <pc:chgData name="Nicolas Cachanosky" userId="543990dc0ff5ce14" providerId="LiveId" clId="{8E4DE338-F192-4434-A2D2-74D62C08B308}" dt="2026-05-07T17:09:50.125" v="1474"/>
        <pc:sldMkLst>
          <pc:docMk/>
          <pc:sldMk cId="2308907694" sldId="498"/>
        </pc:sldMkLst>
      </pc:sldChg>
      <pc:sldChg chg="addSp delSp modSp new mod">
        <pc:chgData name="Nicolas Cachanosky" userId="543990dc0ff5ce14" providerId="LiveId" clId="{8E4DE338-F192-4434-A2D2-74D62C08B308}" dt="2026-05-08T11:30:49.614" v="1727" actId="1076"/>
        <pc:sldMkLst>
          <pc:docMk/>
          <pc:sldMk cId="3019576291" sldId="499"/>
        </pc:sldMkLst>
        <pc:spChg chg="mod">
          <ac:chgData name="Nicolas Cachanosky" userId="543990dc0ff5ce14" providerId="LiveId" clId="{8E4DE338-F192-4434-A2D2-74D62C08B308}" dt="2026-05-08T01:15:02.464" v="1522" actId="20577"/>
          <ac:spMkLst>
            <pc:docMk/>
            <pc:sldMk cId="3019576291" sldId="499"/>
            <ac:spMk id="2" creationId="{6B97646F-24D3-D556-C11A-C0E06557F622}"/>
          </ac:spMkLst>
        </pc:spChg>
        <pc:spChg chg="del">
          <ac:chgData name="Nicolas Cachanosky" userId="543990dc0ff5ce14" providerId="LiveId" clId="{8E4DE338-F192-4434-A2D2-74D62C08B308}" dt="2026-05-08T01:15:04.543" v="1523" actId="478"/>
          <ac:spMkLst>
            <pc:docMk/>
            <pc:sldMk cId="3019576291" sldId="499"/>
            <ac:spMk id="3" creationId="{636819E0-874B-BC1F-60F4-19C9AED164CC}"/>
          </ac:spMkLst>
        </pc:spChg>
        <pc:spChg chg="add mod">
          <ac:chgData name="Nicolas Cachanosky" userId="543990dc0ff5ce14" providerId="LiveId" clId="{8E4DE338-F192-4434-A2D2-74D62C08B308}" dt="2026-05-08T11:28:05.254" v="1619" actId="1076"/>
          <ac:spMkLst>
            <pc:docMk/>
            <pc:sldMk cId="3019576291" sldId="499"/>
            <ac:spMk id="4" creationId="{38342B9A-9FD2-D9F0-8E93-0FCD1A2DE72C}"/>
          </ac:spMkLst>
        </pc:spChg>
        <pc:spChg chg="add del mod">
          <ac:chgData name="Nicolas Cachanosky" userId="543990dc0ff5ce14" providerId="LiveId" clId="{8E4DE338-F192-4434-A2D2-74D62C08B308}" dt="2026-05-08T11:30:46.774" v="1726" actId="478"/>
          <ac:spMkLst>
            <pc:docMk/>
            <pc:sldMk cId="3019576291" sldId="499"/>
            <ac:spMk id="7" creationId="{A42A1607-307A-B537-467F-788EEEE104AB}"/>
          </ac:spMkLst>
        </pc:spChg>
        <pc:picChg chg="add mod">
          <ac:chgData name="Nicolas Cachanosky" userId="543990dc0ff5ce14" providerId="LiveId" clId="{8E4DE338-F192-4434-A2D2-74D62C08B308}" dt="2026-05-08T11:30:49.614" v="1727" actId="1076"/>
          <ac:picMkLst>
            <pc:docMk/>
            <pc:sldMk cId="3019576291" sldId="499"/>
            <ac:picMk id="5" creationId="{030011E8-7044-B08E-332C-5E9D46EA460F}"/>
          </ac:picMkLst>
        </pc:picChg>
        <pc:picChg chg="add del mod">
          <ac:chgData name="Nicolas Cachanosky" userId="543990dc0ff5ce14" providerId="LiveId" clId="{8E4DE338-F192-4434-A2D2-74D62C08B308}" dt="2026-05-08T11:30:45.610" v="1725" actId="478"/>
          <ac:picMkLst>
            <pc:docMk/>
            <pc:sldMk cId="3019576291" sldId="499"/>
            <ac:picMk id="6" creationId="{3238C06D-930C-8412-8F60-7D3619AF4136}"/>
          </ac:picMkLst>
        </pc:picChg>
      </pc:sldChg>
      <pc:sldChg chg="addSp delSp modSp add mod">
        <pc:chgData name="Nicolas Cachanosky" userId="543990dc0ff5ce14" providerId="LiveId" clId="{8E4DE338-F192-4434-A2D2-74D62C08B308}" dt="2026-05-08T18:52:40.892" v="2068" actId="12788"/>
        <pc:sldMkLst>
          <pc:docMk/>
          <pc:sldMk cId="636427372" sldId="500"/>
        </pc:sldMkLst>
        <pc:spChg chg="del mod">
          <ac:chgData name="Nicolas Cachanosky" userId="543990dc0ff5ce14" providerId="LiveId" clId="{8E4DE338-F192-4434-A2D2-74D62C08B308}" dt="2026-05-08T18:23:59.715" v="1747" actId="478"/>
          <ac:spMkLst>
            <pc:docMk/>
            <pc:sldMk cId="636427372" sldId="500"/>
            <ac:spMk id="2" creationId="{E8814472-A2B8-F874-3695-FA725DA5AAB5}"/>
          </ac:spMkLst>
        </pc:spChg>
        <pc:spChg chg="add mod">
          <ac:chgData name="Nicolas Cachanosky" userId="543990dc0ff5ce14" providerId="LiveId" clId="{8E4DE338-F192-4434-A2D2-74D62C08B308}" dt="2026-05-08T18:32:15.903" v="1997" actId="1076"/>
          <ac:spMkLst>
            <pc:docMk/>
            <pc:sldMk cId="636427372" sldId="500"/>
            <ac:spMk id="3" creationId="{33FA9110-8B0E-DC8F-8A53-D457CF5C7858}"/>
          </ac:spMkLst>
        </pc:spChg>
        <pc:spChg chg="del">
          <ac:chgData name="Nicolas Cachanosky" userId="543990dc0ff5ce14" providerId="LiveId" clId="{8E4DE338-F192-4434-A2D2-74D62C08B308}" dt="2026-05-08T18:22:04.341" v="1729" actId="478"/>
          <ac:spMkLst>
            <pc:docMk/>
            <pc:sldMk cId="636427372" sldId="500"/>
            <ac:spMk id="4" creationId="{C2FD18B2-1E66-9F2A-971F-E1F31A6251B4}"/>
          </ac:spMkLst>
        </pc:spChg>
        <pc:spChg chg="add del mod">
          <ac:chgData name="Nicolas Cachanosky" userId="543990dc0ff5ce14" providerId="LiveId" clId="{8E4DE338-F192-4434-A2D2-74D62C08B308}" dt="2026-05-08T18:24:00.837" v="1748" actId="478"/>
          <ac:spMkLst>
            <pc:docMk/>
            <pc:sldMk cId="636427372" sldId="500"/>
            <ac:spMk id="7" creationId="{99FA0EDD-1166-66D1-53E5-C9A757639656}"/>
          </ac:spMkLst>
        </pc:spChg>
        <pc:spChg chg="add mod">
          <ac:chgData name="Nicolas Cachanosky" userId="543990dc0ff5ce14" providerId="LiveId" clId="{8E4DE338-F192-4434-A2D2-74D62C08B308}" dt="2026-05-08T18:50:45.284" v="2054" actId="165"/>
          <ac:spMkLst>
            <pc:docMk/>
            <pc:sldMk cId="636427372" sldId="500"/>
            <ac:spMk id="8" creationId="{D528BA46-4DC5-3306-F367-B839DA821140}"/>
          </ac:spMkLst>
        </pc:spChg>
        <pc:spChg chg="add mod topLvl">
          <ac:chgData name="Nicolas Cachanosky" userId="543990dc0ff5ce14" providerId="LiveId" clId="{8E4DE338-F192-4434-A2D2-74D62C08B308}" dt="2026-05-08T18:52:40.892" v="2068" actId="12788"/>
          <ac:spMkLst>
            <pc:docMk/>
            <pc:sldMk cId="636427372" sldId="500"/>
            <ac:spMk id="11" creationId="{79B2AEA3-38F5-2FE2-61AD-93E66E5CC27E}"/>
          </ac:spMkLst>
        </pc:spChg>
        <pc:spChg chg="add mod topLvl">
          <ac:chgData name="Nicolas Cachanosky" userId="543990dc0ff5ce14" providerId="LiveId" clId="{8E4DE338-F192-4434-A2D2-74D62C08B308}" dt="2026-05-08T18:50:45.284" v="2054" actId="165"/>
          <ac:spMkLst>
            <pc:docMk/>
            <pc:sldMk cId="636427372" sldId="500"/>
            <ac:spMk id="14" creationId="{EC5E5116-5B25-C17B-1419-8ED8183A0C34}"/>
          </ac:spMkLst>
        </pc:spChg>
        <pc:spChg chg="add mod">
          <ac:chgData name="Nicolas Cachanosky" userId="543990dc0ff5ce14" providerId="LiveId" clId="{8E4DE338-F192-4434-A2D2-74D62C08B308}" dt="2026-05-08T18:29:34.719" v="1947"/>
          <ac:spMkLst>
            <pc:docMk/>
            <pc:sldMk cId="636427372" sldId="500"/>
            <ac:spMk id="15" creationId="{34CE035B-270A-DEE2-0EF5-1588C018BA99}"/>
          </ac:spMkLst>
        </pc:spChg>
        <pc:grpChg chg="add mod topLvl">
          <ac:chgData name="Nicolas Cachanosky" userId="543990dc0ff5ce14" providerId="LiveId" clId="{8E4DE338-F192-4434-A2D2-74D62C08B308}" dt="2026-05-08T18:50:45.284" v="2054" actId="165"/>
          <ac:grpSpMkLst>
            <pc:docMk/>
            <pc:sldMk cId="636427372" sldId="500"/>
            <ac:grpSpMk id="10" creationId="{D82F9ED3-8202-919A-377C-F3EF8FD37F4E}"/>
          </ac:grpSpMkLst>
        </pc:grpChg>
        <pc:grpChg chg="add del mod">
          <ac:chgData name="Nicolas Cachanosky" userId="543990dc0ff5ce14" providerId="LiveId" clId="{8E4DE338-F192-4434-A2D2-74D62C08B308}" dt="2026-05-08T18:50:45.284" v="2054" actId="165"/>
          <ac:grpSpMkLst>
            <pc:docMk/>
            <pc:sldMk cId="636427372" sldId="500"/>
            <ac:grpSpMk id="17" creationId="{145A109B-5CAD-34CE-3419-CBFF393614FC}"/>
          </ac:grpSpMkLst>
        </pc:grpChg>
        <pc:picChg chg="del">
          <ac:chgData name="Nicolas Cachanosky" userId="543990dc0ff5ce14" providerId="LiveId" clId="{8E4DE338-F192-4434-A2D2-74D62C08B308}" dt="2026-05-08T18:22:06.015" v="1730" actId="478"/>
          <ac:picMkLst>
            <pc:docMk/>
            <pc:sldMk cId="636427372" sldId="500"/>
            <ac:picMk id="5" creationId="{12FDD198-B0B2-983C-4477-7341B252553A}"/>
          </ac:picMkLst>
        </pc:picChg>
        <pc:picChg chg="add mod">
          <ac:chgData name="Nicolas Cachanosky" userId="543990dc0ff5ce14" providerId="LiveId" clId="{8E4DE338-F192-4434-A2D2-74D62C08B308}" dt="2026-05-08T18:50:45.284" v="2054" actId="165"/>
          <ac:picMkLst>
            <pc:docMk/>
            <pc:sldMk cId="636427372" sldId="500"/>
            <ac:picMk id="9" creationId="{93729905-6A49-5B6C-69D5-BF9AA00A92B8}"/>
          </ac:picMkLst>
        </pc:picChg>
        <pc:picChg chg="add mod">
          <ac:chgData name="Nicolas Cachanosky" userId="543990dc0ff5ce14" providerId="LiveId" clId="{8E4DE338-F192-4434-A2D2-74D62C08B308}" dt="2026-05-08T18:29:34.719" v="1947"/>
          <ac:picMkLst>
            <pc:docMk/>
            <pc:sldMk cId="636427372" sldId="500"/>
            <ac:picMk id="16" creationId="{680099D0-3851-828D-B71E-D15FE48FFDFD}"/>
          </ac:picMkLst>
        </pc:picChg>
        <pc:cxnChg chg="add mod topLvl">
          <ac:chgData name="Nicolas Cachanosky" userId="543990dc0ff5ce14" providerId="LiveId" clId="{8E4DE338-F192-4434-A2D2-74D62C08B308}" dt="2026-05-08T18:52:40.892" v="2068" actId="12788"/>
          <ac:cxnSpMkLst>
            <pc:docMk/>
            <pc:sldMk cId="636427372" sldId="500"/>
            <ac:cxnSpMk id="13" creationId="{9305F6D7-9415-4C36-F138-948C471C00C6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1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chartUserShapes" Target="../drawings/drawing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1"/>
                </a:solidFill>
              </a:rPr>
              <a:t>Person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Luxury car</c:v>
                </c:pt>
              </c:strCache>
            </c:strRef>
          </c:tx>
          <c:spPr>
            <a:solidFill>
              <a:schemeClr val="accent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00000000000003"/>
                      <c:h val="9.761904761904761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2C3C-47F6-9DC4-0E82699EB9D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3C-47F6-9DC4-0E82699EB9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Art</c:v>
                </c:pt>
              </c:strCache>
            </c:strRef>
          </c:tx>
          <c:spPr>
            <a:solidFill>
              <a:schemeClr val="accent6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C3C-47F6-9DC4-0E82699EB9D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Real estate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38888888888889"/>
                      <c:h val="9.761904761904760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C3C-47F6-9DC4-0E82699EB9D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C3C-47F6-9DC4-0E82699EB9D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Stocks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C3C-47F6-9DC4-0E82699EB9D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Money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C3C-47F6-9DC4-0E82699EB9D5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Wealth</c:v>
                </c:pt>
              </c:strCache>
            </c:strRef>
          </c:tx>
          <c:spPr>
            <a:solidFill>
              <a:schemeClr val="accent4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C3C-47F6-9DC4-0E82699EB9D5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Liabilities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Lbl>
              <c:idx val="1"/>
              <c:dLblPos val="ctr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00000000000003"/>
                      <c:h val="9.761904761904761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2C3C-47F6-9DC4-0E82699EB9D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Sheet1!$H$2:$H$3</c:f>
              <c:numCache>
                <c:formatCode>General</c:formatCode>
                <c:ptCount val="2"/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C3C-47F6-9DC4-0E82699EB9D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65689216"/>
        <c:axId val="2047017776"/>
      </c:barChart>
      <c:catAx>
        <c:axId val="6568921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47017776"/>
        <c:crosses val="autoZero"/>
        <c:auto val="1"/>
        <c:lblAlgn val="ctr"/>
        <c:lblOffset val="100"/>
        <c:noMultiLvlLbl val="0"/>
      </c:catAx>
      <c:valAx>
        <c:axId val="2047017776"/>
        <c:scaling>
          <c:orientation val="minMax"/>
          <c:max val="18"/>
        </c:scaling>
        <c:delete val="1"/>
        <c:axPos val="l"/>
        <c:numFmt formatCode="General" sourceLinked="1"/>
        <c:majorTickMark val="out"/>
        <c:minorTickMark val="none"/>
        <c:tickLblPos val="nextTo"/>
        <c:crossAx val="65689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0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1"/>
                </a:solidFill>
              </a:rPr>
              <a:t>Person 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Luxury car</c:v>
                </c:pt>
              </c:strCache>
            </c:strRef>
          </c:tx>
          <c:spPr>
            <a:solidFill>
              <a:schemeClr val="accent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00000000000003"/>
                      <c:h val="9.761904761904761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86E8-4039-AC9E-6B2A1D99B32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E8-4039-AC9E-6B2A1D99B3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Art</c:v>
                </c:pt>
              </c:strCache>
            </c:strRef>
          </c:tx>
          <c:spPr>
            <a:solidFill>
              <a:schemeClr val="accent6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6E8-4039-AC9E-6B2A1D99B32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Real estate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38888888888889"/>
                      <c:h val="9.761904761904760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86E8-4039-AC9E-6B2A1D99B32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E8-4039-AC9E-6B2A1D99B32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Stocks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6E8-4039-AC9E-6B2A1D99B32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Money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6E8-4039-AC9E-6B2A1D99B32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Wealth</c:v>
                </c:pt>
              </c:strCache>
            </c:strRef>
          </c:tx>
          <c:spPr>
            <a:solidFill>
              <a:schemeClr val="accent4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6E8-4039-AC9E-6B2A1D99B320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Liabilities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Lbl>
              <c:idx val="1"/>
              <c:dLblPos val="ctr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00000000000003"/>
                      <c:h val="9.761904761904761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86E8-4039-AC9E-6B2A1D99B32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Sheet1!$H$2:$H$3</c:f>
              <c:numCache>
                <c:formatCode>General</c:formatCode>
                <c:ptCount val="2"/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6E8-4039-AC9E-6B2A1D99B32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65689216"/>
        <c:axId val="2047017776"/>
      </c:barChart>
      <c:catAx>
        <c:axId val="6568921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47017776"/>
        <c:crosses val="autoZero"/>
        <c:auto val="1"/>
        <c:lblAlgn val="ctr"/>
        <c:lblOffset val="100"/>
        <c:noMultiLvlLbl val="0"/>
      </c:catAx>
      <c:valAx>
        <c:axId val="2047017776"/>
        <c:scaling>
          <c:orientation val="minMax"/>
          <c:max val="18"/>
        </c:scaling>
        <c:delete val="1"/>
        <c:axPos val="l"/>
        <c:numFmt formatCode="General" sourceLinked="1"/>
        <c:majorTickMark val="out"/>
        <c:minorTickMark val="none"/>
        <c:tickLblPos val="nextTo"/>
        <c:crossAx val="65689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0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1"/>
                </a:solidFill>
              </a:rPr>
              <a:t>Person 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Luxury car</c:v>
                </c:pt>
              </c:strCache>
            </c:strRef>
          </c:tx>
          <c:spPr>
            <a:solidFill>
              <a:schemeClr val="accent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00000000000003"/>
                      <c:h val="9.761904761904761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E69-46A0-93DE-43C167E6E06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69-46A0-93DE-43C167E6E0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Art</c:v>
                </c:pt>
              </c:strCache>
            </c:strRef>
          </c:tx>
          <c:spPr>
            <a:solidFill>
              <a:schemeClr val="accent6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69-46A0-93DE-43C167E6E06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Real estate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38888888888889"/>
                      <c:h val="9.761904761904760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E69-46A0-93DE-43C167E6E06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69-46A0-93DE-43C167E6E06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Stocks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E69-46A0-93DE-43C167E6E06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Money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E69-46A0-93DE-43C167E6E06F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Wealth</c:v>
                </c:pt>
              </c:strCache>
            </c:strRef>
          </c:tx>
          <c:spPr>
            <a:solidFill>
              <a:schemeClr val="accent4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E69-46A0-93DE-43C167E6E06F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Liabilities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Lbl>
              <c:idx val="1"/>
              <c:dLblPos val="ctr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00000000000003"/>
                      <c:h val="9.761904761904761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CE69-46A0-93DE-43C167E6E06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Sheet1!$H$2:$H$3</c:f>
              <c:numCache>
                <c:formatCode>General</c:formatCode>
                <c:ptCount val="2"/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E69-46A0-93DE-43C167E6E06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65689216"/>
        <c:axId val="2047017776"/>
      </c:barChart>
      <c:catAx>
        <c:axId val="6568921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47017776"/>
        <c:crosses val="autoZero"/>
        <c:auto val="1"/>
        <c:lblAlgn val="ctr"/>
        <c:lblOffset val="100"/>
        <c:noMultiLvlLbl val="0"/>
      </c:catAx>
      <c:valAx>
        <c:axId val="2047017776"/>
        <c:scaling>
          <c:orientation val="minMax"/>
          <c:max val="18"/>
        </c:scaling>
        <c:delete val="1"/>
        <c:axPos val="l"/>
        <c:numFmt formatCode="General" sourceLinked="1"/>
        <c:majorTickMark val="out"/>
        <c:minorTickMark val="none"/>
        <c:tickLblPos val="nextTo"/>
        <c:crossAx val="65689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0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1"/>
                </a:solidFill>
              </a:rPr>
              <a:t>Person 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Luxury car</c:v>
                </c:pt>
              </c:strCache>
            </c:strRef>
          </c:tx>
          <c:spPr>
            <a:solidFill>
              <a:schemeClr val="accent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00000000000003"/>
                      <c:h val="9.761904761904761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9852-48C0-BCF0-6E26B5AA061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52-48C0-BCF0-6E26B5AA06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Art</c:v>
                </c:pt>
              </c:strCache>
            </c:strRef>
          </c:tx>
          <c:spPr>
            <a:solidFill>
              <a:schemeClr val="accent6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52-48C0-BCF0-6E26B5AA061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Real estate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38888888888889"/>
                      <c:h val="9.761904761904760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9852-48C0-BCF0-6E26B5AA061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852-48C0-BCF0-6E26B5AA061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Stocks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852-48C0-BCF0-6E26B5AA061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Money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852-48C0-BCF0-6E26B5AA0617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Wealth</c:v>
                </c:pt>
              </c:strCache>
            </c:strRef>
          </c:tx>
          <c:spPr>
            <a:solidFill>
              <a:schemeClr val="accent4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852-48C0-BCF0-6E26B5AA0617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Liabilities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Lbl>
              <c:idx val="1"/>
              <c:dLblPos val="ctr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00000000000003"/>
                      <c:h val="9.761904761904761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9852-48C0-BCF0-6E26B5AA061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Assets</c:v>
                </c:pt>
                <c:pt idx="1">
                  <c:v>Category 2</c:v>
                </c:pt>
              </c:strCache>
            </c:strRef>
          </c:cat>
          <c:val>
            <c:numRef>
              <c:f>Sheet1!$H$2:$H$3</c:f>
              <c:numCache>
                <c:formatCode>General</c:formatCode>
                <c:ptCount val="2"/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9852-48C0-BCF0-6E26B5AA061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65689216"/>
        <c:axId val="2047017776"/>
      </c:barChart>
      <c:catAx>
        <c:axId val="6568921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47017776"/>
        <c:crosses val="autoZero"/>
        <c:auto val="1"/>
        <c:lblAlgn val="ctr"/>
        <c:lblOffset val="100"/>
        <c:noMultiLvlLbl val="0"/>
      </c:catAx>
      <c:valAx>
        <c:axId val="2047017776"/>
        <c:scaling>
          <c:orientation val="minMax"/>
          <c:max val="18"/>
        </c:scaling>
        <c:delete val="1"/>
        <c:axPos val="l"/>
        <c:numFmt formatCode="General" sourceLinked="1"/>
        <c:majorTickMark val="out"/>
        <c:minorTickMark val="none"/>
        <c:tickLblPos val="nextTo"/>
        <c:crossAx val="65689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0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Monetary aggregates</a:t>
            </a:r>
          </a:p>
          <a:p>
            <a:pPr>
              <a:defRPr/>
            </a:pPr>
            <a:r>
              <a:rPr lang="en-US" dirty="0"/>
              <a:t>Billions of US dollars, march 2026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1458333333333333E-2"/>
          <c:y val="0.18224788568095654"/>
          <c:w val="0.9770833333333333"/>
          <c:h val="0.7396965587634880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Currency in circulation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BM</c:v>
                </c:pt>
                <c:pt idx="1">
                  <c:v>M1</c:v>
                </c:pt>
                <c:pt idx="2">
                  <c:v>M2</c:v>
                </c:pt>
              </c:strCache>
            </c:strRef>
          </c:cat>
          <c:val>
            <c:numRef>
              <c:f>Sheet1!$B$2:$B$4</c:f>
              <c:numCache>
                <c:formatCode>#,##0.00</c:formatCode>
                <c:ptCount val="3"/>
                <c:pt idx="0">
                  <c:v>2442.4</c:v>
                </c:pt>
                <c:pt idx="1">
                  <c:v>2359</c:v>
                </c:pt>
                <c:pt idx="2">
                  <c:v>2359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CE-4795-9055-EDDD0795A1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Reserves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BM</c:v>
                </c:pt>
                <c:pt idx="1">
                  <c:v>M1</c:v>
                </c:pt>
                <c:pt idx="2">
                  <c:v>M2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 formatCode="#,##0.00">
                  <c:v>3016.1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5CE-4795-9055-EDDD0795A18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Demand deposits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BM</c:v>
                </c:pt>
                <c:pt idx="1">
                  <c:v>M1</c:v>
                </c:pt>
                <c:pt idx="2">
                  <c:v>M2</c:v>
                </c:pt>
              </c:strCache>
            </c:strRef>
          </c:cat>
          <c:val>
            <c:numRef>
              <c:f>Sheet1!$D$2:$D$4</c:f>
              <c:numCache>
                <c:formatCode>#,##0.00</c:formatCode>
                <c:ptCount val="3"/>
                <c:pt idx="1">
                  <c:v>6818.3</c:v>
                </c:pt>
                <c:pt idx="2">
                  <c:v>6818.3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5CE-4795-9055-EDDD0795A18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 liquid deposits</c:v>
                </c:pt>
              </c:strCache>
            </c:strRef>
          </c:tx>
          <c:spPr>
            <a:solidFill>
              <a:schemeClr val="accent4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BM</c:v>
                </c:pt>
                <c:pt idx="1">
                  <c:v>M1</c:v>
                </c:pt>
                <c:pt idx="2">
                  <c:v>M2</c:v>
                </c:pt>
              </c:strCache>
            </c:strRef>
          </c:cat>
          <c:val>
            <c:numRef>
              <c:f>Sheet1!$E$2:$E$4</c:f>
              <c:numCache>
                <c:formatCode>#,##0.00</c:formatCode>
                <c:ptCount val="3"/>
                <c:pt idx="1">
                  <c:v>10259</c:v>
                </c:pt>
                <c:pt idx="2">
                  <c:v>10259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5CE-4795-9055-EDDD0795A18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Small-denomination depoists</c:v>
                </c:pt>
              </c:strCache>
            </c:strRef>
          </c:tx>
          <c:spPr>
            <a:solidFill>
              <a:schemeClr val="accent5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BM</c:v>
                </c:pt>
                <c:pt idx="1">
                  <c:v>M1</c:v>
                </c:pt>
                <c:pt idx="2">
                  <c:v>M2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2" formatCode="#,##0.00">
                  <c:v>1013.9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5CE-4795-9055-EDDD0795A18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MMF</c:v>
                </c:pt>
              </c:strCache>
            </c:strRef>
          </c:tx>
          <c:spPr>
            <a:solidFill>
              <a:schemeClr val="accent6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BM</c:v>
                </c:pt>
                <c:pt idx="1">
                  <c:v>M1</c:v>
                </c:pt>
                <c:pt idx="2">
                  <c:v>M2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2" formatCode="#,##0.00">
                  <c:v>2235.8000000000002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5CE-4795-9055-EDDD0795A18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1603749120"/>
        <c:axId val="1593303392"/>
      </c:barChart>
      <c:catAx>
        <c:axId val="16037491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3303392"/>
        <c:crosses val="autoZero"/>
        <c:auto val="1"/>
        <c:lblAlgn val="ctr"/>
        <c:lblOffset val="100"/>
        <c:noMultiLvlLbl val="0"/>
      </c:catAx>
      <c:valAx>
        <c:axId val="1593303392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1603749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4"/>
          <c:order val="0"/>
          <c:tx>
            <c:strRef>
              <c:f>Sheet1!$F$1</c:f>
              <c:strCache>
                <c:ptCount val="1"/>
                <c:pt idx="0">
                  <c:v>10%</c:v>
                </c:pt>
              </c:strCache>
            </c:strRef>
          </c:tx>
          <c:spPr>
            <a:solidFill>
              <a:schemeClr val="accent6"/>
            </a:solidFill>
            <a:ln w="25400">
              <a:noFill/>
            </a:ln>
            <a:effectLst/>
          </c:spPr>
          <c:cat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Sheet1!$F$2:$F$22</c:f>
              <c:numCache>
                <c:formatCode>#,##0.0</c:formatCode>
                <c:ptCount val="21"/>
                <c:pt idx="0">
                  <c:v>100</c:v>
                </c:pt>
                <c:pt idx="1">
                  <c:v>190</c:v>
                </c:pt>
                <c:pt idx="2">
                  <c:v>271</c:v>
                </c:pt>
                <c:pt idx="3">
                  <c:v>343.9</c:v>
                </c:pt>
                <c:pt idx="4">
                  <c:v>409.51</c:v>
                </c:pt>
                <c:pt idx="5">
                  <c:v>468.55900000000003</c:v>
                </c:pt>
                <c:pt idx="6">
                  <c:v>521.70310000000006</c:v>
                </c:pt>
                <c:pt idx="7">
                  <c:v>569.53279000000009</c:v>
                </c:pt>
                <c:pt idx="8">
                  <c:v>612.57951100000014</c:v>
                </c:pt>
                <c:pt idx="9">
                  <c:v>651.32155990000012</c:v>
                </c:pt>
                <c:pt idx="10">
                  <c:v>686.18940391000012</c:v>
                </c:pt>
                <c:pt idx="11">
                  <c:v>717.5704635190001</c:v>
                </c:pt>
                <c:pt idx="12">
                  <c:v>745.81341716710017</c:v>
                </c:pt>
                <c:pt idx="13">
                  <c:v>771.2320754503902</c:v>
                </c:pt>
                <c:pt idx="14">
                  <c:v>794.10886790535119</c:v>
                </c:pt>
                <c:pt idx="15">
                  <c:v>814.69798111481612</c:v>
                </c:pt>
                <c:pt idx="16">
                  <c:v>833.22818300333449</c:v>
                </c:pt>
                <c:pt idx="17">
                  <c:v>849.90536470300106</c:v>
                </c:pt>
                <c:pt idx="18">
                  <c:v>864.91482823270098</c:v>
                </c:pt>
                <c:pt idx="19">
                  <c:v>878.42334540943091</c:v>
                </c:pt>
                <c:pt idx="20">
                  <c:v>890.58101086848785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B47-41CA-8C4D-7913A6D7497E}"/>
            </c:ext>
          </c:extLst>
        </c:ser>
        <c:ser>
          <c:idx val="3"/>
          <c:order val="1"/>
          <c:tx>
            <c:strRef>
              <c:f>Sheet1!$E$1</c:f>
              <c:strCache>
                <c:ptCount val="1"/>
                <c:pt idx="0">
                  <c:v>20%</c:v>
                </c:pt>
              </c:strCache>
            </c:strRef>
          </c:tx>
          <c:spPr>
            <a:solidFill>
              <a:schemeClr val="accent4"/>
            </a:solidFill>
            <a:ln w="25400">
              <a:solidFill>
                <a:schemeClr val="accent4"/>
              </a:solidFill>
            </a:ln>
            <a:effectLst/>
          </c:spPr>
          <c:cat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Sheet1!$E$2:$E$22</c:f>
              <c:numCache>
                <c:formatCode>#,##0.0</c:formatCode>
                <c:ptCount val="21"/>
                <c:pt idx="0">
                  <c:v>100</c:v>
                </c:pt>
                <c:pt idx="1">
                  <c:v>180</c:v>
                </c:pt>
                <c:pt idx="2">
                  <c:v>244</c:v>
                </c:pt>
                <c:pt idx="3">
                  <c:v>295.2</c:v>
                </c:pt>
                <c:pt idx="4">
                  <c:v>336.16</c:v>
                </c:pt>
                <c:pt idx="5">
                  <c:v>368.92800000000005</c:v>
                </c:pt>
                <c:pt idx="6">
                  <c:v>395.14240000000007</c:v>
                </c:pt>
                <c:pt idx="7">
                  <c:v>416.11392000000006</c:v>
                </c:pt>
                <c:pt idx="8">
                  <c:v>432.89113600000007</c:v>
                </c:pt>
                <c:pt idx="9">
                  <c:v>446.31290880000006</c:v>
                </c:pt>
                <c:pt idx="10">
                  <c:v>457.05032704000007</c:v>
                </c:pt>
                <c:pt idx="11">
                  <c:v>465.64026163200009</c:v>
                </c:pt>
                <c:pt idx="12">
                  <c:v>472.51220930560009</c:v>
                </c:pt>
                <c:pt idx="13">
                  <c:v>478.00976744448008</c:v>
                </c:pt>
                <c:pt idx="14">
                  <c:v>482.40781395558406</c:v>
                </c:pt>
                <c:pt idx="15">
                  <c:v>485.92625116446726</c:v>
                </c:pt>
                <c:pt idx="16">
                  <c:v>488.74100093157381</c:v>
                </c:pt>
                <c:pt idx="17">
                  <c:v>490.99280074525905</c:v>
                </c:pt>
                <c:pt idx="18">
                  <c:v>492.79424059620726</c:v>
                </c:pt>
                <c:pt idx="19">
                  <c:v>494.23539247696584</c:v>
                </c:pt>
                <c:pt idx="20">
                  <c:v>495.38831398157271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B47-41CA-8C4D-7913A6D749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30%</c:v>
                </c:pt>
              </c:strCache>
            </c:strRef>
          </c:tx>
          <c:spPr>
            <a:solidFill>
              <a:schemeClr val="accent3"/>
            </a:solidFill>
            <a:ln w="25400">
              <a:solidFill>
                <a:schemeClr val="accent3"/>
              </a:solidFill>
            </a:ln>
            <a:effectLst/>
          </c:spPr>
          <c:cat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Sheet1!$D$2:$D$22</c:f>
              <c:numCache>
                <c:formatCode>#,##0.0</c:formatCode>
                <c:ptCount val="21"/>
                <c:pt idx="0">
                  <c:v>100</c:v>
                </c:pt>
                <c:pt idx="1">
                  <c:v>170</c:v>
                </c:pt>
                <c:pt idx="2">
                  <c:v>219</c:v>
                </c:pt>
                <c:pt idx="3">
                  <c:v>253.29999999999998</c:v>
                </c:pt>
                <c:pt idx="4">
                  <c:v>277.30999999999995</c:v>
                </c:pt>
                <c:pt idx="5">
                  <c:v>294.11699999999996</c:v>
                </c:pt>
                <c:pt idx="6">
                  <c:v>305.88189999999997</c:v>
                </c:pt>
                <c:pt idx="7">
                  <c:v>314.11732999999998</c:v>
                </c:pt>
                <c:pt idx="8">
                  <c:v>319.88213099999996</c:v>
                </c:pt>
                <c:pt idx="9">
                  <c:v>323.91749169999997</c:v>
                </c:pt>
                <c:pt idx="10">
                  <c:v>326.74224418999995</c:v>
                </c:pt>
                <c:pt idx="11">
                  <c:v>328.71957093299994</c:v>
                </c:pt>
                <c:pt idx="12">
                  <c:v>330.10369965309997</c:v>
                </c:pt>
                <c:pt idx="13">
                  <c:v>331.07258975716996</c:v>
                </c:pt>
                <c:pt idx="14">
                  <c:v>331.75081283001896</c:v>
                </c:pt>
                <c:pt idx="15">
                  <c:v>332.22556898101328</c:v>
                </c:pt>
                <c:pt idx="16">
                  <c:v>332.5578982867093</c:v>
                </c:pt>
                <c:pt idx="17">
                  <c:v>332.79052880069651</c:v>
                </c:pt>
                <c:pt idx="18">
                  <c:v>332.95337016048757</c:v>
                </c:pt>
                <c:pt idx="19">
                  <c:v>333.06735911234131</c:v>
                </c:pt>
                <c:pt idx="20">
                  <c:v>333.14715137863891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B47-41CA-8C4D-7913A6D7497E}"/>
            </c:ext>
          </c:extLst>
        </c:ser>
        <c:ser>
          <c:idx val="1"/>
          <c:order val="3"/>
          <c:tx>
            <c:strRef>
              <c:f>Sheet1!$C$1</c:f>
              <c:strCache>
                <c:ptCount val="1"/>
                <c:pt idx="0">
                  <c:v>40%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  <a:effectLst/>
          </c:spPr>
          <c:cat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Sheet1!$C$2:$C$22</c:f>
              <c:numCache>
                <c:formatCode>#,##0.0</c:formatCode>
                <c:ptCount val="21"/>
                <c:pt idx="0">
                  <c:v>100</c:v>
                </c:pt>
                <c:pt idx="1">
                  <c:v>160</c:v>
                </c:pt>
                <c:pt idx="2">
                  <c:v>196</c:v>
                </c:pt>
                <c:pt idx="3">
                  <c:v>217.6</c:v>
                </c:pt>
                <c:pt idx="4">
                  <c:v>230.56</c:v>
                </c:pt>
                <c:pt idx="5">
                  <c:v>238.33600000000001</c:v>
                </c:pt>
                <c:pt idx="6">
                  <c:v>243.00160000000002</c:v>
                </c:pt>
                <c:pt idx="7">
                  <c:v>245.80096000000003</c:v>
                </c:pt>
                <c:pt idx="8">
                  <c:v>247.48057600000004</c:v>
                </c:pt>
                <c:pt idx="9">
                  <c:v>248.48834560000003</c:v>
                </c:pt>
                <c:pt idx="10">
                  <c:v>249.09300736000003</c:v>
                </c:pt>
                <c:pt idx="11">
                  <c:v>249.45580441600003</c:v>
                </c:pt>
                <c:pt idx="12">
                  <c:v>249.67348264960003</c:v>
                </c:pt>
                <c:pt idx="13">
                  <c:v>249.80408958976003</c:v>
                </c:pt>
                <c:pt idx="14">
                  <c:v>249.88245375385603</c:v>
                </c:pt>
                <c:pt idx="15">
                  <c:v>249.92947225231362</c:v>
                </c:pt>
                <c:pt idx="16">
                  <c:v>249.95768335138817</c:v>
                </c:pt>
                <c:pt idx="17">
                  <c:v>249.97461001083292</c:v>
                </c:pt>
                <c:pt idx="18">
                  <c:v>249.98476600649977</c:v>
                </c:pt>
                <c:pt idx="19">
                  <c:v>249.99085960389988</c:v>
                </c:pt>
                <c:pt idx="20">
                  <c:v>249.99451576233994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47-41CA-8C4D-7913A6D7497E}"/>
            </c:ext>
          </c:extLst>
        </c:ser>
        <c:ser>
          <c:idx val="0"/>
          <c:order val="4"/>
          <c:tx>
            <c:strRef>
              <c:f>Sheet1!$B$1</c:f>
              <c:strCache>
                <c:ptCount val="1"/>
                <c:pt idx="0">
                  <c:v>50%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cat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Sheet1!$B$2:$B$22</c:f>
              <c:numCache>
                <c:formatCode>#,##0.0</c:formatCode>
                <c:ptCount val="21"/>
                <c:pt idx="0">
                  <c:v>100</c:v>
                </c:pt>
                <c:pt idx="1">
                  <c:v>150</c:v>
                </c:pt>
                <c:pt idx="2">
                  <c:v>175</c:v>
                </c:pt>
                <c:pt idx="3">
                  <c:v>187.5</c:v>
                </c:pt>
                <c:pt idx="4">
                  <c:v>193.75</c:v>
                </c:pt>
                <c:pt idx="5">
                  <c:v>196.875</c:v>
                </c:pt>
                <c:pt idx="6">
                  <c:v>198.4375</c:v>
                </c:pt>
                <c:pt idx="7">
                  <c:v>199.21875</c:v>
                </c:pt>
                <c:pt idx="8">
                  <c:v>199.609375</c:v>
                </c:pt>
                <c:pt idx="9">
                  <c:v>199.8046875</c:v>
                </c:pt>
                <c:pt idx="10">
                  <c:v>199.90234375</c:v>
                </c:pt>
                <c:pt idx="11">
                  <c:v>199.951171875</c:v>
                </c:pt>
                <c:pt idx="12">
                  <c:v>199.9755859375</c:v>
                </c:pt>
                <c:pt idx="13">
                  <c:v>199.98779296875</c:v>
                </c:pt>
                <c:pt idx="14">
                  <c:v>199.993896484375</c:v>
                </c:pt>
                <c:pt idx="15">
                  <c:v>199.9969482421875</c:v>
                </c:pt>
                <c:pt idx="16">
                  <c:v>199.99847412109375</c:v>
                </c:pt>
                <c:pt idx="17">
                  <c:v>199.99923706054688</c:v>
                </c:pt>
                <c:pt idx="18">
                  <c:v>199.99961853027344</c:v>
                </c:pt>
                <c:pt idx="19">
                  <c:v>199.99980926513672</c:v>
                </c:pt>
                <c:pt idx="20">
                  <c:v>199.99990463256836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47-41CA-8C4D-7913A6D749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66097423"/>
        <c:axId val="1666098863"/>
      </c:areaChart>
      <c:catAx>
        <c:axId val="166609742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6098863"/>
        <c:crosses val="autoZero"/>
        <c:auto val="1"/>
        <c:lblAlgn val="ctr"/>
        <c:lblOffset val="100"/>
        <c:noMultiLvlLbl val="0"/>
      </c:catAx>
      <c:valAx>
        <c:axId val="16660988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609742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431184383202101E-2"/>
          <c:y val="4.599620880723241E-2"/>
          <c:w val="0.7413928805774278"/>
          <c:h val="0.87933712452610091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Canada</c:v>
                </c:pt>
              </c:strCache>
            </c:strRef>
          </c:tx>
          <c:spPr>
            <a:ln w="25400" cap="flat" cmpd="dbl" algn="ctr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34925" cap="flat" cmpd="dbl" algn="ctr">
                <a:solidFill>
                  <a:schemeClr val="accent2"/>
                </a:solidFill>
                <a:round/>
              </a:ln>
              <a:effectLst/>
            </c:spPr>
          </c:marker>
          <c:xVal>
            <c:numRef>
              <c:f>Sheet1!$B$2:$B$147</c:f>
              <c:numCache>
                <c:formatCode>General</c:formatCode>
                <c:ptCount val="146"/>
                <c:pt idx="0">
                  <c:v>1790</c:v>
                </c:pt>
                <c:pt idx="1">
                  <c:v>1791</c:v>
                </c:pt>
                <c:pt idx="2">
                  <c:v>1792</c:v>
                </c:pt>
                <c:pt idx="3">
                  <c:v>1793</c:v>
                </c:pt>
                <c:pt idx="4">
                  <c:v>1794</c:v>
                </c:pt>
                <c:pt idx="5">
                  <c:v>1795</c:v>
                </c:pt>
                <c:pt idx="6">
                  <c:v>1796</c:v>
                </c:pt>
                <c:pt idx="7">
                  <c:v>1797</c:v>
                </c:pt>
                <c:pt idx="8">
                  <c:v>1798</c:v>
                </c:pt>
                <c:pt idx="9">
                  <c:v>1799</c:v>
                </c:pt>
                <c:pt idx="10">
                  <c:v>1800</c:v>
                </c:pt>
                <c:pt idx="11">
                  <c:v>1801</c:v>
                </c:pt>
                <c:pt idx="12">
                  <c:v>1802</c:v>
                </c:pt>
                <c:pt idx="13">
                  <c:v>1803</c:v>
                </c:pt>
                <c:pt idx="14">
                  <c:v>1804</c:v>
                </c:pt>
                <c:pt idx="15">
                  <c:v>1805</c:v>
                </c:pt>
                <c:pt idx="16">
                  <c:v>1806</c:v>
                </c:pt>
                <c:pt idx="17">
                  <c:v>1807</c:v>
                </c:pt>
                <c:pt idx="18">
                  <c:v>1808</c:v>
                </c:pt>
                <c:pt idx="19">
                  <c:v>1809</c:v>
                </c:pt>
                <c:pt idx="20">
                  <c:v>1810</c:v>
                </c:pt>
                <c:pt idx="21">
                  <c:v>1811</c:v>
                </c:pt>
                <c:pt idx="22">
                  <c:v>1812</c:v>
                </c:pt>
                <c:pt idx="23">
                  <c:v>1813</c:v>
                </c:pt>
                <c:pt idx="24">
                  <c:v>1814</c:v>
                </c:pt>
                <c:pt idx="25">
                  <c:v>1815</c:v>
                </c:pt>
                <c:pt idx="26">
                  <c:v>1816</c:v>
                </c:pt>
                <c:pt idx="27">
                  <c:v>1817</c:v>
                </c:pt>
                <c:pt idx="28">
                  <c:v>1818</c:v>
                </c:pt>
                <c:pt idx="29">
                  <c:v>1819</c:v>
                </c:pt>
                <c:pt idx="30">
                  <c:v>1820</c:v>
                </c:pt>
                <c:pt idx="31">
                  <c:v>1821</c:v>
                </c:pt>
                <c:pt idx="32">
                  <c:v>1822</c:v>
                </c:pt>
                <c:pt idx="33">
                  <c:v>1823</c:v>
                </c:pt>
                <c:pt idx="34">
                  <c:v>1824</c:v>
                </c:pt>
                <c:pt idx="35">
                  <c:v>1825</c:v>
                </c:pt>
                <c:pt idx="36">
                  <c:v>1826</c:v>
                </c:pt>
                <c:pt idx="37">
                  <c:v>1827</c:v>
                </c:pt>
                <c:pt idx="38">
                  <c:v>1828</c:v>
                </c:pt>
                <c:pt idx="39">
                  <c:v>1829</c:v>
                </c:pt>
                <c:pt idx="40">
                  <c:v>1830</c:v>
                </c:pt>
                <c:pt idx="41">
                  <c:v>1831</c:v>
                </c:pt>
                <c:pt idx="42">
                  <c:v>1832</c:v>
                </c:pt>
                <c:pt idx="43">
                  <c:v>1833</c:v>
                </c:pt>
                <c:pt idx="44">
                  <c:v>1834</c:v>
                </c:pt>
                <c:pt idx="45">
                  <c:v>1835</c:v>
                </c:pt>
                <c:pt idx="46">
                  <c:v>1836</c:v>
                </c:pt>
                <c:pt idx="47">
                  <c:v>1837</c:v>
                </c:pt>
                <c:pt idx="48">
                  <c:v>1838</c:v>
                </c:pt>
                <c:pt idx="49">
                  <c:v>1839</c:v>
                </c:pt>
                <c:pt idx="50">
                  <c:v>1840</c:v>
                </c:pt>
                <c:pt idx="51">
                  <c:v>1841</c:v>
                </c:pt>
                <c:pt idx="52">
                  <c:v>1842</c:v>
                </c:pt>
                <c:pt idx="53">
                  <c:v>1843</c:v>
                </c:pt>
                <c:pt idx="54">
                  <c:v>1844</c:v>
                </c:pt>
                <c:pt idx="55">
                  <c:v>1845</c:v>
                </c:pt>
                <c:pt idx="56">
                  <c:v>1846</c:v>
                </c:pt>
                <c:pt idx="57">
                  <c:v>1847</c:v>
                </c:pt>
                <c:pt idx="58">
                  <c:v>1848</c:v>
                </c:pt>
                <c:pt idx="59">
                  <c:v>1849</c:v>
                </c:pt>
                <c:pt idx="60">
                  <c:v>1850</c:v>
                </c:pt>
                <c:pt idx="61">
                  <c:v>1851</c:v>
                </c:pt>
                <c:pt idx="62">
                  <c:v>1852</c:v>
                </c:pt>
                <c:pt idx="63">
                  <c:v>1853</c:v>
                </c:pt>
                <c:pt idx="64">
                  <c:v>1854</c:v>
                </c:pt>
                <c:pt idx="65">
                  <c:v>1855</c:v>
                </c:pt>
                <c:pt idx="66">
                  <c:v>1856</c:v>
                </c:pt>
                <c:pt idx="67">
                  <c:v>1857</c:v>
                </c:pt>
                <c:pt idx="68">
                  <c:v>1858</c:v>
                </c:pt>
                <c:pt idx="69">
                  <c:v>1859</c:v>
                </c:pt>
                <c:pt idx="70">
                  <c:v>1860</c:v>
                </c:pt>
                <c:pt idx="71">
                  <c:v>1861</c:v>
                </c:pt>
                <c:pt idx="72">
                  <c:v>1862</c:v>
                </c:pt>
                <c:pt idx="73">
                  <c:v>1863</c:v>
                </c:pt>
                <c:pt idx="74">
                  <c:v>1864</c:v>
                </c:pt>
                <c:pt idx="75">
                  <c:v>1865</c:v>
                </c:pt>
                <c:pt idx="76">
                  <c:v>1866</c:v>
                </c:pt>
                <c:pt idx="77">
                  <c:v>1867</c:v>
                </c:pt>
                <c:pt idx="78">
                  <c:v>1868</c:v>
                </c:pt>
                <c:pt idx="79">
                  <c:v>1869</c:v>
                </c:pt>
                <c:pt idx="80">
                  <c:v>1870</c:v>
                </c:pt>
                <c:pt idx="81">
                  <c:v>1871</c:v>
                </c:pt>
                <c:pt idx="82">
                  <c:v>1872</c:v>
                </c:pt>
                <c:pt idx="83">
                  <c:v>1873</c:v>
                </c:pt>
                <c:pt idx="84">
                  <c:v>1874</c:v>
                </c:pt>
                <c:pt idx="85">
                  <c:v>1875</c:v>
                </c:pt>
                <c:pt idx="86">
                  <c:v>1876</c:v>
                </c:pt>
                <c:pt idx="87">
                  <c:v>1877</c:v>
                </c:pt>
                <c:pt idx="88">
                  <c:v>1878</c:v>
                </c:pt>
                <c:pt idx="89">
                  <c:v>1879</c:v>
                </c:pt>
                <c:pt idx="90">
                  <c:v>1880</c:v>
                </c:pt>
                <c:pt idx="91">
                  <c:v>1881</c:v>
                </c:pt>
                <c:pt idx="92">
                  <c:v>1882</c:v>
                </c:pt>
                <c:pt idx="93">
                  <c:v>1883</c:v>
                </c:pt>
                <c:pt idx="94">
                  <c:v>1884</c:v>
                </c:pt>
                <c:pt idx="95">
                  <c:v>1885</c:v>
                </c:pt>
                <c:pt idx="96">
                  <c:v>1886</c:v>
                </c:pt>
                <c:pt idx="97">
                  <c:v>1887</c:v>
                </c:pt>
                <c:pt idx="98">
                  <c:v>1888</c:v>
                </c:pt>
                <c:pt idx="99">
                  <c:v>1889</c:v>
                </c:pt>
                <c:pt idx="100">
                  <c:v>1890</c:v>
                </c:pt>
                <c:pt idx="101">
                  <c:v>1891</c:v>
                </c:pt>
                <c:pt idx="102">
                  <c:v>1892</c:v>
                </c:pt>
                <c:pt idx="103">
                  <c:v>1893</c:v>
                </c:pt>
                <c:pt idx="104">
                  <c:v>1894</c:v>
                </c:pt>
                <c:pt idx="105">
                  <c:v>1895</c:v>
                </c:pt>
                <c:pt idx="106">
                  <c:v>1896</c:v>
                </c:pt>
                <c:pt idx="107">
                  <c:v>1897</c:v>
                </c:pt>
                <c:pt idx="108">
                  <c:v>1898</c:v>
                </c:pt>
                <c:pt idx="109">
                  <c:v>1899</c:v>
                </c:pt>
                <c:pt idx="110">
                  <c:v>1900</c:v>
                </c:pt>
                <c:pt idx="111">
                  <c:v>1901</c:v>
                </c:pt>
                <c:pt idx="112">
                  <c:v>1902</c:v>
                </c:pt>
                <c:pt idx="113">
                  <c:v>1903</c:v>
                </c:pt>
                <c:pt idx="114">
                  <c:v>1904</c:v>
                </c:pt>
                <c:pt idx="115">
                  <c:v>1905</c:v>
                </c:pt>
                <c:pt idx="116">
                  <c:v>1906</c:v>
                </c:pt>
                <c:pt idx="117">
                  <c:v>1907</c:v>
                </c:pt>
                <c:pt idx="118">
                  <c:v>1908</c:v>
                </c:pt>
                <c:pt idx="119">
                  <c:v>1909</c:v>
                </c:pt>
                <c:pt idx="120">
                  <c:v>1910</c:v>
                </c:pt>
                <c:pt idx="121">
                  <c:v>1911</c:v>
                </c:pt>
                <c:pt idx="122">
                  <c:v>1912</c:v>
                </c:pt>
                <c:pt idx="123">
                  <c:v>1913</c:v>
                </c:pt>
                <c:pt idx="124">
                  <c:v>1914</c:v>
                </c:pt>
                <c:pt idx="125">
                  <c:v>1915</c:v>
                </c:pt>
                <c:pt idx="126">
                  <c:v>1916</c:v>
                </c:pt>
                <c:pt idx="127">
                  <c:v>1917</c:v>
                </c:pt>
                <c:pt idx="128">
                  <c:v>1918</c:v>
                </c:pt>
                <c:pt idx="129">
                  <c:v>1919</c:v>
                </c:pt>
                <c:pt idx="130">
                  <c:v>1920</c:v>
                </c:pt>
                <c:pt idx="131">
                  <c:v>1921</c:v>
                </c:pt>
                <c:pt idx="132">
                  <c:v>1922</c:v>
                </c:pt>
                <c:pt idx="133">
                  <c:v>1923</c:v>
                </c:pt>
                <c:pt idx="134">
                  <c:v>1924</c:v>
                </c:pt>
                <c:pt idx="135">
                  <c:v>1925</c:v>
                </c:pt>
                <c:pt idx="136">
                  <c:v>1926</c:v>
                </c:pt>
                <c:pt idx="137">
                  <c:v>1927</c:v>
                </c:pt>
                <c:pt idx="138">
                  <c:v>1928</c:v>
                </c:pt>
                <c:pt idx="139">
                  <c:v>1929</c:v>
                </c:pt>
                <c:pt idx="140">
                  <c:v>1930</c:v>
                </c:pt>
                <c:pt idx="141">
                  <c:v>1931</c:v>
                </c:pt>
                <c:pt idx="142">
                  <c:v>1932</c:v>
                </c:pt>
                <c:pt idx="143">
                  <c:v>1933</c:v>
                </c:pt>
                <c:pt idx="144">
                  <c:v>1934</c:v>
                </c:pt>
                <c:pt idx="145">
                  <c:v>1935</c:v>
                </c:pt>
              </c:numCache>
            </c:numRef>
          </c:xVal>
          <c:yVal>
            <c:numRef>
              <c:f>Sheet1!$C$2:$C$147</c:f>
              <c:numCache>
                <c:formatCode>General</c:formatCode>
                <c:ptCount val="146"/>
                <c:pt idx="47">
                  <c:v>1</c:v>
                </c:pt>
                <c:pt idx="124">
                  <c:v>1</c:v>
                </c:pt>
                <c:pt idx="133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300-49DF-B007-2D88F76EA011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Scotland</c:v>
                </c:pt>
              </c:strCache>
            </c:strRef>
          </c:tx>
          <c:spPr>
            <a:ln w="25400" cap="flat" cmpd="dbl" algn="ctr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34925" cap="flat" cmpd="dbl" algn="ctr">
                <a:solidFill>
                  <a:schemeClr val="accent2"/>
                </a:solidFill>
                <a:round/>
              </a:ln>
              <a:effectLst/>
            </c:spPr>
          </c:marker>
          <c:xVal>
            <c:numRef>
              <c:f>Sheet1!$B$2:$B$147</c:f>
              <c:numCache>
                <c:formatCode>General</c:formatCode>
                <c:ptCount val="146"/>
                <c:pt idx="0">
                  <c:v>1790</c:v>
                </c:pt>
                <c:pt idx="1">
                  <c:v>1791</c:v>
                </c:pt>
                <c:pt idx="2">
                  <c:v>1792</c:v>
                </c:pt>
                <c:pt idx="3">
                  <c:v>1793</c:v>
                </c:pt>
                <c:pt idx="4">
                  <c:v>1794</c:v>
                </c:pt>
                <c:pt idx="5">
                  <c:v>1795</c:v>
                </c:pt>
                <c:pt idx="6">
                  <c:v>1796</c:v>
                </c:pt>
                <c:pt idx="7">
                  <c:v>1797</c:v>
                </c:pt>
                <c:pt idx="8">
                  <c:v>1798</c:v>
                </c:pt>
                <c:pt idx="9">
                  <c:v>1799</c:v>
                </c:pt>
                <c:pt idx="10">
                  <c:v>1800</c:v>
                </c:pt>
                <c:pt idx="11">
                  <c:v>1801</c:v>
                </c:pt>
                <c:pt idx="12">
                  <c:v>1802</c:v>
                </c:pt>
                <c:pt idx="13">
                  <c:v>1803</c:v>
                </c:pt>
                <c:pt idx="14">
                  <c:v>1804</c:v>
                </c:pt>
                <c:pt idx="15">
                  <c:v>1805</c:v>
                </c:pt>
                <c:pt idx="16">
                  <c:v>1806</c:v>
                </c:pt>
                <c:pt idx="17">
                  <c:v>1807</c:v>
                </c:pt>
                <c:pt idx="18">
                  <c:v>1808</c:v>
                </c:pt>
                <c:pt idx="19">
                  <c:v>1809</c:v>
                </c:pt>
                <c:pt idx="20">
                  <c:v>1810</c:v>
                </c:pt>
                <c:pt idx="21">
                  <c:v>1811</c:v>
                </c:pt>
                <c:pt idx="22">
                  <c:v>1812</c:v>
                </c:pt>
                <c:pt idx="23">
                  <c:v>1813</c:v>
                </c:pt>
                <c:pt idx="24">
                  <c:v>1814</c:v>
                </c:pt>
                <c:pt idx="25">
                  <c:v>1815</c:v>
                </c:pt>
                <c:pt idx="26">
                  <c:v>1816</c:v>
                </c:pt>
                <c:pt idx="27">
                  <c:v>1817</c:v>
                </c:pt>
                <c:pt idx="28">
                  <c:v>1818</c:v>
                </c:pt>
                <c:pt idx="29">
                  <c:v>1819</c:v>
                </c:pt>
                <c:pt idx="30">
                  <c:v>1820</c:v>
                </c:pt>
                <c:pt idx="31">
                  <c:v>1821</c:v>
                </c:pt>
                <c:pt idx="32">
                  <c:v>1822</c:v>
                </c:pt>
                <c:pt idx="33">
                  <c:v>1823</c:v>
                </c:pt>
                <c:pt idx="34">
                  <c:v>1824</c:v>
                </c:pt>
                <c:pt idx="35">
                  <c:v>1825</c:v>
                </c:pt>
                <c:pt idx="36">
                  <c:v>1826</c:v>
                </c:pt>
                <c:pt idx="37">
                  <c:v>1827</c:v>
                </c:pt>
                <c:pt idx="38">
                  <c:v>1828</c:v>
                </c:pt>
                <c:pt idx="39">
                  <c:v>1829</c:v>
                </c:pt>
                <c:pt idx="40">
                  <c:v>1830</c:v>
                </c:pt>
                <c:pt idx="41">
                  <c:v>1831</c:v>
                </c:pt>
                <c:pt idx="42">
                  <c:v>1832</c:v>
                </c:pt>
                <c:pt idx="43">
                  <c:v>1833</c:v>
                </c:pt>
                <c:pt idx="44">
                  <c:v>1834</c:v>
                </c:pt>
                <c:pt idx="45">
                  <c:v>1835</c:v>
                </c:pt>
                <c:pt idx="46">
                  <c:v>1836</c:v>
                </c:pt>
                <c:pt idx="47">
                  <c:v>1837</c:v>
                </c:pt>
                <c:pt idx="48">
                  <c:v>1838</c:v>
                </c:pt>
                <c:pt idx="49">
                  <c:v>1839</c:v>
                </c:pt>
                <c:pt idx="50">
                  <c:v>1840</c:v>
                </c:pt>
                <c:pt idx="51">
                  <c:v>1841</c:v>
                </c:pt>
                <c:pt idx="52">
                  <c:v>1842</c:v>
                </c:pt>
                <c:pt idx="53">
                  <c:v>1843</c:v>
                </c:pt>
                <c:pt idx="54">
                  <c:v>1844</c:v>
                </c:pt>
                <c:pt idx="55">
                  <c:v>1845</c:v>
                </c:pt>
                <c:pt idx="56">
                  <c:v>1846</c:v>
                </c:pt>
                <c:pt idx="57">
                  <c:v>1847</c:v>
                </c:pt>
                <c:pt idx="58">
                  <c:v>1848</c:v>
                </c:pt>
                <c:pt idx="59">
                  <c:v>1849</c:v>
                </c:pt>
                <c:pt idx="60">
                  <c:v>1850</c:v>
                </c:pt>
                <c:pt idx="61">
                  <c:v>1851</c:v>
                </c:pt>
                <c:pt idx="62">
                  <c:v>1852</c:v>
                </c:pt>
                <c:pt idx="63">
                  <c:v>1853</c:v>
                </c:pt>
                <c:pt idx="64">
                  <c:v>1854</c:v>
                </c:pt>
                <c:pt idx="65">
                  <c:v>1855</c:v>
                </c:pt>
                <c:pt idx="66">
                  <c:v>1856</c:v>
                </c:pt>
                <c:pt idx="67">
                  <c:v>1857</c:v>
                </c:pt>
                <c:pt idx="68">
                  <c:v>1858</c:v>
                </c:pt>
                <c:pt idx="69">
                  <c:v>1859</c:v>
                </c:pt>
                <c:pt idx="70">
                  <c:v>1860</c:v>
                </c:pt>
                <c:pt idx="71">
                  <c:v>1861</c:v>
                </c:pt>
                <c:pt idx="72">
                  <c:v>1862</c:v>
                </c:pt>
                <c:pt idx="73">
                  <c:v>1863</c:v>
                </c:pt>
                <c:pt idx="74">
                  <c:v>1864</c:v>
                </c:pt>
                <c:pt idx="75">
                  <c:v>1865</c:v>
                </c:pt>
                <c:pt idx="76">
                  <c:v>1866</c:v>
                </c:pt>
                <c:pt idx="77">
                  <c:v>1867</c:v>
                </c:pt>
                <c:pt idx="78">
                  <c:v>1868</c:v>
                </c:pt>
                <c:pt idx="79">
                  <c:v>1869</c:v>
                </c:pt>
                <c:pt idx="80">
                  <c:v>1870</c:v>
                </c:pt>
                <c:pt idx="81">
                  <c:v>1871</c:v>
                </c:pt>
                <c:pt idx="82">
                  <c:v>1872</c:v>
                </c:pt>
                <c:pt idx="83">
                  <c:v>1873</c:v>
                </c:pt>
                <c:pt idx="84">
                  <c:v>1874</c:v>
                </c:pt>
                <c:pt idx="85">
                  <c:v>1875</c:v>
                </c:pt>
                <c:pt idx="86">
                  <c:v>1876</c:v>
                </c:pt>
                <c:pt idx="87">
                  <c:v>1877</c:v>
                </c:pt>
                <c:pt idx="88">
                  <c:v>1878</c:v>
                </c:pt>
                <c:pt idx="89">
                  <c:v>1879</c:v>
                </c:pt>
                <c:pt idx="90">
                  <c:v>1880</c:v>
                </c:pt>
                <c:pt idx="91">
                  <c:v>1881</c:v>
                </c:pt>
                <c:pt idx="92">
                  <c:v>1882</c:v>
                </c:pt>
                <c:pt idx="93">
                  <c:v>1883</c:v>
                </c:pt>
                <c:pt idx="94">
                  <c:v>1884</c:v>
                </c:pt>
                <c:pt idx="95">
                  <c:v>1885</c:v>
                </c:pt>
                <c:pt idx="96">
                  <c:v>1886</c:v>
                </c:pt>
                <c:pt idx="97">
                  <c:v>1887</c:v>
                </c:pt>
                <c:pt idx="98">
                  <c:v>1888</c:v>
                </c:pt>
                <c:pt idx="99">
                  <c:v>1889</c:v>
                </c:pt>
                <c:pt idx="100">
                  <c:v>1890</c:v>
                </c:pt>
                <c:pt idx="101">
                  <c:v>1891</c:v>
                </c:pt>
                <c:pt idx="102">
                  <c:v>1892</c:v>
                </c:pt>
                <c:pt idx="103">
                  <c:v>1893</c:v>
                </c:pt>
                <c:pt idx="104">
                  <c:v>1894</c:v>
                </c:pt>
                <c:pt idx="105">
                  <c:v>1895</c:v>
                </c:pt>
                <c:pt idx="106">
                  <c:v>1896</c:v>
                </c:pt>
                <c:pt idx="107">
                  <c:v>1897</c:v>
                </c:pt>
                <c:pt idx="108">
                  <c:v>1898</c:v>
                </c:pt>
                <c:pt idx="109">
                  <c:v>1899</c:v>
                </c:pt>
                <c:pt idx="110">
                  <c:v>1900</c:v>
                </c:pt>
                <c:pt idx="111">
                  <c:v>1901</c:v>
                </c:pt>
                <c:pt idx="112">
                  <c:v>1902</c:v>
                </c:pt>
                <c:pt idx="113">
                  <c:v>1903</c:v>
                </c:pt>
                <c:pt idx="114">
                  <c:v>1904</c:v>
                </c:pt>
                <c:pt idx="115">
                  <c:v>1905</c:v>
                </c:pt>
                <c:pt idx="116">
                  <c:v>1906</c:v>
                </c:pt>
                <c:pt idx="117">
                  <c:v>1907</c:v>
                </c:pt>
                <c:pt idx="118">
                  <c:v>1908</c:v>
                </c:pt>
                <c:pt idx="119">
                  <c:v>1909</c:v>
                </c:pt>
                <c:pt idx="120">
                  <c:v>1910</c:v>
                </c:pt>
                <c:pt idx="121">
                  <c:v>1911</c:v>
                </c:pt>
                <c:pt idx="122">
                  <c:v>1912</c:v>
                </c:pt>
                <c:pt idx="123">
                  <c:v>1913</c:v>
                </c:pt>
                <c:pt idx="124">
                  <c:v>1914</c:v>
                </c:pt>
                <c:pt idx="125">
                  <c:v>1915</c:v>
                </c:pt>
                <c:pt idx="126">
                  <c:v>1916</c:v>
                </c:pt>
                <c:pt idx="127">
                  <c:v>1917</c:v>
                </c:pt>
                <c:pt idx="128">
                  <c:v>1918</c:v>
                </c:pt>
                <c:pt idx="129">
                  <c:v>1919</c:v>
                </c:pt>
                <c:pt idx="130">
                  <c:v>1920</c:v>
                </c:pt>
                <c:pt idx="131">
                  <c:v>1921</c:v>
                </c:pt>
                <c:pt idx="132">
                  <c:v>1922</c:v>
                </c:pt>
                <c:pt idx="133">
                  <c:v>1923</c:v>
                </c:pt>
                <c:pt idx="134">
                  <c:v>1924</c:v>
                </c:pt>
                <c:pt idx="135">
                  <c:v>1925</c:v>
                </c:pt>
                <c:pt idx="136">
                  <c:v>1926</c:v>
                </c:pt>
                <c:pt idx="137">
                  <c:v>1927</c:v>
                </c:pt>
                <c:pt idx="138">
                  <c:v>1928</c:v>
                </c:pt>
                <c:pt idx="139">
                  <c:v>1929</c:v>
                </c:pt>
                <c:pt idx="140">
                  <c:v>1930</c:v>
                </c:pt>
                <c:pt idx="141">
                  <c:v>1931</c:v>
                </c:pt>
                <c:pt idx="142">
                  <c:v>1932</c:v>
                </c:pt>
                <c:pt idx="143">
                  <c:v>1933</c:v>
                </c:pt>
                <c:pt idx="144">
                  <c:v>1934</c:v>
                </c:pt>
                <c:pt idx="145">
                  <c:v>1935</c:v>
                </c:pt>
              </c:numCache>
            </c:numRef>
          </c:xVal>
          <c:yVal>
            <c:numRef>
              <c:f>Sheet1!$D$2:$D$147</c:f>
              <c:numCache>
                <c:formatCode>General</c:formatCode>
                <c:ptCount val="146"/>
                <c:pt idx="7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300-49DF-B007-2D88F76EA011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Sweden</c:v>
                </c:pt>
              </c:strCache>
            </c:strRef>
          </c:tx>
          <c:spPr>
            <a:ln w="25400" cap="flat" cmpd="dbl" algn="ctr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34925" cap="flat" cmpd="dbl" algn="ctr">
                <a:solidFill>
                  <a:schemeClr val="accent2">
                    <a:alpha val="70000"/>
                  </a:schemeClr>
                </a:solidFill>
                <a:round/>
              </a:ln>
              <a:effectLst/>
            </c:spPr>
          </c:marker>
          <c:xVal>
            <c:numRef>
              <c:f>Sheet1!$B$2:$B$147</c:f>
              <c:numCache>
                <c:formatCode>General</c:formatCode>
                <c:ptCount val="146"/>
                <c:pt idx="0">
                  <c:v>1790</c:v>
                </c:pt>
                <c:pt idx="1">
                  <c:v>1791</c:v>
                </c:pt>
                <c:pt idx="2">
                  <c:v>1792</c:v>
                </c:pt>
                <c:pt idx="3">
                  <c:v>1793</c:v>
                </c:pt>
                <c:pt idx="4">
                  <c:v>1794</c:v>
                </c:pt>
                <c:pt idx="5">
                  <c:v>1795</c:v>
                </c:pt>
                <c:pt idx="6">
                  <c:v>1796</c:v>
                </c:pt>
                <c:pt idx="7">
                  <c:v>1797</c:v>
                </c:pt>
                <c:pt idx="8">
                  <c:v>1798</c:v>
                </c:pt>
                <c:pt idx="9">
                  <c:v>1799</c:v>
                </c:pt>
                <c:pt idx="10">
                  <c:v>1800</c:v>
                </c:pt>
                <c:pt idx="11">
                  <c:v>1801</c:v>
                </c:pt>
                <c:pt idx="12">
                  <c:v>1802</c:v>
                </c:pt>
                <c:pt idx="13">
                  <c:v>1803</c:v>
                </c:pt>
                <c:pt idx="14">
                  <c:v>1804</c:v>
                </c:pt>
                <c:pt idx="15">
                  <c:v>1805</c:v>
                </c:pt>
                <c:pt idx="16">
                  <c:v>1806</c:v>
                </c:pt>
                <c:pt idx="17">
                  <c:v>1807</c:v>
                </c:pt>
                <c:pt idx="18">
                  <c:v>1808</c:v>
                </c:pt>
                <c:pt idx="19">
                  <c:v>1809</c:v>
                </c:pt>
                <c:pt idx="20">
                  <c:v>1810</c:v>
                </c:pt>
                <c:pt idx="21">
                  <c:v>1811</c:v>
                </c:pt>
                <c:pt idx="22">
                  <c:v>1812</c:v>
                </c:pt>
                <c:pt idx="23">
                  <c:v>1813</c:v>
                </c:pt>
                <c:pt idx="24">
                  <c:v>1814</c:v>
                </c:pt>
                <c:pt idx="25">
                  <c:v>1815</c:v>
                </c:pt>
                <c:pt idx="26">
                  <c:v>1816</c:v>
                </c:pt>
                <c:pt idx="27">
                  <c:v>1817</c:v>
                </c:pt>
                <c:pt idx="28">
                  <c:v>1818</c:v>
                </c:pt>
                <c:pt idx="29">
                  <c:v>1819</c:v>
                </c:pt>
                <c:pt idx="30">
                  <c:v>1820</c:v>
                </c:pt>
                <c:pt idx="31">
                  <c:v>1821</c:v>
                </c:pt>
                <c:pt idx="32">
                  <c:v>1822</c:v>
                </c:pt>
                <c:pt idx="33">
                  <c:v>1823</c:v>
                </c:pt>
                <c:pt idx="34">
                  <c:v>1824</c:v>
                </c:pt>
                <c:pt idx="35">
                  <c:v>1825</c:v>
                </c:pt>
                <c:pt idx="36">
                  <c:v>1826</c:v>
                </c:pt>
                <c:pt idx="37">
                  <c:v>1827</c:v>
                </c:pt>
                <c:pt idx="38">
                  <c:v>1828</c:v>
                </c:pt>
                <c:pt idx="39">
                  <c:v>1829</c:v>
                </c:pt>
                <c:pt idx="40">
                  <c:v>1830</c:v>
                </c:pt>
                <c:pt idx="41">
                  <c:v>1831</c:v>
                </c:pt>
                <c:pt idx="42">
                  <c:v>1832</c:v>
                </c:pt>
                <c:pt idx="43">
                  <c:v>1833</c:v>
                </c:pt>
                <c:pt idx="44">
                  <c:v>1834</c:v>
                </c:pt>
                <c:pt idx="45">
                  <c:v>1835</c:v>
                </c:pt>
                <c:pt idx="46">
                  <c:v>1836</c:v>
                </c:pt>
                <c:pt idx="47">
                  <c:v>1837</c:v>
                </c:pt>
                <c:pt idx="48">
                  <c:v>1838</c:v>
                </c:pt>
                <c:pt idx="49">
                  <c:v>1839</c:v>
                </c:pt>
                <c:pt idx="50">
                  <c:v>1840</c:v>
                </c:pt>
                <c:pt idx="51">
                  <c:v>1841</c:v>
                </c:pt>
                <c:pt idx="52">
                  <c:v>1842</c:v>
                </c:pt>
                <c:pt idx="53">
                  <c:v>1843</c:v>
                </c:pt>
                <c:pt idx="54">
                  <c:v>1844</c:v>
                </c:pt>
                <c:pt idx="55">
                  <c:v>1845</c:v>
                </c:pt>
                <c:pt idx="56">
                  <c:v>1846</c:v>
                </c:pt>
                <c:pt idx="57">
                  <c:v>1847</c:v>
                </c:pt>
                <c:pt idx="58">
                  <c:v>1848</c:v>
                </c:pt>
                <c:pt idx="59">
                  <c:v>1849</c:v>
                </c:pt>
                <c:pt idx="60">
                  <c:v>1850</c:v>
                </c:pt>
                <c:pt idx="61">
                  <c:v>1851</c:v>
                </c:pt>
                <c:pt idx="62">
                  <c:v>1852</c:v>
                </c:pt>
                <c:pt idx="63">
                  <c:v>1853</c:v>
                </c:pt>
                <c:pt idx="64">
                  <c:v>1854</c:v>
                </c:pt>
                <c:pt idx="65">
                  <c:v>1855</c:v>
                </c:pt>
                <c:pt idx="66">
                  <c:v>1856</c:v>
                </c:pt>
                <c:pt idx="67">
                  <c:v>1857</c:v>
                </c:pt>
                <c:pt idx="68">
                  <c:v>1858</c:v>
                </c:pt>
                <c:pt idx="69">
                  <c:v>1859</c:v>
                </c:pt>
                <c:pt idx="70">
                  <c:v>1860</c:v>
                </c:pt>
                <c:pt idx="71">
                  <c:v>1861</c:v>
                </c:pt>
                <c:pt idx="72">
                  <c:v>1862</c:v>
                </c:pt>
                <c:pt idx="73">
                  <c:v>1863</c:v>
                </c:pt>
                <c:pt idx="74">
                  <c:v>1864</c:v>
                </c:pt>
                <c:pt idx="75">
                  <c:v>1865</c:v>
                </c:pt>
                <c:pt idx="76">
                  <c:v>1866</c:v>
                </c:pt>
                <c:pt idx="77">
                  <c:v>1867</c:v>
                </c:pt>
                <c:pt idx="78">
                  <c:v>1868</c:v>
                </c:pt>
                <c:pt idx="79">
                  <c:v>1869</c:v>
                </c:pt>
                <c:pt idx="80">
                  <c:v>1870</c:v>
                </c:pt>
                <c:pt idx="81">
                  <c:v>1871</c:v>
                </c:pt>
                <c:pt idx="82">
                  <c:v>1872</c:v>
                </c:pt>
                <c:pt idx="83">
                  <c:v>1873</c:v>
                </c:pt>
                <c:pt idx="84">
                  <c:v>1874</c:v>
                </c:pt>
                <c:pt idx="85">
                  <c:v>1875</c:v>
                </c:pt>
                <c:pt idx="86">
                  <c:v>1876</c:v>
                </c:pt>
                <c:pt idx="87">
                  <c:v>1877</c:v>
                </c:pt>
                <c:pt idx="88">
                  <c:v>1878</c:v>
                </c:pt>
                <c:pt idx="89">
                  <c:v>1879</c:v>
                </c:pt>
                <c:pt idx="90">
                  <c:v>1880</c:v>
                </c:pt>
                <c:pt idx="91">
                  <c:v>1881</c:v>
                </c:pt>
                <c:pt idx="92">
                  <c:v>1882</c:v>
                </c:pt>
                <c:pt idx="93">
                  <c:v>1883</c:v>
                </c:pt>
                <c:pt idx="94">
                  <c:v>1884</c:v>
                </c:pt>
                <c:pt idx="95">
                  <c:v>1885</c:v>
                </c:pt>
                <c:pt idx="96">
                  <c:v>1886</c:v>
                </c:pt>
                <c:pt idx="97">
                  <c:v>1887</c:v>
                </c:pt>
                <c:pt idx="98">
                  <c:v>1888</c:v>
                </c:pt>
                <c:pt idx="99">
                  <c:v>1889</c:v>
                </c:pt>
                <c:pt idx="100">
                  <c:v>1890</c:v>
                </c:pt>
                <c:pt idx="101">
                  <c:v>1891</c:v>
                </c:pt>
                <c:pt idx="102">
                  <c:v>1892</c:v>
                </c:pt>
                <c:pt idx="103">
                  <c:v>1893</c:v>
                </c:pt>
                <c:pt idx="104">
                  <c:v>1894</c:v>
                </c:pt>
                <c:pt idx="105">
                  <c:v>1895</c:v>
                </c:pt>
                <c:pt idx="106">
                  <c:v>1896</c:v>
                </c:pt>
                <c:pt idx="107">
                  <c:v>1897</c:v>
                </c:pt>
                <c:pt idx="108">
                  <c:v>1898</c:v>
                </c:pt>
                <c:pt idx="109">
                  <c:v>1899</c:v>
                </c:pt>
                <c:pt idx="110">
                  <c:v>1900</c:v>
                </c:pt>
                <c:pt idx="111">
                  <c:v>1901</c:v>
                </c:pt>
                <c:pt idx="112">
                  <c:v>1902</c:v>
                </c:pt>
                <c:pt idx="113">
                  <c:v>1903</c:v>
                </c:pt>
                <c:pt idx="114">
                  <c:v>1904</c:v>
                </c:pt>
                <c:pt idx="115">
                  <c:v>1905</c:v>
                </c:pt>
                <c:pt idx="116">
                  <c:v>1906</c:v>
                </c:pt>
                <c:pt idx="117">
                  <c:v>1907</c:v>
                </c:pt>
                <c:pt idx="118">
                  <c:v>1908</c:v>
                </c:pt>
                <c:pt idx="119">
                  <c:v>1909</c:v>
                </c:pt>
                <c:pt idx="120">
                  <c:v>1910</c:v>
                </c:pt>
                <c:pt idx="121">
                  <c:v>1911</c:v>
                </c:pt>
                <c:pt idx="122">
                  <c:v>1912</c:v>
                </c:pt>
                <c:pt idx="123">
                  <c:v>1913</c:v>
                </c:pt>
                <c:pt idx="124">
                  <c:v>1914</c:v>
                </c:pt>
                <c:pt idx="125">
                  <c:v>1915</c:v>
                </c:pt>
                <c:pt idx="126">
                  <c:v>1916</c:v>
                </c:pt>
                <c:pt idx="127">
                  <c:v>1917</c:v>
                </c:pt>
                <c:pt idx="128">
                  <c:v>1918</c:v>
                </c:pt>
                <c:pt idx="129">
                  <c:v>1919</c:v>
                </c:pt>
                <c:pt idx="130">
                  <c:v>1920</c:v>
                </c:pt>
                <c:pt idx="131">
                  <c:v>1921</c:v>
                </c:pt>
                <c:pt idx="132">
                  <c:v>1922</c:v>
                </c:pt>
                <c:pt idx="133">
                  <c:v>1923</c:v>
                </c:pt>
                <c:pt idx="134">
                  <c:v>1924</c:v>
                </c:pt>
                <c:pt idx="135">
                  <c:v>1925</c:v>
                </c:pt>
                <c:pt idx="136">
                  <c:v>1926</c:v>
                </c:pt>
                <c:pt idx="137">
                  <c:v>1927</c:v>
                </c:pt>
                <c:pt idx="138">
                  <c:v>1928</c:v>
                </c:pt>
                <c:pt idx="139">
                  <c:v>1929</c:v>
                </c:pt>
                <c:pt idx="140">
                  <c:v>1930</c:v>
                </c:pt>
                <c:pt idx="141">
                  <c:v>1931</c:v>
                </c:pt>
                <c:pt idx="142">
                  <c:v>1932</c:v>
                </c:pt>
                <c:pt idx="143">
                  <c:v>1933</c:v>
                </c:pt>
                <c:pt idx="144">
                  <c:v>1934</c:v>
                </c:pt>
                <c:pt idx="145">
                  <c:v>1935</c:v>
                </c:pt>
              </c:numCache>
            </c:numRef>
          </c:xVal>
          <c:yVal>
            <c:numRef>
              <c:f>Sheet1!$E$2:$E$147</c:f>
              <c:numCache>
                <c:formatCode>General</c:formatCode>
                <c:ptCount val="146"/>
                <c:pt idx="117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300-49DF-B007-2D88F76EA011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Australia</c:v>
                </c:pt>
              </c:strCache>
            </c:strRef>
          </c:tx>
          <c:spPr>
            <a:ln w="25400" cap="flat" cmpd="dbl" algn="ctr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34925" cap="flat" cmpd="dbl" algn="ctr">
                <a:solidFill>
                  <a:schemeClr val="accent2">
                    <a:alpha val="70000"/>
                  </a:schemeClr>
                </a:solidFill>
                <a:round/>
              </a:ln>
              <a:effectLst/>
            </c:spPr>
          </c:marker>
          <c:xVal>
            <c:numRef>
              <c:f>Sheet1!$B$2:$B$147</c:f>
              <c:numCache>
                <c:formatCode>General</c:formatCode>
                <c:ptCount val="146"/>
                <c:pt idx="0">
                  <c:v>1790</c:v>
                </c:pt>
                <c:pt idx="1">
                  <c:v>1791</c:v>
                </c:pt>
                <c:pt idx="2">
                  <c:v>1792</c:v>
                </c:pt>
                <c:pt idx="3">
                  <c:v>1793</c:v>
                </c:pt>
                <c:pt idx="4">
                  <c:v>1794</c:v>
                </c:pt>
                <c:pt idx="5">
                  <c:v>1795</c:v>
                </c:pt>
                <c:pt idx="6">
                  <c:v>1796</c:v>
                </c:pt>
                <c:pt idx="7">
                  <c:v>1797</c:v>
                </c:pt>
                <c:pt idx="8">
                  <c:v>1798</c:v>
                </c:pt>
                <c:pt idx="9">
                  <c:v>1799</c:v>
                </c:pt>
                <c:pt idx="10">
                  <c:v>1800</c:v>
                </c:pt>
                <c:pt idx="11">
                  <c:v>1801</c:v>
                </c:pt>
                <c:pt idx="12">
                  <c:v>1802</c:v>
                </c:pt>
                <c:pt idx="13">
                  <c:v>1803</c:v>
                </c:pt>
                <c:pt idx="14">
                  <c:v>1804</c:v>
                </c:pt>
                <c:pt idx="15">
                  <c:v>1805</c:v>
                </c:pt>
                <c:pt idx="16">
                  <c:v>1806</c:v>
                </c:pt>
                <c:pt idx="17">
                  <c:v>1807</c:v>
                </c:pt>
                <c:pt idx="18">
                  <c:v>1808</c:v>
                </c:pt>
                <c:pt idx="19">
                  <c:v>1809</c:v>
                </c:pt>
                <c:pt idx="20">
                  <c:v>1810</c:v>
                </c:pt>
                <c:pt idx="21">
                  <c:v>1811</c:v>
                </c:pt>
                <c:pt idx="22">
                  <c:v>1812</c:v>
                </c:pt>
                <c:pt idx="23">
                  <c:v>1813</c:v>
                </c:pt>
                <c:pt idx="24">
                  <c:v>1814</c:v>
                </c:pt>
                <c:pt idx="25">
                  <c:v>1815</c:v>
                </c:pt>
                <c:pt idx="26">
                  <c:v>1816</c:v>
                </c:pt>
                <c:pt idx="27">
                  <c:v>1817</c:v>
                </c:pt>
                <c:pt idx="28">
                  <c:v>1818</c:v>
                </c:pt>
                <c:pt idx="29">
                  <c:v>1819</c:v>
                </c:pt>
                <c:pt idx="30">
                  <c:v>1820</c:v>
                </c:pt>
                <c:pt idx="31">
                  <c:v>1821</c:v>
                </c:pt>
                <c:pt idx="32">
                  <c:v>1822</c:v>
                </c:pt>
                <c:pt idx="33">
                  <c:v>1823</c:v>
                </c:pt>
                <c:pt idx="34">
                  <c:v>1824</c:v>
                </c:pt>
                <c:pt idx="35">
                  <c:v>1825</c:v>
                </c:pt>
                <c:pt idx="36">
                  <c:v>1826</c:v>
                </c:pt>
                <c:pt idx="37">
                  <c:v>1827</c:v>
                </c:pt>
                <c:pt idx="38">
                  <c:v>1828</c:v>
                </c:pt>
                <c:pt idx="39">
                  <c:v>1829</c:v>
                </c:pt>
                <c:pt idx="40">
                  <c:v>1830</c:v>
                </c:pt>
                <c:pt idx="41">
                  <c:v>1831</c:v>
                </c:pt>
                <c:pt idx="42">
                  <c:v>1832</c:v>
                </c:pt>
                <c:pt idx="43">
                  <c:v>1833</c:v>
                </c:pt>
                <c:pt idx="44">
                  <c:v>1834</c:v>
                </c:pt>
                <c:pt idx="45">
                  <c:v>1835</c:v>
                </c:pt>
                <c:pt idx="46">
                  <c:v>1836</c:v>
                </c:pt>
                <c:pt idx="47">
                  <c:v>1837</c:v>
                </c:pt>
                <c:pt idx="48">
                  <c:v>1838</c:v>
                </c:pt>
                <c:pt idx="49">
                  <c:v>1839</c:v>
                </c:pt>
                <c:pt idx="50">
                  <c:v>1840</c:v>
                </c:pt>
                <c:pt idx="51">
                  <c:v>1841</c:v>
                </c:pt>
                <c:pt idx="52">
                  <c:v>1842</c:v>
                </c:pt>
                <c:pt idx="53">
                  <c:v>1843</c:v>
                </c:pt>
                <c:pt idx="54">
                  <c:v>1844</c:v>
                </c:pt>
                <c:pt idx="55">
                  <c:v>1845</c:v>
                </c:pt>
                <c:pt idx="56">
                  <c:v>1846</c:v>
                </c:pt>
                <c:pt idx="57">
                  <c:v>1847</c:v>
                </c:pt>
                <c:pt idx="58">
                  <c:v>1848</c:v>
                </c:pt>
                <c:pt idx="59">
                  <c:v>1849</c:v>
                </c:pt>
                <c:pt idx="60">
                  <c:v>1850</c:v>
                </c:pt>
                <c:pt idx="61">
                  <c:v>1851</c:v>
                </c:pt>
                <c:pt idx="62">
                  <c:v>1852</c:v>
                </c:pt>
                <c:pt idx="63">
                  <c:v>1853</c:v>
                </c:pt>
                <c:pt idx="64">
                  <c:v>1854</c:v>
                </c:pt>
                <c:pt idx="65">
                  <c:v>1855</c:v>
                </c:pt>
                <c:pt idx="66">
                  <c:v>1856</c:v>
                </c:pt>
                <c:pt idx="67">
                  <c:v>1857</c:v>
                </c:pt>
                <c:pt idx="68">
                  <c:v>1858</c:v>
                </c:pt>
                <c:pt idx="69">
                  <c:v>1859</c:v>
                </c:pt>
                <c:pt idx="70">
                  <c:v>1860</c:v>
                </c:pt>
                <c:pt idx="71">
                  <c:v>1861</c:v>
                </c:pt>
                <c:pt idx="72">
                  <c:v>1862</c:v>
                </c:pt>
                <c:pt idx="73">
                  <c:v>1863</c:v>
                </c:pt>
                <c:pt idx="74">
                  <c:v>1864</c:v>
                </c:pt>
                <c:pt idx="75">
                  <c:v>1865</c:v>
                </c:pt>
                <c:pt idx="76">
                  <c:v>1866</c:v>
                </c:pt>
                <c:pt idx="77">
                  <c:v>1867</c:v>
                </c:pt>
                <c:pt idx="78">
                  <c:v>1868</c:v>
                </c:pt>
                <c:pt idx="79">
                  <c:v>1869</c:v>
                </c:pt>
                <c:pt idx="80">
                  <c:v>1870</c:v>
                </c:pt>
                <c:pt idx="81">
                  <c:v>1871</c:v>
                </c:pt>
                <c:pt idx="82">
                  <c:v>1872</c:v>
                </c:pt>
                <c:pt idx="83">
                  <c:v>1873</c:v>
                </c:pt>
                <c:pt idx="84">
                  <c:v>1874</c:v>
                </c:pt>
                <c:pt idx="85">
                  <c:v>1875</c:v>
                </c:pt>
                <c:pt idx="86">
                  <c:v>1876</c:v>
                </c:pt>
                <c:pt idx="87">
                  <c:v>1877</c:v>
                </c:pt>
                <c:pt idx="88">
                  <c:v>1878</c:v>
                </c:pt>
                <c:pt idx="89">
                  <c:v>1879</c:v>
                </c:pt>
                <c:pt idx="90">
                  <c:v>1880</c:v>
                </c:pt>
                <c:pt idx="91">
                  <c:v>1881</c:v>
                </c:pt>
                <c:pt idx="92">
                  <c:v>1882</c:v>
                </c:pt>
                <c:pt idx="93">
                  <c:v>1883</c:v>
                </c:pt>
                <c:pt idx="94">
                  <c:v>1884</c:v>
                </c:pt>
                <c:pt idx="95">
                  <c:v>1885</c:v>
                </c:pt>
                <c:pt idx="96">
                  <c:v>1886</c:v>
                </c:pt>
                <c:pt idx="97">
                  <c:v>1887</c:v>
                </c:pt>
                <c:pt idx="98">
                  <c:v>1888</c:v>
                </c:pt>
                <c:pt idx="99">
                  <c:v>1889</c:v>
                </c:pt>
                <c:pt idx="100">
                  <c:v>1890</c:v>
                </c:pt>
                <c:pt idx="101">
                  <c:v>1891</c:v>
                </c:pt>
                <c:pt idx="102">
                  <c:v>1892</c:v>
                </c:pt>
                <c:pt idx="103">
                  <c:v>1893</c:v>
                </c:pt>
                <c:pt idx="104">
                  <c:v>1894</c:v>
                </c:pt>
                <c:pt idx="105">
                  <c:v>1895</c:v>
                </c:pt>
                <c:pt idx="106">
                  <c:v>1896</c:v>
                </c:pt>
                <c:pt idx="107">
                  <c:v>1897</c:v>
                </c:pt>
                <c:pt idx="108">
                  <c:v>1898</c:v>
                </c:pt>
                <c:pt idx="109">
                  <c:v>1899</c:v>
                </c:pt>
                <c:pt idx="110">
                  <c:v>1900</c:v>
                </c:pt>
                <c:pt idx="111">
                  <c:v>1901</c:v>
                </c:pt>
                <c:pt idx="112">
                  <c:v>1902</c:v>
                </c:pt>
                <c:pt idx="113">
                  <c:v>1903</c:v>
                </c:pt>
                <c:pt idx="114">
                  <c:v>1904</c:v>
                </c:pt>
                <c:pt idx="115">
                  <c:v>1905</c:v>
                </c:pt>
                <c:pt idx="116">
                  <c:v>1906</c:v>
                </c:pt>
                <c:pt idx="117">
                  <c:v>1907</c:v>
                </c:pt>
                <c:pt idx="118">
                  <c:v>1908</c:v>
                </c:pt>
                <c:pt idx="119">
                  <c:v>1909</c:v>
                </c:pt>
                <c:pt idx="120">
                  <c:v>1910</c:v>
                </c:pt>
                <c:pt idx="121">
                  <c:v>1911</c:v>
                </c:pt>
                <c:pt idx="122">
                  <c:v>1912</c:v>
                </c:pt>
                <c:pt idx="123">
                  <c:v>1913</c:v>
                </c:pt>
                <c:pt idx="124">
                  <c:v>1914</c:v>
                </c:pt>
                <c:pt idx="125">
                  <c:v>1915</c:v>
                </c:pt>
                <c:pt idx="126">
                  <c:v>1916</c:v>
                </c:pt>
                <c:pt idx="127">
                  <c:v>1917</c:v>
                </c:pt>
                <c:pt idx="128">
                  <c:v>1918</c:v>
                </c:pt>
                <c:pt idx="129">
                  <c:v>1919</c:v>
                </c:pt>
                <c:pt idx="130">
                  <c:v>1920</c:v>
                </c:pt>
                <c:pt idx="131">
                  <c:v>1921</c:v>
                </c:pt>
                <c:pt idx="132">
                  <c:v>1922</c:v>
                </c:pt>
                <c:pt idx="133">
                  <c:v>1923</c:v>
                </c:pt>
                <c:pt idx="134">
                  <c:v>1924</c:v>
                </c:pt>
                <c:pt idx="135">
                  <c:v>1925</c:v>
                </c:pt>
                <c:pt idx="136">
                  <c:v>1926</c:v>
                </c:pt>
                <c:pt idx="137">
                  <c:v>1927</c:v>
                </c:pt>
                <c:pt idx="138">
                  <c:v>1928</c:v>
                </c:pt>
                <c:pt idx="139">
                  <c:v>1929</c:v>
                </c:pt>
                <c:pt idx="140">
                  <c:v>1930</c:v>
                </c:pt>
                <c:pt idx="141">
                  <c:v>1931</c:v>
                </c:pt>
                <c:pt idx="142">
                  <c:v>1932</c:v>
                </c:pt>
                <c:pt idx="143">
                  <c:v>1933</c:v>
                </c:pt>
                <c:pt idx="144">
                  <c:v>1934</c:v>
                </c:pt>
                <c:pt idx="145">
                  <c:v>1935</c:v>
                </c:pt>
              </c:numCache>
            </c:numRef>
          </c:xVal>
          <c:yVal>
            <c:numRef>
              <c:f>Sheet1!$F$2:$F$147</c:f>
              <c:numCache>
                <c:formatCode>General</c:formatCode>
                <c:ptCount val="146"/>
                <c:pt idx="103">
                  <c:v>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0300-49DF-B007-2D88F76EA011}"/>
            </c:ext>
          </c:extLst>
        </c:ser>
        <c:ser>
          <c:idx val="4"/>
          <c:order val="4"/>
          <c:tx>
            <c:strRef>
              <c:f>Sheet1!$G$1</c:f>
              <c:strCache>
                <c:ptCount val="1"/>
                <c:pt idx="0">
                  <c:v>China</c:v>
                </c:pt>
              </c:strCache>
            </c:strRef>
          </c:tx>
          <c:spPr>
            <a:ln w="25400" cap="flat" cmpd="dbl" algn="ctr">
              <a:noFill/>
              <a:round/>
            </a:ln>
            <a:effectLst/>
          </c:spPr>
          <c:marker>
            <c:symbol val="circle"/>
            <c:size val="6"/>
            <c:spPr>
              <a:noFill/>
              <a:ln w="34925" cap="flat" cmpd="dbl" algn="ctr">
                <a:solidFill>
                  <a:schemeClr val="accent5">
                    <a:lumMod val="75000"/>
                    <a:alpha val="70000"/>
                  </a:schemeClr>
                </a:solidFill>
                <a:round/>
              </a:ln>
              <a:effectLst/>
            </c:spPr>
          </c:marker>
          <c:xVal>
            <c:numRef>
              <c:f>Sheet1!$B$2:$B$147</c:f>
              <c:numCache>
                <c:formatCode>General</c:formatCode>
                <c:ptCount val="146"/>
                <c:pt idx="0">
                  <c:v>1790</c:v>
                </c:pt>
                <c:pt idx="1">
                  <c:v>1791</c:v>
                </c:pt>
                <c:pt idx="2">
                  <c:v>1792</c:v>
                </c:pt>
                <c:pt idx="3">
                  <c:v>1793</c:v>
                </c:pt>
                <c:pt idx="4">
                  <c:v>1794</c:v>
                </c:pt>
                <c:pt idx="5">
                  <c:v>1795</c:v>
                </c:pt>
                <c:pt idx="6">
                  <c:v>1796</c:v>
                </c:pt>
                <c:pt idx="7">
                  <c:v>1797</c:v>
                </c:pt>
                <c:pt idx="8">
                  <c:v>1798</c:v>
                </c:pt>
                <c:pt idx="9">
                  <c:v>1799</c:v>
                </c:pt>
                <c:pt idx="10">
                  <c:v>1800</c:v>
                </c:pt>
                <c:pt idx="11">
                  <c:v>1801</c:v>
                </c:pt>
                <c:pt idx="12">
                  <c:v>1802</c:v>
                </c:pt>
                <c:pt idx="13">
                  <c:v>1803</c:v>
                </c:pt>
                <c:pt idx="14">
                  <c:v>1804</c:v>
                </c:pt>
                <c:pt idx="15">
                  <c:v>1805</c:v>
                </c:pt>
                <c:pt idx="16">
                  <c:v>1806</c:v>
                </c:pt>
                <c:pt idx="17">
                  <c:v>1807</c:v>
                </c:pt>
                <c:pt idx="18">
                  <c:v>1808</c:v>
                </c:pt>
                <c:pt idx="19">
                  <c:v>1809</c:v>
                </c:pt>
                <c:pt idx="20">
                  <c:v>1810</c:v>
                </c:pt>
                <c:pt idx="21">
                  <c:v>1811</c:v>
                </c:pt>
                <c:pt idx="22">
                  <c:v>1812</c:v>
                </c:pt>
                <c:pt idx="23">
                  <c:v>1813</c:v>
                </c:pt>
                <c:pt idx="24">
                  <c:v>1814</c:v>
                </c:pt>
                <c:pt idx="25">
                  <c:v>1815</c:v>
                </c:pt>
                <c:pt idx="26">
                  <c:v>1816</c:v>
                </c:pt>
                <c:pt idx="27">
                  <c:v>1817</c:v>
                </c:pt>
                <c:pt idx="28">
                  <c:v>1818</c:v>
                </c:pt>
                <c:pt idx="29">
                  <c:v>1819</c:v>
                </c:pt>
                <c:pt idx="30">
                  <c:v>1820</c:v>
                </c:pt>
                <c:pt idx="31">
                  <c:v>1821</c:v>
                </c:pt>
                <c:pt idx="32">
                  <c:v>1822</c:v>
                </c:pt>
                <c:pt idx="33">
                  <c:v>1823</c:v>
                </c:pt>
                <c:pt idx="34">
                  <c:v>1824</c:v>
                </c:pt>
                <c:pt idx="35">
                  <c:v>1825</c:v>
                </c:pt>
                <c:pt idx="36">
                  <c:v>1826</c:v>
                </c:pt>
                <c:pt idx="37">
                  <c:v>1827</c:v>
                </c:pt>
                <c:pt idx="38">
                  <c:v>1828</c:v>
                </c:pt>
                <c:pt idx="39">
                  <c:v>1829</c:v>
                </c:pt>
                <c:pt idx="40">
                  <c:v>1830</c:v>
                </c:pt>
                <c:pt idx="41">
                  <c:v>1831</c:v>
                </c:pt>
                <c:pt idx="42">
                  <c:v>1832</c:v>
                </c:pt>
                <c:pt idx="43">
                  <c:v>1833</c:v>
                </c:pt>
                <c:pt idx="44">
                  <c:v>1834</c:v>
                </c:pt>
                <c:pt idx="45">
                  <c:v>1835</c:v>
                </c:pt>
                <c:pt idx="46">
                  <c:v>1836</c:v>
                </c:pt>
                <c:pt idx="47">
                  <c:v>1837</c:v>
                </c:pt>
                <c:pt idx="48">
                  <c:v>1838</c:v>
                </c:pt>
                <c:pt idx="49">
                  <c:v>1839</c:v>
                </c:pt>
                <c:pt idx="50">
                  <c:v>1840</c:v>
                </c:pt>
                <c:pt idx="51">
                  <c:v>1841</c:v>
                </c:pt>
                <c:pt idx="52">
                  <c:v>1842</c:v>
                </c:pt>
                <c:pt idx="53">
                  <c:v>1843</c:v>
                </c:pt>
                <c:pt idx="54">
                  <c:v>1844</c:v>
                </c:pt>
                <c:pt idx="55">
                  <c:v>1845</c:v>
                </c:pt>
                <c:pt idx="56">
                  <c:v>1846</c:v>
                </c:pt>
                <c:pt idx="57">
                  <c:v>1847</c:v>
                </c:pt>
                <c:pt idx="58">
                  <c:v>1848</c:v>
                </c:pt>
                <c:pt idx="59">
                  <c:v>1849</c:v>
                </c:pt>
                <c:pt idx="60">
                  <c:v>1850</c:v>
                </c:pt>
                <c:pt idx="61">
                  <c:v>1851</c:v>
                </c:pt>
                <c:pt idx="62">
                  <c:v>1852</c:v>
                </c:pt>
                <c:pt idx="63">
                  <c:v>1853</c:v>
                </c:pt>
                <c:pt idx="64">
                  <c:v>1854</c:v>
                </c:pt>
                <c:pt idx="65">
                  <c:v>1855</c:v>
                </c:pt>
                <c:pt idx="66">
                  <c:v>1856</c:v>
                </c:pt>
                <c:pt idx="67">
                  <c:v>1857</c:v>
                </c:pt>
                <c:pt idx="68">
                  <c:v>1858</c:v>
                </c:pt>
                <c:pt idx="69">
                  <c:v>1859</c:v>
                </c:pt>
                <c:pt idx="70">
                  <c:v>1860</c:v>
                </c:pt>
                <c:pt idx="71">
                  <c:v>1861</c:v>
                </c:pt>
                <c:pt idx="72">
                  <c:v>1862</c:v>
                </c:pt>
                <c:pt idx="73">
                  <c:v>1863</c:v>
                </c:pt>
                <c:pt idx="74">
                  <c:v>1864</c:v>
                </c:pt>
                <c:pt idx="75">
                  <c:v>1865</c:v>
                </c:pt>
                <c:pt idx="76">
                  <c:v>1866</c:v>
                </c:pt>
                <c:pt idx="77">
                  <c:v>1867</c:v>
                </c:pt>
                <c:pt idx="78">
                  <c:v>1868</c:v>
                </c:pt>
                <c:pt idx="79">
                  <c:v>1869</c:v>
                </c:pt>
                <c:pt idx="80">
                  <c:v>1870</c:v>
                </c:pt>
                <c:pt idx="81">
                  <c:v>1871</c:v>
                </c:pt>
                <c:pt idx="82">
                  <c:v>1872</c:v>
                </c:pt>
                <c:pt idx="83">
                  <c:v>1873</c:v>
                </c:pt>
                <c:pt idx="84">
                  <c:v>1874</c:v>
                </c:pt>
                <c:pt idx="85">
                  <c:v>1875</c:v>
                </c:pt>
                <c:pt idx="86">
                  <c:v>1876</c:v>
                </c:pt>
                <c:pt idx="87">
                  <c:v>1877</c:v>
                </c:pt>
                <c:pt idx="88">
                  <c:v>1878</c:v>
                </c:pt>
                <c:pt idx="89">
                  <c:v>1879</c:v>
                </c:pt>
                <c:pt idx="90">
                  <c:v>1880</c:v>
                </c:pt>
                <c:pt idx="91">
                  <c:v>1881</c:v>
                </c:pt>
                <c:pt idx="92">
                  <c:v>1882</c:v>
                </c:pt>
                <c:pt idx="93">
                  <c:v>1883</c:v>
                </c:pt>
                <c:pt idx="94">
                  <c:v>1884</c:v>
                </c:pt>
                <c:pt idx="95">
                  <c:v>1885</c:v>
                </c:pt>
                <c:pt idx="96">
                  <c:v>1886</c:v>
                </c:pt>
                <c:pt idx="97">
                  <c:v>1887</c:v>
                </c:pt>
                <c:pt idx="98">
                  <c:v>1888</c:v>
                </c:pt>
                <c:pt idx="99">
                  <c:v>1889</c:v>
                </c:pt>
                <c:pt idx="100">
                  <c:v>1890</c:v>
                </c:pt>
                <c:pt idx="101">
                  <c:v>1891</c:v>
                </c:pt>
                <c:pt idx="102">
                  <c:v>1892</c:v>
                </c:pt>
                <c:pt idx="103">
                  <c:v>1893</c:v>
                </c:pt>
                <c:pt idx="104">
                  <c:v>1894</c:v>
                </c:pt>
                <c:pt idx="105">
                  <c:v>1895</c:v>
                </c:pt>
                <c:pt idx="106">
                  <c:v>1896</c:v>
                </c:pt>
                <c:pt idx="107">
                  <c:v>1897</c:v>
                </c:pt>
                <c:pt idx="108">
                  <c:v>1898</c:v>
                </c:pt>
                <c:pt idx="109">
                  <c:v>1899</c:v>
                </c:pt>
                <c:pt idx="110">
                  <c:v>1900</c:v>
                </c:pt>
                <c:pt idx="111">
                  <c:v>1901</c:v>
                </c:pt>
                <c:pt idx="112">
                  <c:v>1902</c:v>
                </c:pt>
                <c:pt idx="113">
                  <c:v>1903</c:v>
                </c:pt>
                <c:pt idx="114">
                  <c:v>1904</c:v>
                </c:pt>
                <c:pt idx="115">
                  <c:v>1905</c:v>
                </c:pt>
                <c:pt idx="116">
                  <c:v>1906</c:v>
                </c:pt>
                <c:pt idx="117">
                  <c:v>1907</c:v>
                </c:pt>
                <c:pt idx="118">
                  <c:v>1908</c:v>
                </c:pt>
                <c:pt idx="119">
                  <c:v>1909</c:v>
                </c:pt>
                <c:pt idx="120">
                  <c:v>1910</c:v>
                </c:pt>
                <c:pt idx="121">
                  <c:v>1911</c:v>
                </c:pt>
                <c:pt idx="122">
                  <c:v>1912</c:v>
                </c:pt>
                <c:pt idx="123">
                  <c:v>1913</c:v>
                </c:pt>
                <c:pt idx="124">
                  <c:v>1914</c:v>
                </c:pt>
                <c:pt idx="125">
                  <c:v>1915</c:v>
                </c:pt>
                <c:pt idx="126">
                  <c:v>1916</c:v>
                </c:pt>
                <c:pt idx="127">
                  <c:v>1917</c:v>
                </c:pt>
                <c:pt idx="128">
                  <c:v>1918</c:v>
                </c:pt>
                <c:pt idx="129">
                  <c:v>1919</c:v>
                </c:pt>
                <c:pt idx="130">
                  <c:v>1920</c:v>
                </c:pt>
                <c:pt idx="131">
                  <c:v>1921</c:v>
                </c:pt>
                <c:pt idx="132">
                  <c:v>1922</c:v>
                </c:pt>
                <c:pt idx="133">
                  <c:v>1923</c:v>
                </c:pt>
                <c:pt idx="134">
                  <c:v>1924</c:v>
                </c:pt>
                <c:pt idx="135">
                  <c:v>1925</c:v>
                </c:pt>
                <c:pt idx="136">
                  <c:v>1926</c:v>
                </c:pt>
                <c:pt idx="137">
                  <c:v>1927</c:v>
                </c:pt>
                <c:pt idx="138">
                  <c:v>1928</c:v>
                </c:pt>
                <c:pt idx="139">
                  <c:v>1929</c:v>
                </c:pt>
                <c:pt idx="140">
                  <c:v>1930</c:v>
                </c:pt>
                <c:pt idx="141">
                  <c:v>1931</c:v>
                </c:pt>
                <c:pt idx="142">
                  <c:v>1932</c:v>
                </c:pt>
                <c:pt idx="143">
                  <c:v>1933</c:v>
                </c:pt>
                <c:pt idx="144">
                  <c:v>1934</c:v>
                </c:pt>
                <c:pt idx="145">
                  <c:v>1935</c:v>
                </c:pt>
              </c:numCache>
            </c:numRef>
          </c:xVal>
          <c:yVal>
            <c:numRef>
              <c:f>Sheet1!$G$2:$G$147</c:f>
              <c:numCache>
                <c:formatCode>General</c:formatCode>
                <c:ptCount val="146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300-49DF-B007-2D88F76EA011}"/>
            </c:ext>
          </c:extLst>
        </c:ser>
        <c:ser>
          <c:idx val="5"/>
          <c:order val="5"/>
          <c:tx>
            <c:strRef>
              <c:f>Sheet1!$H$1</c:f>
              <c:strCache>
                <c:ptCount val="1"/>
                <c:pt idx="0">
                  <c:v>South Africa</c:v>
                </c:pt>
              </c:strCache>
            </c:strRef>
          </c:tx>
          <c:spPr>
            <a:ln w="25400" cap="flat" cmpd="dbl" algn="ctr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34925" cap="flat" cmpd="dbl" algn="ctr">
                <a:solidFill>
                  <a:schemeClr val="accent2">
                    <a:alpha val="70000"/>
                  </a:schemeClr>
                </a:solidFill>
                <a:round/>
              </a:ln>
              <a:effectLst/>
            </c:spPr>
          </c:marker>
          <c:xVal>
            <c:numRef>
              <c:f>Sheet1!$B$2:$B$147</c:f>
              <c:numCache>
                <c:formatCode>General</c:formatCode>
                <c:ptCount val="146"/>
                <c:pt idx="0">
                  <c:v>1790</c:v>
                </c:pt>
                <c:pt idx="1">
                  <c:v>1791</c:v>
                </c:pt>
                <c:pt idx="2">
                  <c:v>1792</c:v>
                </c:pt>
                <c:pt idx="3">
                  <c:v>1793</c:v>
                </c:pt>
                <c:pt idx="4">
                  <c:v>1794</c:v>
                </c:pt>
                <c:pt idx="5">
                  <c:v>1795</c:v>
                </c:pt>
                <c:pt idx="6">
                  <c:v>1796</c:v>
                </c:pt>
                <c:pt idx="7">
                  <c:v>1797</c:v>
                </c:pt>
                <c:pt idx="8">
                  <c:v>1798</c:v>
                </c:pt>
                <c:pt idx="9">
                  <c:v>1799</c:v>
                </c:pt>
                <c:pt idx="10">
                  <c:v>1800</c:v>
                </c:pt>
                <c:pt idx="11">
                  <c:v>1801</c:v>
                </c:pt>
                <c:pt idx="12">
                  <c:v>1802</c:v>
                </c:pt>
                <c:pt idx="13">
                  <c:v>1803</c:v>
                </c:pt>
                <c:pt idx="14">
                  <c:v>1804</c:v>
                </c:pt>
                <c:pt idx="15">
                  <c:v>1805</c:v>
                </c:pt>
                <c:pt idx="16">
                  <c:v>1806</c:v>
                </c:pt>
                <c:pt idx="17">
                  <c:v>1807</c:v>
                </c:pt>
                <c:pt idx="18">
                  <c:v>1808</c:v>
                </c:pt>
                <c:pt idx="19">
                  <c:v>1809</c:v>
                </c:pt>
                <c:pt idx="20">
                  <c:v>1810</c:v>
                </c:pt>
                <c:pt idx="21">
                  <c:v>1811</c:v>
                </c:pt>
                <c:pt idx="22">
                  <c:v>1812</c:v>
                </c:pt>
                <c:pt idx="23">
                  <c:v>1813</c:v>
                </c:pt>
                <c:pt idx="24">
                  <c:v>1814</c:v>
                </c:pt>
                <c:pt idx="25">
                  <c:v>1815</c:v>
                </c:pt>
                <c:pt idx="26">
                  <c:v>1816</c:v>
                </c:pt>
                <c:pt idx="27">
                  <c:v>1817</c:v>
                </c:pt>
                <c:pt idx="28">
                  <c:v>1818</c:v>
                </c:pt>
                <c:pt idx="29">
                  <c:v>1819</c:v>
                </c:pt>
                <c:pt idx="30">
                  <c:v>1820</c:v>
                </c:pt>
                <c:pt idx="31">
                  <c:v>1821</c:v>
                </c:pt>
                <c:pt idx="32">
                  <c:v>1822</c:v>
                </c:pt>
                <c:pt idx="33">
                  <c:v>1823</c:v>
                </c:pt>
                <c:pt idx="34">
                  <c:v>1824</c:v>
                </c:pt>
                <c:pt idx="35">
                  <c:v>1825</c:v>
                </c:pt>
                <c:pt idx="36">
                  <c:v>1826</c:v>
                </c:pt>
                <c:pt idx="37">
                  <c:v>1827</c:v>
                </c:pt>
                <c:pt idx="38">
                  <c:v>1828</c:v>
                </c:pt>
                <c:pt idx="39">
                  <c:v>1829</c:v>
                </c:pt>
                <c:pt idx="40">
                  <c:v>1830</c:v>
                </c:pt>
                <c:pt idx="41">
                  <c:v>1831</c:v>
                </c:pt>
                <c:pt idx="42">
                  <c:v>1832</c:v>
                </c:pt>
                <c:pt idx="43">
                  <c:v>1833</c:v>
                </c:pt>
                <c:pt idx="44">
                  <c:v>1834</c:v>
                </c:pt>
                <c:pt idx="45">
                  <c:v>1835</c:v>
                </c:pt>
                <c:pt idx="46">
                  <c:v>1836</c:v>
                </c:pt>
                <c:pt idx="47">
                  <c:v>1837</c:v>
                </c:pt>
                <c:pt idx="48">
                  <c:v>1838</c:v>
                </c:pt>
                <c:pt idx="49">
                  <c:v>1839</c:v>
                </c:pt>
                <c:pt idx="50">
                  <c:v>1840</c:v>
                </c:pt>
                <c:pt idx="51">
                  <c:v>1841</c:v>
                </c:pt>
                <c:pt idx="52">
                  <c:v>1842</c:v>
                </c:pt>
                <c:pt idx="53">
                  <c:v>1843</c:v>
                </c:pt>
                <c:pt idx="54">
                  <c:v>1844</c:v>
                </c:pt>
                <c:pt idx="55">
                  <c:v>1845</c:v>
                </c:pt>
                <c:pt idx="56">
                  <c:v>1846</c:v>
                </c:pt>
                <c:pt idx="57">
                  <c:v>1847</c:v>
                </c:pt>
                <c:pt idx="58">
                  <c:v>1848</c:v>
                </c:pt>
                <c:pt idx="59">
                  <c:v>1849</c:v>
                </c:pt>
                <c:pt idx="60">
                  <c:v>1850</c:v>
                </c:pt>
                <c:pt idx="61">
                  <c:v>1851</c:v>
                </c:pt>
                <c:pt idx="62">
                  <c:v>1852</c:v>
                </c:pt>
                <c:pt idx="63">
                  <c:v>1853</c:v>
                </c:pt>
                <c:pt idx="64">
                  <c:v>1854</c:v>
                </c:pt>
                <c:pt idx="65">
                  <c:v>1855</c:v>
                </c:pt>
                <c:pt idx="66">
                  <c:v>1856</c:v>
                </c:pt>
                <c:pt idx="67">
                  <c:v>1857</c:v>
                </c:pt>
                <c:pt idx="68">
                  <c:v>1858</c:v>
                </c:pt>
                <c:pt idx="69">
                  <c:v>1859</c:v>
                </c:pt>
                <c:pt idx="70">
                  <c:v>1860</c:v>
                </c:pt>
                <c:pt idx="71">
                  <c:v>1861</c:v>
                </c:pt>
                <c:pt idx="72">
                  <c:v>1862</c:v>
                </c:pt>
                <c:pt idx="73">
                  <c:v>1863</c:v>
                </c:pt>
                <c:pt idx="74">
                  <c:v>1864</c:v>
                </c:pt>
                <c:pt idx="75">
                  <c:v>1865</c:v>
                </c:pt>
                <c:pt idx="76">
                  <c:v>1866</c:v>
                </c:pt>
                <c:pt idx="77">
                  <c:v>1867</c:v>
                </c:pt>
                <c:pt idx="78">
                  <c:v>1868</c:v>
                </c:pt>
                <c:pt idx="79">
                  <c:v>1869</c:v>
                </c:pt>
                <c:pt idx="80">
                  <c:v>1870</c:v>
                </c:pt>
                <c:pt idx="81">
                  <c:v>1871</c:v>
                </c:pt>
                <c:pt idx="82">
                  <c:v>1872</c:v>
                </c:pt>
                <c:pt idx="83">
                  <c:v>1873</c:v>
                </c:pt>
                <c:pt idx="84">
                  <c:v>1874</c:v>
                </c:pt>
                <c:pt idx="85">
                  <c:v>1875</c:v>
                </c:pt>
                <c:pt idx="86">
                  <c:v>1876</c:v>
                </c:pt>
                <c:pt idx="87">
                  <c:v>1877</c:v>
                </c:pt>
                <c:pt idx="88">
                  <c:v>1878</c:v>
                </c:pt>
                <c:pt idx="89">
                  <c:v>1879</c:v>
                </c:pt>
                <c:pt idx="90">
                  <c:v>1880</c:v>
                </c:pt>
                <c:pt idx="91">
                  <c:v>1881</c:v>
                </c:pt>
                <c:pt idx="92">
                  <c:v>1882</c:v>
                </c:pt>
                <c:pt idx="93">
                  <c:v>1883</c:v>
                </c:pt>
                <c:pt idx="94">
                  <c:v>1884</c:v>
                </c:pt>
                <c:pt idx="95">
                  <c:v>1885</c:v>
                </c:pt>
                <c:pt idx="96">
                  <c:v>1886</c:v>
                </c:pt>
                <c:pt idx="97">
                  <c:v>1887</c:v>
                </c:pt>
                <c:pt idx="98">
                  <c:v>1888</c:v>
                </c:pt>
                <c:pt idx="99">
                  <c:v>1889</c:v>
                </c:pt>
                <c:pt idx="100">
                  <c:v>1890</c:v>
                </c:pt>
                <c:pt idx="101">
                  <c:v>1891</c:v>
                </c:pt>
                <c:pt idx="102">
                  <c:v>1892</c:v>
                </c:pt>
                <c:pt idx="103">
                  <c:v>1893</c:v>
                </c:pt>
                <c:pt idx="104">
                  <c:v>1894</c:v>
                </c:pt>
                <c:pt idx="105">
                  <c:v>1895</c:v>
                </c:pt>
                <c:pt idx="106">
                  <c:v>1896</c:v>
                </c:pt>
                <c:pt idx="107">
                  <c:v>1897</c:v>
                </c:pt>
                <c:pt idx="108">
                  <c:v>1898</c:v>
                </c:pt>
                <c:pt idx="109">
                  <c:v>1899</c:v>
                </c:pt>
                <c:pt idx="110">
                  <c:v>1900</c:v>
                </c:pt>
                <c:pt idx="111">
                  <c:v>1901</c:v>
                </c:pt>
                <c:pt idx="112">
                  <c:v>1902</c:v>
                </c:pt>
                <c:pt idx="113">
                  <c:v>1903</c:v>
                </c:pt>
                <c:pt idx="114">
                  <c:v>1904</c:v>
                </c:pt>
                <c:pt idx="115">
                  <c:v>1905</c:v>
                </c:pt>
                <c:pt idx="116">
                  <c:v>1906</c:v>
                </c:pt>
                <c:pt idx="117">
                  <c:v>1907</c:v>
                </c:pt>
                <c:pt idx="118">
                  <c:v>1908</c:v>
                </c:pt>
                <c:pt idx="119">
                  <c:v>1909</c:v>
                </c:pt>
                <c:pt idx="120">
                  <c:v>1910</c:v>
                </c:pt>
                <c:pt idx="121">
                  <c:v>1911</c:v>
                </c:pt>
                <c:pt idx="122">
                  <c:v>1912</c:v>
                </c:pt>
                <c:pt idx="123">
                  <c:v>1913</c:v>
                </c:pt>
                <c:pt idx="124">
                  <c:v>1914</c:v>
                </c:pt>
                <c:pt idx="125">
                  <c:v>1915</c:v>
                </c:pt>
                <c:pt idx="126">
                  <c:v>1916</c:v>
                </c:pt>
                <c:pt idx="127">
                  <c:v>1917</c:v>
                </c:pt>
                <c:pt idx="128">
                  <c:v>1918</c:v>
                </c:pt>
                <c:pt idx="129">
                  <c:v>1919</c:v>
                </c:pt>
                <c:pt idx="130">
                  <c:v>1920</c:v>
                </c:pt>
                <c:pt idx="131">
                  <c:v>1921</c:v>
                </c:pt>
                <c:pt idx="132">
                  <c:v>1922</c:v>
                </c:pt>
                <c:pt idx="133">
                  <c:v>1923</c:v>
                </c:pt>
                <c:pt idx="134">
                  <c:v>1924</c:v>
                </c:pt>
                <c:pt idx="135">
                  <c:v>1925</c:v>
                </c:pt>
                <c:pt idx="136">
                  <c:v>1926</c:v>
                </c:pt>
                <c:pt idx="137">
                  <c:v>1927</c:v>
                </c:pt>
                <c:pt idx="138">
                  <c:v>1928</c:v>
                </c:pt>
                <c:pt idx="139">
                  <c:v>1929</c:v>
                </c:pt>
                <c:pt idx="140">
                  <c:v>1930</c:v>
                </c:pt>
                <c:pt idx="141">
                  <c:v>1931</c:v>
                </c:pt>
                <c:pt idx="142">
                  <c:v>1932</c:v>
                </c:pt>
                <c:pt idx="143">
                  <c:v>1933</c:v>
                </c:pt>
                <c:pt idx="144">
                  <c:v>1934</c:v>
                </c:pt>
                <c:pt idx="145">
                  <c:v>1935</c:v>
                </c:pt>
              </c:numCache>
            </c:numRef>
          </c:xVal>
          <c:yVal>
            <c:numRef>
              <c:f>Sheet1!$H$2:$H$147</c:f>
              <c:numCache>
                <c:formatCode>General</c:formatCode>
                <c:ptCount val="146"/>
                <c:pt idx="130">
                  <c:v>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0300-49DF-B007-2D88F76EA011}"/>
            </c:ext>
          </c:extLst>
        </c:ser>
        <c:ser>
          <c:idx val="6"/>
          <c:order val="6"/>
          <c:tx>
            <c:strRef>
              <c:f>Sheet1!$I$1</c:f>
              <c:strCache>
                <c:ptCount val="1"/>
                <c:pt idx="0">
                  <c:v>United States</c:v>
                </c:pt>
              </c:strCache>
            </c:strRef>
          </c:tx>
          <c:spPr>
            <a:ln w="25400" cap="flat" cmpd="dbl" algn="ctr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34925" cap="flat" cmpd="dbl" algn="ctr">
                <a:solidFill>
                  <a:schemeClr val="accent1"/>
                </a:solidFill>
                <a:round/>
              </a:ln>
              <a:effectLst/>
            </c:spPr>
          </c:marker>
          <c:xVal>
            <c:numRef>
              <c:f>Sheet1!$B$2:$B$147</c:f>
              <c:numCache>
                <c:formatCode>General</c:formatCode>
                <c:ptCount val="146"/>
                <c:pt idx="0">
                  <c:v>1790</c:v>
                </c:pt>
                <c:pt idx="1">
                  <c:v>1791</c:v>
                </c:pt>
                <c:pt idx="2">
                  <c:v>1792</c:v>
                </c:pt>
                <c:pt idx="3">
                  <c:v>1793</c:v>
                </c:pt>
                <c:pt idx="4">
                  <c:v>1794</c:v>
                </c:pt>
                <c:pt idx="5">
                  <c:v>1795</c:v>
                </c:pt>
                <c:pt idx="6">
                  <c:v>1796</c:v>
                </c:pt>
                <c:pt idx="7">
                  <c:v>1797</c:v>
                </c:pt>
                <c:pt idx="8">
                  <c:v>1798</c:v>
                </c:pt>
                <c:pt idx="9">
                  <c:v>1799</c:v>
                </c:pt>
                <c:pt idx="10">
                  <c:v>1800</c:v>
                </c:pt>
                <c:pt idx="11">
                  <c:v>1801</c:v>
                </c:pt>
                <c:pt idx="12">
                  <c:v>1802</c:v>
                </c:pt>
                <c:pt idx="13">
                  <c:v>1803</c:v>
                </c:pt>
                <c:pt idx="14">
                  <c:v>1804</c:v>
                </c:pt>
                <c:pt idx="15">
                  <c:v>1805</c:v>
                </c:pt>
                <c:pt idx="16">
                  <c:v>1806</c:v>
                </c:pt>
                <c:pt idx="17">
                  <c:v>1807</c:v>
                </c:pt>
                <c:pt idx="18">
                  <c:v>1808</c:v>
                </c:pt>
                <c:pt idx="19">
                  <c:v>1809</c:v>
                </c:pt>
                <c:pt idx="20">
                  <c:v>1810</c:v>
                </c:pt>
                <c:pt idx="21">
                  <c:v>1811</c:v>
                </c:pt>
                <c:pt idx="22">
                  <c:v>1812</c:v>
                </c:pt>
                <c:pt idx="23">
                  <c:v>1813</c:v>
                </c:pt>
                <c:pt idx="24">
                  <c:v>1814</c:v>
                </c:pt>
                <c:pt idx="25">
                  <c:v>1815</c:v>
                </c:pt>
                <c:pt idx="26">
                  <c:v>1816</c:v>
                </c:pt>
                <c:pt idx="27">
                  <c:v>1817</c:v>
                </c:pt>
                <c:pt idx="28">
                  <c:v>1818</c:v>
                </c:pt>
                <c:pt idx="29">
                  <c:v>1819</c:v>
                </c:pt>
                <c:pt idx="30">
                  <c:v>1820</c:v>
                </c:pt>
                <c:pt idx="31">
                  <c:v>1821</c:v>
                </c:pt>
                <c:pt idx="32">
                  <c:v>1822</c:v>
                </c:pt>
                <c:pt idx="33">
                  <c:v>1823</c:v>
                </c:pt>
                <c:pt idx="34">
                  <c:v>1824</c:v>
                </c:pt>
                <c:pt idx="35">
                  <c:v>1825</c:v>
                </c:pt>
                <c:pt idx="36">
                  <c:v>1826</c:v>
                </c:pt>
                <c:pt idx="37">
                  <c:v>1827</c:v>
                </c:pt>
                <c:pt idx="38">
                  <c:v>1828</c:v>
                </c:pt>
                <c:pt idx="39">
                  <c:v>1829</c:v>
                </c:pt>
                <c:pt idx="40">
                  <c:v>1830</c:v>
                </c:pt>
                <c:pt idx="41">
                  <c:v>1831</c:v>
                </c:pt>
                <c:pt idx="42">
                  <c:v>1832</c:v>
                </c:pt>
                <c:pt idx="43">
                  <c:v>1833</c:v>
                </c:pt>
                <c:pt idx="44">
                  <c:v>1834</c:v>
                </c:pt>
                <c:pt idx="45">
                  <c:v>1835</c:v>
                </c:pt>
                <c:pt idx="46">
                  <c:v>1836</c:v>
                </c:pt>
                <c:pt idx="47">
                  <c:v>1837</c:v>
                </c:pt>
                <c:pt idx="48">
                  <c:v>1838</c:v>
                </c:pt>
                <c:pt idx="49">
                  <c:v>1839</c:v>
                </c:pt>
                <c:pt idx="50">
                  <c:v>1840</c:v>
                </c:pt>
                <c:pt idx="51">
                  <c:v>1841</c:v>
                </c:pt>
                <c:pt idx="52">
                  <c:v>1842</c:v>
                </c:pt>
                <c:pt idx="53">
                  <c:v>1843</c:v>
                </c:pt>
                <c:pt idx="54">
                  <c:v>1844</c:v>
                </c:pt>
                <c:pt idx="55">
                  <c:v>1845</c:v>
                </c:pt>
                <c:pt idx="56">
                  <c:v>1846</c:v>
                </c:pt>
                <c:pt idx="57">
                  <c:v>1847</c:v>
                </c:pt>
                <c:pt idx="58">
                  <c:v>1848</c:v>
                </c:pt>
                <c:pt idx="59">
                  <c:v>1849</c:v>
                </c:pt>
                <c:pt idx="60">
                  <c:v>1850</c:v>
                </c:pt>
                <c:pt idx="61">
                  <c:v>1851</c:v>
                </c:pt>
                <c:pt idx="62">
                  <c:v>1852</c:v>
                </c:pt>
                <c:pt idx="63">
                  <c:v>1853</c:v>
                </c:pt>
                <c:pt idx="64">
                  <c:v>1854</c:v>
                </c:pt>
                <c:pt idx="65">
                  <c:v>1855</c:v>
                </c:pt>
                <c:pt idx="66">
                  <c:v>1856</c:v>
                </c:pt>
                <c:pt idx="67">
                  <c:v>1857</c:v>
                </c:pt>
                <c:pt idx="68">
                  <c:v>1858</c:v>
                </c:pt>
                <c:pt idx="69">
                  <c:v>1859</c:v>
                </c:pt>
                <c:pt idx="70">
                  <c:v>1860</c:v>
                </c:pt>
                <c:pt idx="71">
                  <c:v>1861</c:v>
                </c:pt>
                <c:pt idx="72">
                  <c:v>1862</c:v>
                </c:pt>
                <c:pt idx="73">
                  <c:v>1863</c:v>
                </c:pt>
                <c:pt idx="74">
                  <c:v>1864</c:v>
                </c:pt>
                <c:pt idx="75">
                  <c:v>1865</c:v>
                </c:pt>
                <c:pt idx="76">
                  <c:v>1866</c:v>
                </c:pt>
                <c:pt idx="77">
                  <c:v>1867</c:v>
                </c:pt>
                <c:pt idx="78">
                  <c:v>1868</c:v>
                </c:pt>
                <c:pt idx="79">
                  <c:v>1869</c:v>
                </c:pt>
                <c:pt idx="80">
                  <c:v>1870</c:v>
                </c:pt>
                <c:pt idx="81">
                  <c:v>1871</c:v>
                </c:pt>
                <c:pt idx="82">
                  <c:v>1872</c:v>
                </c:pt>
                <c:pt idx="83">
                  <c:v>1873</c:v>
                </c:pt>
                <c:pt idx="84">
                  <c:v>1874</c:v>
                </c:pt>
                <c:pt idx="85">
                  <c:v>1875</c:v>
                </c:pt>
                <c:pt idx="86">
                  <c:v>1876</c:v>
                </c:pt>
                <c:pt idx="87">
                  <c:v>1877</c:v>
                </c:pt>
                <c:pt idx="88">
                  <c:v>1878</c:v>
                </c:pt>
                <c:pt idx="89">
                  <c:v>1879</c:v>
                </c:pt>
                <c:pt idx="90">
                  <c:v>1880</c:v>
                </c:pt>
                <c:pt idx="91">
                  <c:v>1881</c:v>
                </c:pt>
                <c:pt idx="92">
                  <c:v>1882</c:v>
                </c:pt>
                <c:pt idx="93">
                  <c:v>1883</c:v>
                </c:pt>
                <c:pt idx="94">
                  <c:v>1884</c:v>
                </c:pt>
                <c:pt idx="95">
                  <c:v>1885</c:v>
                </c:pt>
                <c:pt idx="96">
                  <c:v>1886</c:v>
                </c:pt>
                <c:pt idx="97">
                  <c:v>1887</c:v>
                </c:pt>
                <c:pt idx="98">
                  <c:v>1888</c:v>
                </c:pt>
                <c:pt idx="99">
                  <c:v>1889</c:v>
                </c:pt>
                <c:pt idx="100">
                  <c:v>1890</c:v>
                </c:pt>
                <c:pt idx="101">
                  <c:v>1891</c:v>
                </c:pt>
                <c:pt idx="102">
                  <c:v>1892</c:v>
                </c:pt>
                <c:pt idx="103">
                  <c:v>1893</c:v>
                </c:pt>
                <c:pt idx="104">
                  <c:v>1894</c:v>
                </c:pt>
                <c:pt idx="105">
                  <c:v>1895</c:v>
                </c:pt>
                <c:pt idx="106">
                  <c:v>1896</c:v>
                </c:pt>
                <c:pt idx="107">
                  <c:v>1897</c:v>
                </c:pt>
                <c:pt idx="108">
                  <c:v>1898</c:v>
                </c:pt>
                <c:pt idx="109">
                  <c:v>1899</c:v>
                </c:pt>
                <c:pt idx="110">
                  <c:v>1900</c:v>
                </c:pt>
                <c:pt idx="111">
                  <c:v>1901</c:v>
                </c:pt>
                <c:pt idx="112">
                  <c:v>1902</c:v>
                </c:pt>
                <c:pt idx="113">
                  <c:v>1903</c:v>
                </c:pt>
                <c:pt idx="114">
                  <c:v>1904</c:v>
                </c:pt>
                <c:pt idx="115">
                  <c:v>1905</c:v>
                </c:pt>
                <c:pt idx="116">
                  <c:v>1906</c:v>
                </c:pt>
                <c:pt idx="117">
                  <c:v>1907</c:v>
                </c:pt>
                <c:pt idx="118">
                  <c:v>1908</c:v>
                </c:pt>
                <c:pt idx="119">
                  <c:v>1909</c:v>
                </c:pt>
                <c:pt idx="120">
                  <c:v>1910</c:v>
                </c:pt>
                <c:pt idx="121">
                  <c:v>1911</c:v>
                </c:pt>
                <c:pt idx="122">
                  <c:v>1912</c:v>
                </c:pt>
                <c:pt idx="123">
                  <c:v>1913</c:v>
                </c:pt>
                <c:pt idx="124">
                  <c:v>1914</c:v>
                </c:pt>
                <c:pt idx="125">
                  <c:v>1915</c:v>
                </c:pt>
                <c:pt idx="126">
                  <c:v>1916</c:v>
                </c:pt>
                <c:pt idx="127">
                  <c:v>1917</c:v>
                </c:pt>
                <c:pt idx="128">
                  <c:v>1918</c:v>
                </c:pt>
                <c:pt idx="129">
                  <c:v>1919</c:v>
                </c:pt>
                <c:pt idx="130">
                  <c:v>1920</c:v>
                </c:pt>
                <c:pt idx="131">
                  <c:v>1921</c:v>
                </c:pt>
                <c:pt idx="132">
                  <c:v>1922</c:v>
                </c:pt>
                <c:pt idx="133">
                  <c:v>1923</c:v>
                </c:pt>
                <c:pt idx="134">
                  <c:v>1924</c:v>
                </c:pt>
                <c:pt idx="135">
                  <c:v>1925</c:v>
                </c:pt>
                <c:pt idx="136">
                  <c:v>1926</c:v>
                </c:pt>
                <c:pt idx="137">
                  <c:v>1927</c:v>
                </c:pt>
                <c:pt idx="138">
                  <c:v>1928</c:v>
                </c:pt>
                <c:pt idx="139">
                  <c:v>1929</c:v>
                </c:pt>
                <c:pt idx="140">
                  <c:v>1930</c:v>
                </c:pt>
                <c:pt idx="141">
                  <c:v>1931</c:v>
                </c:pt>
                <c:pt idx="142">
                  <c:v>1932</c:v>
                </c:pt>
                <c:pt idx="143">
                  <c:v>1933</c:v>
                </c:pt>
                <c:pt idx="144">
                  <c:v>1934</c:v>
                </c:pt>
                <c:pt idx="145">
                  <c:v>1935</c:v>
                </c:pt>
              </c:numCache>
            </c:numRef>
          </c:xVal>
          <c:yVal>
            <c:numRef>
              <c:f>Sheet1!$I$2:$I$147</c:f>
              <c:numCache>
                <c:formatCode>General</c:formatCode>
                <c:ptCount val="146"/>
                <c:pt idx="3">
                  <c:v>7</c:v>
                </c:pt>
                <c:pt idx="9">
                  <c:v>7</c:v>
                </c:pt>
                <c:pt idx="20">
                  <c:v>7</c:v>
                </c:pt>
                <c:pt idx="25">
                  <c:v>7</c:v>
                </c:pt>
                <c:pt idx="29">
                  <c:v>7</c:v>
                </c:pt>
                <c:pt idx="35">
                  <c:v>7</c:v>
                </c:pt>
                <c:pt idx="43">
                  <c:v>7</c:v>
                </c:pt>
                <c:pt idx="47">
                  <c:v>7</c:v>
                </c:pt>
                <c:pt idx="49">
                  <c:v>7</c:v>
                </c:pt>
                <c:pt idx="57">
                  <c:v>7</c:v>
                </c:pt>
                <c:pt idx="67">
                  <c:v>7</c:v>
                </c:pt>
                <c:pt idx="83">
                  <c:v>7</c:v>
                </c:pt>
                <c:pt idx="103">
                  <c:v>7</c:v>
                </c:pt>
                <c:pt idx="117">
                  <c:v>7</c:v>
                </c:pt>
                <c:pt idx="124">
                  <c:v>7</c:v>
                </c:pt>
                <c:pt idx="140">
                  <c:v>7</c:v>
                </c:pt>
                <c:pt idx="141">
                  <c:v>7</c:v>
                </c:pt>
                <c:pt idx="143">
                  <c:v>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0300-49DF-B007-2D88F76EA011}"/>
            </c:ext>
          </c:extLst>
        </c:ser>
        <c:ser>
          <c:idx val="7"/>
          <c:order val="7"/>
          <c:tx>
            <c:strRef>
              <c:f>Sheet1!$J$1</c:f>
              <c:strCache>
                <c:ptCount val="1"/>
                <c:pt idx="0">
                  <c:v>England</c:v>
                </c:pt>
              </c:strCache>
            </c:strRef>
          </c:tx>
          <c:spPr>
            <a:ln w="25400" cap="flat" cmpd="dbl" algn="ctr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34925" cap="flat" cmpd="dbl" algn="ctr">
                <a:solidFill>
                  <a:schemeClr val="accent1"/>
                </a:solidFill>
                <a:round/>
              </a:ln>
              <a:effectLst/>
            </c:spPr>
          </c:marker>
          <c:xVal>
            <c:numRef>
              <c:f>Sheet1!$B$2:$B$147</c:f>
              <c:numCache>
                <c:formatCode>General</c:formatCode>
                <c:ptCount val="146"/>
                <c:pt idx="0">
                  <c:v>1790</c:v>
                </c:pt>
                <c:pt idx="1">
                  <c:v>1791</c:v>
                </c:pt>
                <c:pt idx="2">
                  <c:v>1792</c:v>
                </c:pt>
                <c:pt idx="3">
                  <c:v>1793</c:v>
                </c:pt>
                <c:pt idx="4">
                  <c:v>1794</c:v>
                </c:pt>
                <c:pt idx="5">
                  <c:v>1795</c:v>
                </c:pt>
                <c:pt idx="6">
                  <c:v>1796</c:v>
                </c:pt>
                <c:pt idx="7">
                  <c:v>1797</c:v>
                </c:pt>
                <c:pt idx="8">
                  <c:v>1798</c:v>
                </c:pt>
                <c:pt idx="9">
                  <c:v>1799</c:v>
                </c:pt>
                <c:pt idx="10">
                  <c:v>1800</c:v>
                </c:pt>
                <c:pt idx="11">
                  <c:v>1801</c:v>
                </c:pt>
                <c:pt idx="12">
                  <c:v>1802</c:v>
                </c:pt>
                <c:pt idx="13">
                  <c:v>1803</c:v>
                </c:pt>
                <c:pt idx="14">
                  <c:v>1804</c:v>
                </c:pt>
                <c:pt idx="15">
                  <c:v>1805</c:v>
                </c:pt>
                <c:pt idx="16">
                  <c:v>1806</c:v>
                </c:pt>
                <c:pt idx="17">
                  <c:v>1807</c:v>
                </c:pt>
                <c:pt idx="18">
                  <c:v>1808</c:v>
                </c:pt>
                <c:pt idx="19">
                  <c:v>1809</c:v>
                </c:pt>
                <c:pt idx="20">
                  <c:v>1810</c:v>
                </c:pt>
                <c:pt idx="21">
                  <c:v>1811</c:v>
                </c:pt>
                <c:pt idx="22">
                  <c:v>1812</c:v>
                </c:pt>
                <c:pt idx="23">
                  <c:v>1813</c:v>
                </c:pt>
                <c:pt idx="24">
                  <c:v>1814</c:v>
                </c:pt>
                <c:pt idx="25">
                  <c:v>1815</c:v>
                </c:pt>
                <c:pt idx="26">
                  <c:v>1816</c:v>
                </c:pt>
                <c:pt idx="27">
                  <c:v>1817</c:v>
                </c:pt>
                <c:pt idx="28">
                  <c:v>1818</c:v>
                </c:pt>
                <c:pt idx="29">
                  <c:v>1819</c:v>
                </c:pt>
                <c:pt idx="30">
                  <c:v>1820</c:v>
                </c:pt>
                <c:pt idx="31">
                  <c:v>1821</c:v>
                </c:pt>
                <c:pt idx="32">
                  <c:v>1822</c:v>
                </c:pt>
                <c:pt idx="33">
                  <c:v>1823</c:v>
                </c:pt>
                <c:pt idx="34">
                  <c:v>1824</c:v>
                </c:pt>
                <c:pt idx="35">
                  <c:v>1825</c:v>
                </c:pt>
                <c:pt idx="36">
                  <c:v>1826</c:v>
                </c:pt>
                <c:pt idx="37">
                  <c:v>1827</c:v>
                </c:pt>
                <c:pt idx="38">
                  <c:v>1828</c:v>
                </c:pt>
                <c:pt idx="39">
                  <c:v>1829</c:v>
                </c:pt>
                <c:pt idx="40">
                  <c:v>1830</c:v>
                </c:pt>
                <c:pt idx="41">
                  <c:v>1831</c:v>
                </c:pt>
                <c:pt idx="42">
                  <c:v>1832</c:v>
                </c:pt>
                <c:pt idx="43">
                  <c:v>1833</c:v>
                </c:pt>
                <c:pt idx="44">
                  <c:v>1834</c:v>
                </c:pt>
                <c:pt idx="45">
                  <c:v>1835</c:v>
                </c:pt>
                <c:pt idx="46">
                  <c:v>1836</c:v>
                </c:pt>
                <c:pt idx="47">
                  <c:v>1837</c:v>
                </c:pt>
                <c:pt idx="48">
                  <c:v>1838</c:v>
                </c:pt>
                <c:pt idx="49">
                  <c:v>1839</c:v>
                </c:pt>
                <c:pt idx="50">
                  <c:v>1840</c:v>
                </c:pt>
                <c:pt idx="51">
                  <c:v>1841</c:v>
                </c:pt>
                <c:pt idx="52">
                  <c:v>1842</c:v>
                </c:pt>
                <c:pt idx="53">
                  <c:v>1843</c:v>
                </c:pt>
                <c:pt idx="54">
                  <c:v>1844</c:v>
                </c:pt>
                <c:pt idx="55">
                  <c:v>1845</c:v>
                </c:pt>
                <c:pt idx="56">
                  <c:v>1846</c:v>
                </c:pt>
                <c:pt idx="57">
                  <c:v>1847</c:v>
                </c:pt>
                <c:pt idx="58">
                  <c:v>1848</c:v>
                </c:pt>
                <c:pt idx="59">
                  <c:v>1849</c:v>
                </c:pt>
                <c:pt idx="60">
                  <c:v>1850</c:v>
                </c:pt>
                <c:pt idx="61">
                  <c:v>1851</c:v>
                </c:pt>
                <c:pt idx="62">
                  <c:v>1852</c:v>
                </c:pt>
                <c:pt idx="63">
                  <c:v>1853</c:v>
                </c:pt>
                <c:pt idx="64">
                  <c:v>1854</c:v>
                </c:pt>
                <c:pt idx="65">
                  <c:v>1855</c:v>
                </c:pt>
                <c:pt idx="66">
                  <c:v>1856</c:v>
                </c:pt>
                <c:pt idx="67">
                  <c:v>1857</c:v>
                </c:pt>
                <c:pt idx="68">
                  <c:v>1858</c:v>
                </c:pt>
                <c:pt idx="69">
                  <c:v>1859</c:v>
                </c:pt>
                <c:pt idx="70">
                  <c:v>1860</c:v>
                </c:pt>
                <c:pt idx="71">
                  <c:v>1861</c:v>
                </c:pt>
                <c:pt idx="72">
                  <c:v>1862</c:v>
                </c:pt>
                <c:pt idx="73">
                  <c:v>1863</c:v>
                </c:pt>
                <c:pt idx="74">
                  <c:v>1864</c:v>
                </c:pt>
                <c:pt idx="75">
                  <c:v>1865</c:v>
                </c:pt>
                <c:pt idx="76">
                  <c:v>1866</c:v>
                </c:pt>
                <c:pt idx="77">
                  <c:v>1867</c:v>
                </c:pt>
                <c:pt idx="78">
                  <c:v>1868</c:v>
                </c:pt>
                <c:pt idx="79">
                  <c:v>1869</c:v>
                </c:pt>
                <c:pt idx="80">
                  <c:v>1870</c:v>
                </c:pt>
                <c:pt idx="81">
                  <c:v>1871</c:v>
                </c:pt>
                <c:pt idx="82">
                  <c:v>1872</c:v>
                </c:pt>
                <c:pt idx="83">
                  <c:v>1873</c:v>
                </c:pt>
                <c:pt idx="84">
                  <c:v>1874</c:v>
                </c:pt>
                <c:pt idx="85">
                  <c:v>1875</c:v>
                </c:pt>
                <c:pt idx="86">
                  <c:v>1876</c:v>
                </c:pt>
                <c:pt idx="87">
                  <c:v>1877</c:v>
                </c:pt>
                <c:pt idx="88">
                  <c:v>1878</c:v>
                </c:pt>
                <c:pt idx="89">
                  <c:v>1879</c:v>
                </c:pt>
                <c:pt idx="90">
                  <c:v>1880</c:v>
                </c:pt>
                <c:pt idx="91">
                  <c:v>1881</c:v>
                </c:pt>
                <c:pt idx="92">
                  <c:v>1882</c:v>
                </c:pt>
                <c:pt idx="93">
                  <c:v>1883</c:v>
                </c:pt>
                <c:pt idx="94">
                  <c:v>1884</c:v>
                </c:pt>
                <c:pt idx="95">
                  <c:v>1885</c:v>
                </c:pt>
                <c:pt idx="96">
                  <c:v>1886</c:v>
                </c:pt>
                <c:pt idx="97">
                  <c:v>1887</c:v>
                </c:pt>
                <c:pt idx="98">
                  <c:v>1888</c:v>
                </c:pt>
                <c:pt idx="99">
                  <c:v>1889</c:v>
                </c:pt>
                <c:pt idx="100">
                  <c:v>1890</c:v>
                </c:pt>
                <c:pt idx="101">
                  <c:v>1891</c:v>
                </c:pt>
                <c:pt idx="102">
                  <c:v>1892</c:v>
                </c:pt>
                <c:pt idx="103">
                  <c:v>1893</c:v>
                </c:pt>
                <c:pt idx="104">
                  <c:v>1894</c:v>
                </c:pt>
                <c:pt idx="105">
                  <c:v>1895</c:v>
                </c:pt>
                <c:pt idx="106">
                  <c:v>1896</c:v>
                </c:pt>
                <c:pt idx="107">
                  <c:v>1897</c:v>
                </c:pt>
                <c:pt idx="108">
                  <c:v>1898</c:v>
                </c:pt>
                <c:pt idx="109">
                  <c:v>1899</c:v>
                </c:pt>
                <c:pt idx="110">
                  <c:v>1900</c:v>
                </c:pt>
                <c:pt idx="111">
                  <c:v>1901</c:v>
                </c:pt>
                <c:pt idx="112">
                  <c:v>1902</c:v>
                </c:pt>
                <c:pt idx="113">
                  <c:v>1903</c:v>
                </c:pt>
                <c:pt idx="114">
                  <c:v>1904</c:v>
                </c:pt>
                <c:pt idx="115">
                  <c:v>1905</c:v>
                </c:pt>
                <c:pt idx="116">
                  <c:v>1906</c:v>
                </c:pt>
                <c:pt idx="117">
                  <c:v>1907</c:v>
                </c:pt>
                <c:pt idx="118">
                  <c:v>1908</c:v>
                </c:pt>
                <c:pt idx="119">
                  <c:v>1909</c:v>
                </c:pt>
                <c:pt idx="120">
                  <c:v>1910</c:v>
                </c:pt>
                <c:pt idx="121">
                  <c:v>1911</c:v>
                </c:pt>
                <c:pt idx="122">
                  <c:v>1912</c:v>
                </c:pt>
                <c:pt idx="123">
                  <c:v>1913</c:v>
                </c:pt>
                <c:pt idx="124">
                  <c:v>1914</c:v>
                </c:pt>
                <c:pt idx="125">
                  <c:v>1915</c:v>
                </c:pt>
                <c:pt idx="126">
                  <c:v>1916</c:v>
                </c:pt>
                <c:pt idx="127">
                  <c:v>1917</c:v>
                </c:pt>
                <c:pt idx="128">
                  <c:v>1918</c:v>
                </c:pt>
                <c:pt idx="129">
                  <c:v>1919</c:v>
                </c:pt>
                <c:pt idx="130">
                  <c:v>1920</c:v>
                </c:pt>
                <c:pt idx="131">
                  <c:v>1921</c:v>
                </c:pt>
                <c:pt idx="132">
                  <c:v>1922</c:v>
                </c:pt>
                <c:pt idx="133">
                  <c:v>1923</c:v>
                </c:pt>
                <c:pt idx="134">
                  <c:v>1924</c:v>
                </c:pt>
                <c:pt idx="135">
                  <c:v>1925</c:v>
                </c:pt>
                <c:pt idx="136">
                  <c:v>1926</c:v>
                </c:pt>
                <c:pt idx="137">
                  <c:v>1927</c:v>
                </c:pt>
                <c:pt idx="138">
                  <c:v>1928</c:v>
                </c:pt>
                <c:pt idx="139">
                  <c:v>1929</c:v>
                </c:pt>
                <c:pt idx="140">
                  <c:v>1930</c:v>
                </c:pt>
                <c:pt idx="141">
                  <c:v>1931</c:v>
                </c:pt>
                <c:pt idx="142">
                  <c:v>1932</c:v>
                </c:pt>
                <c:pt idx="143">
                  <c:v>1933</c:v>
                </c:pt>
                <c:pt idx="144">
                  <c:v>1934</c:v>
                </c:pt>
                <c:pt idx="145">
                  <c:v>1935</c:v>
                </c:pt>
              </c:numCache>
            </c:numRef>
          </c:xVal>
          <c:yVal>
            <c:numRef>
              <c:f>Sheet1!$J$2:$J$147</c:f>
              <c:numCache>
                <c:formatCode>General</c:formatCode>
                <c:ptCount val="146"/>
                <c:pt idx="3">
                  <c:v>8</c:v>
                </c:pt>
                <c:pt idx="9">
                  <c:v>8</c:v>
                </c:pt>
                <c:pt idx="20">
                  <c:v>8</c:v>
                </c:pt>
                <c:pt idx="35">
                  <c:v>8</c:v>
                </c:pt>
                <c:pt idx="47">
                  <c:v>8</c:v>
                </c:pt>
                <c:pt idx="57">
                  <c:v>8</c:v>
                </c:pt>
                <c:pt idx="67">
                  <c:v>8</c:v>
                </c:pt>
                <c:pt idx="76">
                  <c:v>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0300-49DF-B007-2D88F76EA011}"/>
            </c:ext>
          </c:extLst>
        </c:ser>
        <c:ser>
          <c:idx val="8"/>
          <c:order val="8"/>
          <c:tx>
            <c:strRef>
              <c:f>Sheet1!$K$1</c:f>
              <c:strCache>
                <c:ptCount val="1"/>
                <c:pt idx="0">
                  <c:v>France</c:v>
                </c:pt>
              </c:strCache>
            </c:strRef>
          </c:tx>
          <c:spPr>
            <a:ln w="25400" cap="flat" cmpd="dbl" algn="ctr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34925" cap="flat" cmpd="dbl" algn="ctr">
                <a:solidFill>
                  <a:schemeClr val="accent1"/>
                </a:solidFill>
                <a:round/>
              </a:ln>
              <a:effectLst/>
            </c:spPr>
          </c:marker>
          <c:xVal>
            <c:numRef>
              <c:f>Sheet1!$B$2:$B$147</c:f>
              <c:numCache>
                <c:formatCode>General</c:formatCode>
                <c:ptCount val="146"/>
                <c:pt idx="0">
                  <c:v>1790</c:v>
                </c:pt>
                <c:pt idx="1">
                  <c:v>1791</c:v>
                </c:pt>
                <c:pt idx="2">
                  <c:v>1792</c:v>
                </c:pt>
                <c:pt idx="3">
                  <c:v>1793</c:v>
                </c:pt>
                <c:pt idx="4">
                  <c:v>1794</c:v>
                </c:pt>
                <c:pt idx="5">
                  <c:v>1795</c:v>
                </c:pt>
                <c:pt idx="6">
                  <c:v>1796</c:v>
                </c:pt>
                <c:pt idx="7">
                  <c:v>1797</c:v>
                </c:pt>
                <c:pt idx="8">
                  <c:v>1798</c:v>
                </c:pt>
                <c:pt idx="9">
                  <c:v>1799</c:v>
                </c:pt>
                <c:pt idx="10">
                  <c:v>1800</c:v>
                </c:pt>
                <c:pt idx="11">
                  <c:v>1801</c:v>
                </c:pt>
                <c:pt idx="12">
                  <c:v>1802</c:v>
                </c:pt>
                <c:pt idx="13">
                  <c:v>1803</c:v>
                </c:pt>
                <c:pt idx="14">
                  <c:v>1804</c:v>
                </c:pt>
                <c:pt idx="15">
                  <c:v>1805</c:v>
                </c:pt>
                <c:pt idx="16">
                  <c:v>1806</c:v>
                </c:pt>
                <c:pt idx="17">
                  <c:v>1807</c:v>
                </c:pt>
                <c:pt idx="18">
                  <c:v>1808</c:v>
                </c:pt>
                <c:pt idx="19">
                  <c:v>1809</c:v>
                </c:pt>
                <c:pt idx="20">
                  <c:v>1810</c:v>
                </c:pt>
                <c:pt idx="21">
                  <c:v>1811</c:v>
                </c:pt>
                <c:pt idx="22">
                  <c:v>1812</c:v>
                </c:pt>
                <c:pt idx="23">
                  <c:v>1813</c:v>
                </c:pt>
                <c:pt idx="24">
                  <c:v>1814</c:v>
                </c:pt>
                <c:pt idx="25">
                  <c:v>1815</c:v>
                </c:pt>
                <c:pt idx="26">
                  <c:v>1816</c:v>
                </c:pt>
                <c:pt idx="27">
                  <c:v>1817</c:v>
                </c:pt>
                <c:pt idx="28">
                  <c:v>1818</c:v>
                </c:pt>
                <c:pt idx="29">
                  <c:v>1819</c:v>
                </c:pt>
                <c:pt idx="30">
                  <c:v>1820</c:v>
                </c:pt>
                <c:pt idx="31">
                  <c:v>1821</c:v>
                </c:pt>
                <c:pt idx="32">
                  <c:v>1822</c:v>
                </c:pt>
                <c:pt idx="33">
                  <c:v>1823</c:v>
                </c:pt>
                <c:pt idx="34">
                  <c:v>1824</c:v>
                </c:pt>
                <c:pt idx="35">
                  <c:v>1825</c:v>
                </c:pt>
                <c:pt idx="36">
                  <c:v>1826</c:v>
                </c:pt>
                <c:pt idx="37">
                  <c:v>1827</c:v>
                </c:pt>
                <c:pt idx="38">
                  <c:v>1828</c:v>
                </c:pt>
                <c:pt idx="39">
                  <c:v>1829</c:v>
                </c:pt>
                <c:pt idx="40">
                  <c:v>1830</c:v>
                </c:pt>
                <c:pt idx="41">
                  <c:v>1831</c:v>
                </c:pt>
                <c:pt idx="42">
                  <c:v>1832</c:v>
                </c:pt>
                <c:pt idx="43">
                  <c:v>1833</c:v>
                </c:pt>
                <c:pt idx="44">
                  <c:v>1834</c:v>
                </c:pt>
                <c:pt idx="45">
                  <c:v>1835</c:v>
                </c:pt>
                <c:pt idx="46">
                  <c:v>1836</c:v>
                </c:pt>
                <c:pt idx="47">
                  <c:v>1837</c:v>
                </c:pt>
                <c:pt idx="48">
                  <c:v>1838</c:v>
                </c:pt>
                <c:pt idx="49">
                  <c:v>1839</c:v>
                </c:pt>
                <c:pt idx="50">
                  <c:v>1840</c:v>
                </c:pt>
                <c:pt idx="51">
                  <c:v>1841</c:v>
                </c:pt>
                <c:pt idx="52">
                  <c:v>1842</c:v>
                </c:pt>
                <c:pt idx="53">
                  <c:v>1843</c:v>
                </c:pt>
                <c:pt idx="54">
                  <c:v>1844</c:v>
                </c:pt>
                <c:pt idx="55">
                  <c:v>1845</c:v>
                </c:pt>
                <c:pt idx="56">
                  <c:v>1846</c:v>
                </c:pt>
                <c:pt idx="57">
                  <c:v>1847</c:v>
                </c:pt>
                <c:pt idx="58">
                  <c:v>1848</c:v>
                </c:pt>
                <c:pt idx="59">
                  <c:v>1849</c:v>
                </c:pt>
                <c:pt idx="60">
                  <c:v>1850</c:v>
                </c:pt>
                <c:pt idx="61">
                  <c:v>1851</c:v>
                </c:pt>
                <c:pt idx="62">
                  <c:v>1852</c:v>
                </c:pt>
                <c:pt idx="63">
                  <c:v>1853</c:v>
                </c:pt>
                <c:pt idx="64">
                  <c:v>1854</c:v>
                </c:pt>
                <c:pt idx="65">
                  <c:v>1855</c:v>
                </c:pt>
                <c:pt idx="66">
                  <c:v>1856</c:v>
                </c:pt>
                <c:pt idx="67">
                  <c:v>1857</c:v>
                </c:pt>
                <c:pt idx="68">
                  <c:v>1858</c:v>
                </c:pt>
                <c:pt idx="69">
                  <c:v>1859</c:v>
                </c:pt>
                <c:pt idx="70">
                  <c:v>1860</c:v>
                </c:pt>
                <c:pt idx="71">
                  <c:v>1861</c:v>
                </c:pt>
                <c:pt idx="72">
                  <c:v>1862</c:v>
                </c:pt>
                <c:pt idx="73">
                  <c:v>1863</c:v>
                </c:pt>
                <c:pt idx="74">
                  <c:v>1864</c:v>
                </c:pt>
                <c:pt idx="75">
                  <c:v>1865</c:v>
                </c:pt>
                <c:pt idx="76">
                  <c:v>1866</c:v>
                </c:pt>
                <c:pt idx="77">
                  <c:v>1867</c:v>
                </c:pt>
                <c:pt idx="78">
                  <c:v>1868</c:v>
                </c:pt>
                <c:pt idx="79">
                  <c:v>1869</c:v>
                </c:pt>
                <c:pt idx="80">
                  <c:v>1870</c:v>
                </c:pt>
                <c:pt idx="81">
                  <c:v>1871</c:v>
                </c:pt>
                <c:pt idx="82">
                  <c:v>1872</c:v>
                </c:pt>
                <c:pt idx="83">
                  <c:v>1873</c:v>
                </c:pt>
                <c:pt idx="84">
                  <c:v>1874</c:v>
                </c:pt>
                <c:pt idx="85">
                  <c:v>1875</c:v>
                </c:pt>
                <c:pt idx="86">
                  <c:v>1876</c:v>
                </c:pt>
                <c:pt idx="87">
                  <c:v>1877</c:v>
                </c:pt>
                <c:pt idx="88">
                  <c:v>1878</c:v>
                </c:pt>
                <c:pt idx="89">
                  <c:v>1879</c:v>
                </c:pt>
                <c:pt idx="90">
                  <c:v>1880</c:v>
                </c:pt>
                <c:pt idx="91">
                  <c:v>1881</c:v>
                </c:pt>
                <c:pt idx="92">
                  <c:v>1882</c:v>
                </c:pt>
                <c:pt idx="93">
                  <c:v>1883</c:v>
                </c:pt>
                <c:pt idx="94">
                  <c:v>1884</c:v>
                </c:pt>
                <c:pt idx="95">
                  <c:v>1885</c:v>
                </c:pt>
                <c:pt idx="96">
                  <c:v>1886</c:v>
                </c:pt>
                <c:pt idx="97">
                  <c:v>1887</c:v>
                </c:pt>
                <c:pt idx="98">
                  <c:v>1888</c:v>
                </c:pt>
                <c:pt idx="99">
                  <c:v>1889</c:v>
                </c:pt>
                <c:pt idx="100">
                  <c:v>1890</c:v>
                </c:pt>
                <c:pt idx="101">
                  <c:v>1891</c:v>
                </c:pt>
                <c:pt idx="102">
                  <c:v>1892</c:v>
                </c:pt>
                <c:pt idx="103">
                  <c:v>1893</c:v>
                </c:pt>
                <c:pt idx="104">
                  <c:v>1894</c:v>
                </c:pt>
                <c:pt idx="105">
                  <c:v>1895</c:v>
                </c:pt>
                <c:pt idx="106">
                  <c:v>1896</c:v>
                </c:pt>
                <c:pt idx="107">
                  <c:v>1897</c:v>
                </c:pt>
                <c:pt idx="108">
                  <c:v>1898</c:v>
                </c:pt>
                <c:pt idx="109">
                  <c:v>1899</c:v>
                </c:pt>
                <c:pt idx="110">
                  <c:v>1900</c:v>
                </c:pt>
                <c:pt idx="111">
                  <c:v>1901</c:v>
                </c:pt>
                <c:pt idx="112">
                  <c:v>1902</c:v>
                </c:pt>
                <c:pt idx="113">
                  <c:v>1903</c:v>
                </c:pt>
                <c:pt idx="114">
                  <c:v>1904</c:v>
                </c:pt>
                <c:pt idx="115">
                  <c:v>1905</c:v>
                </c:pt>
                <c:pt idx="116">
                  <c:v>1906</c:v>
                </c:pt>
                <c:pt idx="117">
                  <c:v>1907</c:v>
                </c:pt>
                <c:pt idx="118">
                  <c:v>1908</c:v>
                </c:pt>
                <c:pt idx="119">
                  <c:v>1909</c:v>
                </c:pt>
                <c:pt idx="120">
                  <c:v>1910</c:v>
                </c:pt>
                <c:pt idx="121">
                  <c:v>1911</c:v>
                </c:pt>
                <c:pt idx="122">
                  <c:v>1912</c:v>
                </c:pt>
                <c:pt idx="123">
                  <c:v>1913</c:v>
                </c:pt>
                <c:pt idx="124">
                  <c:v>1914</c:v>
                </c:pt>
                <c:pt idx="125">
                  <c:v>1915</c:v>
                </c:pt>
                <c:pt idx="126">
                  <c:v>1916</c:v>
                </c:pt>
                <c:pt idx="127">
                  <c:v>1917</c:v>
                </c:pt>
                <c:pt idx="128">
                  <c:v>1918</c:v>
                </c:pt>
                <c:pt idx="129">
                  <c:v>1919</c:v>
                </c:pt>
                <c:pt idx="130">
                  <c:v>1920</c:v>
                </c:pt>
                <c:pt idx="131">
                  <c:v>1921</c:v>
                </c:pt>
                <c:pt idx="132">
                  <c:v>1922</c:v>
                </c:pt>
                <c:pt idx="133">
                  <c:v>1923</c:v>
                </c:pt>
                <c:pt idx="134">
                  <c:v>1924</c:v>
                </c:pt>
                <c:pt idx="135">
                  <c:v>1925</c:v>
                </c:pt>
                <c:pt idx="136">
                  <c:v>1926</c:v>
                </c:pt>
                <c:pt idx="137">
                  <c:v>1927</c:v>
                </c:pt>
                <c:pt idx="138">
                  <c:v>1928</c:v>
                </c:pt>
                <c:pt idx="139">
                  <c:v>1929</c:v>
                </c:pt>
                <c:pt idx="140">
                  <c:v>1930</c:v>
                </c:pt>
                <c:pt idx="141">
                  <c:v>1931</c:v>
                </c:pt>
                <c:pt idx="142">
                  <c:v>1932</c:v>
                </c:pt>
                <c:pt idx="143">
                  <c:v>1933</c:v>
                </c:pt>
                <c:pt idx="144">
                  <c:v>1934</c:v>
                </c:pt>
                <c:pt idx="145">
                  <c:v>1935</c:v>
                </c:pt>
              </c:numCache>
            </c:numRef>
          </c:xVal>
          <c:yVal>
            <c:numRef>
              <c:f>Sheet1!$K$2:$K$147</c:f>
              <c:numCache>
                <c:formatCode>General</c:formatCode>
                <c:ptCount val="146"/>
                <c:pt idx="57">
                  <c:v>9</c:v>
                </c:pt>
                <c:pt idx="67">
                  <c:v>9</c:v>
                </c:pt>
                <c:pt idx="74">
                  <c:v>9</c:v>
                </c:pt>
                <c:pt idx="92">
                  <c:v>9</c:v>
                </c:pt>
                <c:pt idx="99">
                  <c:v>9</c:v>
                </c:pt>
                <c:pt idx="140">
                  <c:v>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0300-49DF-B007-2D88F76EA011}"/>
            </c:ext>
          </c:extLst>
        </c:ser>
        <c:ser>
          <c:idx val="9"/>
          <c:order val="9"/>
          <c:tx>
            <c:strRef>
              <c:f>Sheet1!$L$1</c:f>
              <c:strCache>
                <c:ptCount val="1"/>
                <c:pt idx="0">
                  <c:v>Germany</c:v>
                </c:pt>
              </c:strCache>
            </c:strRef>
          </c:tx>
          <c:spPr>
            <a:ln w="25400" cap="flat" cmpd="dbl" algn="ctr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34925" cap="flat" cmpd="dbl" algn="ctr">
                <a:solidFill>
                  <a:schemeClr val="accent1"/>
                </a:solidFill>
                <a:round/>
              </a:ln>
              <a:effectLst/>
            </c:spPr>
          </c:marker>
          <c:xVal>
            <c:numRef>
              <c:f>Sheet1!$B$2:$B$147</c:f>
              <c:numCache>
                <c:formatCode>General</c:formatCode>
                <c:ptCount val="146"/>
                <c:pt idx="0">
                  <c:v>1790</c:v>
                </c:pt>
                <c:pt idx="1">
                  <c:v>1791</c:v>
                </c:pt>
                <c:pt idx="2">
                  <c:v>1792</c:v>
                </c:pt>
                <c:pt idx="3">
                  <c:v>1793</c:v>
                </c:pt>
                <c:pt idx="4">
                  <c:v>1794</c:v>
                </c:pt>
                <c:pt idx="5">
                  <c:v>1795</c:v>
                </c:pt>
                <c:pt idx="6">
                  <c:v>1796</c:v>
                </c:pt>
                <c:pt idx="7">
                  <c:v>1797</c:v>
                </c:pt>
                <c:pt idx="8">
                  <c:v>1798</c:v>
                </c:pt>
                <c:pt idx="9">
                  <c:v>1799</c:v>
                </c:pt>
                <c:pt idx="10">
                  <c:v>1800</c:v>
                </c:pt>
                <c:pt idx="11">
                  <c:v>1801</c:v>
                </c:pt>
                <c:pt idx="12">
                  <c:v>1802</c:v>
                </c:pt>
                <c:pt idx="13">
                  <c:v>1803</c:v>
                </c:pt>
                <c:pt idx="14">
                  <c:v>1804</c:v>
                </c:pt>
                <c:pt idx="15">
                  <c:v>1805</c:v>
                </c:pt>
                <c:pt idx="16">
                  <c:v>1806</c:v>
                </c:pt>
                <c:pt idx="17">
                  <c:v>1807</c:v>
                </c:pt>
                <c:pt idx="18">
                  <c:v>1808</c:v>
                </c:pt>
                <c:pt idx="19">
                  <c:v>1809</c:v>
                </c:pt>
                <c:pt idx="20">
                  <c:v>1810</c:v>
                </c:pt>
                <c:pt idx="21">
                  <c:v>1811</c:v>
                </c:pt>
                <c:pt idx="22">
                  <c:v>1812</c:v>
                </c:pt>
                <c:pt idx="23">
                  <c:v>1813</c:v>
                </c:pt>
                <c:pt idx="24">
                  <c:v>1814</c:v>
                </c:pt>
                <c:pt idx="25">
                  <c:v>1815</c:v>
                </c:pt>
                <c:pt idx="26">
                  <c:v>1816</c:v>
                </c:pt>
                <c:pt idx="27">
                  <c:v>1817</c:v>
                </c:pt>
                <c:pt idx="28">
                  <c:v>1818</c:v>
                </c:pt>
                <c:pt idx="29">
                  <c:v>1819</c:v>
                </c:pt>
                <c:pt idx="30">
                  <c:v>1820</c:v>
                </c:pt>
                <c:pt idx="31">
                  <c:v>1821</c:v>
                </c:pt>
                <c:pt idx="32">
                  <c:v>1822</c:v>
                </c:pt>
                <c:pt idx="33">
                  <c:v>1823</c:v>
                </c:pt>
                <c:pt idx="34">
                  <c:v>1824</c:v>
                </c:pt>
                <c:pt idx="35">
                  <c:v>1825</c:v>
                </c:pt>
                <c:pt idx="36">
                  <c:v>1826</c:v>
                </c:pt>
                <c:pt idx="37">
                  <c:v>1827</c:v>
                </c:pt>
                <c:pt idx="38">
                  <c:v>1828</c:v>
                </c:pt>
                <c:pt idx="39">
                  <c:v>1829</c:v>
                </c:pt>
                <c:pt idx="40">
                  <c:v>1830</c:v>
                </c:pt>
                <c:pt idx="41">
                  <c:v>1831</c:v>
                </c:pt>
                <c:pt idx="42">
                  <c:v>1832</c:v>
                </c:pt>
                <c:pt idx="43">
                  <c:v>1833</c:v>
                </c:pt>
                <c:pt idx="44">
                  <c:v>1834</c:v>
                </c:pt>
                <c:pt idx="45">
                  <c:v>1835</c:v>
                </c:pt>
                <c:pt idx="46">
                  <c:v>1836</c:v>
                </c:pt>
                <c:pt idx="47">
                  <c:v>1837</c:v>
                </c:pt>
                <c:pt idx="48">
                  <c:v>1838</c:v>
                </c:pt>
                <c:pt idx="49">
                  <c:v>1839</c:v>
                </c:pt>
                <c:pt idx="50">
                  <c:v>1840</c:v>
                </c:pt>
                <c:pt idx="51">
                  <c:v>1841</c:v>
                </c:pt>
                <c:pt idx="52">
                  <c:v>1842</c:v>
                </c:pt>
                <c:pt idx="53">
                  <c:v>1843</c:v>
                </c:pt>
                <c:pt idx="54">
                  <c:v>1844</c:v>
                </c:pt>
                <c:pt idx="55">
                  <c:v>1845</c:v>
                </c:pt>
                <c:pt idx="56">
                  <c:v>1846</c:v>
                </c:pt>
                <c:pt idx="57">
                  <c:v>1847</c:v>
                </c:pt>
                <c:pt idx="58">
                  <c:v>1848</c:v>
                </c:pt>
                <c:pt idx="59">
                  <c:v>1849</c:v>
                </c:pt>
                <c:pt idx="60">
                  <c:v>1850</c:v>
                </c:pt>
                <c:pt idx="61">
                  <c:v>1851</c:v>
                </c:pt>
                <c:pt idx="62">
                  <c:v>1852</c:v>
                </c:pt>
                <c:pt idx="63">
                  <c:v>1853</c:v>
                </c:pt>
                <c:pt idx="64">
                  <c:v>1854</c:v>
                </c:pt>
                <c:pt idx="65">
                  <c:v>1855</c:v>
                </c:pt>
                <c:pt idx="66">
                  <c:v>1856</c:v>
                </c:pt>
                <c:pt idx="67">
                  <c:v>1857</c:v>
                </c:pt>
                <c:pt idx="68">
                  <c:v>1858</c:v>
                </c:pt>
                <c:pt idx="69">
                  <c:v>1859</c:v>
                </c:pt>
                <c:pt idx="70">
                  <c:v>1860</c:v>
                </c:pt>
                <c:pt idx="71">
                  <c:v>1861</c:v>
                </c:pt>
                <c:pt idx="72">
                  <c:v>1862</c:v>
                </c:pt>
                <c:pt idx="73">
                  <c:v>1863</c:v>
                </c:pt>
                <c:pt idx="74">
                  <c:v>1864</c:v>
                </c:pt>
                <c:pt idx="75">
                  <c:v>1865</c:v>
                </c:pt>
                <c:pt idx="76">
                  <c:v>1866</c:v>
                </c:pt>
                <c:pt idx="77">
                  <c:v>1867</c:v>
                </c:pt>
                <c:pt idx="78">
                  <c:v>1868</c:v>
                </c:pt>
                <c:pt idx="79">
                  <c:v>1869</c:v>
                </c:pt>
                <c:pt idx="80">
                  <c:v>1870</c:v>
                </c:pt>
                <c:pt idx="81">
                  <c:v>1871</c:v>
                </c:pt>
                <c:pt idx="82">
                  <c:v>1872</c:v>
                </c:pt>
                <c:pt idx="83">
                  <c:v>1873</c:v>
                </c:pt>
                <c:pt idx="84">
                  <c:v>1874</c:v>
                </c:pt>
                <c:pt idx="85">
                  <c:v>1875</c:v>
                </c:pt>
                <c:pt idx="86">
                  <c:v>1876</c:v>
                </c:pt>
                <c:pt idx="87">
                  <c:v>1877</c:v>
                </c:pt>
                <c:pt idx="88">
                  <c:v>1878</c:v>
                </c:pt>
                <c:pt idx="89">
                  <c:v>1879</c:v>
                </c:pt>
                <c:pt idx="90">
                  <c:v>1880</c:v>
                </c:pt>
                <c:pt idx="91">
                  <c:v>1881</c:v>
                </c:pt>
                <c:pt idx="92">
                  <c:v>1882</c:v>
                </c:pt>
                <c:pt idx="93">
                  <c:v>1883</c:v>
                </c:pt>
                <c:pt idx="94">
                  <c:v>1884</c:v>
                </c:pt>
                <c:pt idx="95">
                  <c:v>1885</c:v>
                </c:pt>
                <c:pt idx="96">
                  <c:v>1886</c:v>
                </c:pt>
                <c:pt idx="97">
                  <c:v>1887</c:v>
                </c:pt>
                <c:pt idx="98">
                  <c:v>1888</c:v>
                </c:pt>
                <c:pt idx="99">
                  <c:v>1889</c:v>
                </c:pt>
                <c:pt idx="100">
                  <c:v>1890</c:v>
                </c:pt>
                <c:pt idx="101">
                  <c:v>1891</c:v>
                </c:pt>
                <c:pt idx="102">
                  <c:v>1892</c:v>
                </c:pt>
                <c:pt idx="103">
                  <c:v>1893</c:v>
                </c:pt>
                <c:pt idx="104">
                  <c:v>1894</c:v>
                </c:pt>
                <c:pt idx="105">
                  <c:v>1895</c:v>
                </c:pt>
                <c:pt idx="106">
                  <c:v>1896</c:v>
                </c:pt>
                <c:pt idx="107">
                  <c:v>1897</c:v>
                </c:pt>
                <c:pt idx="108">
                  <c:v>1898</c:v>
                </c:pt>
                <c:pt idx="109">
                  <c:v>1899</c:v>
                </c:pt>
                <c:pt idx="110">
                  <c:v>1900</c:v>
                </c:pt>
                <c:pt idx="111">
                  <c:v>1901</c:v>
                </c:pt>
                <c:pt idx="112">
                  <c:v>1902</c:v>
                </c:pt>
                <c:pt idx="113">
                  <c:v>1903</c:v>
                </c:pt>
                <c:pt idx="114">
                  <c:v>1904</c:v>
                </c:pt>
                <c:pt idx="115">
                  <c:v>1905</c:v>
                </c:pt>
                <c:pt idx="116">
                  <c:v>1906</c:v>
                </c:pt>
                <c:pt idx="117">
                  <c:v>1907</c:v>
                </c:pt>
                <c:pt idx="118">
                  <c:v>1908</c:v>
                </c:pt>
                <c:pt idx="119">
                  <c:v>1909</c:v>
                </c:pt>
                <c:pt idx="120">
                  <c:v>1910</c:v>
                </c:pt>
                <c:pt idx="121">
                  <c:v>1911</c:v>
                </c:pt>
                <c:pt idx="122">
                  <c:v>1912</c:v>
                </c:pt>
                <c:pt idx="123">
                  <c:v>1913</c:v>
                </c:pt>
                <c:pt idx="124">
                  <c:v>1914</c:v>
                </c:pt>
                <c:pt idx="125">
                  <c:v>1915</c:v>
                </c:pt>
                <c:pt idx="126">
                  <c:v>1916</c:v>
                </c:pt>
                <c:pt idx="127">
                  <c:v>1917</c:v>
                </c:pt>
                <c:pt idx="128">
                  <c:v>1918</c:v>
                </c:pt>
                <c:pt idx="129">
                  <c:v>1919</c:v>
                </c:pt>
                <c:pt idx="130">
                  <c:v>1920</c:v>
                </c:pt>
                <c:pt idx="131">
                  <c:v>1921</c:v>
                </c:pt>
                <c:pt idx="132">
                  <c:v>1922</c:v>
                </c:pt>
                <c:pt idx="133">
                  <c:v>1923</c:v>
                </c:pt>
                <c:pt idx="134">
                  <c:v>1924</c:v>
                </c:pt>
                <c:pt idx="135">
                  <c:v>1925</c:v>
                </c:pt>
                <c:pt idx="136">
                  <c:v>1926</c:v>
                </c:pt>
                <c:pt idx="137">
                  <c:v>1927</c:v>
                </c:pt>
                <c:pt idx="138">
                  <c:v>1928</c:v>
                </c:pt>
                <c:pt idx="139">
                  <c:v>1929</c:v>
                </c:pt>
                <c:pt idx="140">
                  <c:v>1930</c:v>
                </c:pt>
                <c:pt idx="141">
                  <c:v>1931</c:v>
                </c:pt>
                <c:pt idx="142">
                  <c:v>1932</c:v>
                </c:pt>
                <c:pt idx="143">
                  <c:v>1933</c:v>
                </c:pt>
                <c:pt idx="144">
                  <c:v>1934</c:v>
                </c:pt>
                <c:pt idx="145">
                  <c:v>1935</c:v>
                </c:pt>
              </c:numCache>
            </c:numRef>
          </c:xVal>
          <c:yVal>
            <c:numRef>
              <c:f>Sheet1!$L$2:$L$147</c:f>
              <c:numCache>
                <c:formatCode>General</c:formatCode>
                <c:ptCount val="146"/>
                <c:pt idx="67">
                  <c:v>10</c:v>
                </c:pt>
                <c:pt idx="83">
                  <c:v>10</c:v>
                </c:pt>
                <c:pt idx="111">
                  <c:v>10</c:v>
                </c:pt>
                <c:pt idx="123">
                  <c:v>10</c:v>
                </c:pt>
                <c:pt idx="141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0300-49DF-B007-2D88F76EA011}"/>
            </c:ext>
          </c:extLst>
        </c:ser>
        <c:ser>
          <c:idx val="10"/>
          <c:order val="10"/>
          <c:tx>
            <c:strRef>
              <c:f>Sheet1!$M$1</c:f>
              <c:strCache>
                <c:ptCount val="1"/>
                <c:pt idx="0">
                  <c:v>Italy</c:v>
                </c:pt>
              </c:strCache>
            </c:strRef>
          </c:tx>
          <c:spPr>
            <a:ln w="25400" cap="flat" cmpd="dbl" algn="ctr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34925" cap="flat" cmpd="dbl" algn="ctr">
                <a:solidFill>
                  <a:schemeClr val="accent1"/>
                </a:solidFill>
                <a:round/>
              </a:ln>
              <a:effectLst/>
            </c:spPr>
          </c:marker>
          <c:xVal>
            <c:numRef>
              <c:f>Sheet1!$B$2:$B$147</c:f>
              <c:numCache>
                <c:formatCode>General</c:formatCode>
                <c:ptCount val="146"/>
                <c:pt idx="0">
                  <c:v>1790</c:v>
                </c:pt>
                <c:pt idx="1">
                  <c:v>1791</c:v>
                </c:pt>
                <c:pt idx="2">
                  <c:v>1792</c:v>
                </c:pt>
                <c:pt idx="3">
                  <c:v>1793</c:v>
                </c:pt>
                <c:pt idx="4">
                  <c:v>1794</c:v>
                </c:pt>
                <c:pt idx="5">
                  <c:v>1795</c:v>
                </c:pt>
                <c:pt idx="6">
                  <c:v>1796</c:v>
                </c:pt>
                <c:pt idx="7">
                  <c:v>1797</c:v>
                </c:pt>
                <c:pt idx="8">
                  <c:v>1798</c:v>
                </c:pt>
                <c:pt idx="9">
                  <c:v>1799</c:v>
                </c:pt>
                <c:pt idx="10">
                  <c:v>1800</c:v>
                </c:pt>
                <c:pt idx="11">
                  <c:v>1801</c:v>
                </c:pt>
                <c:pt idx="12">
                  <c:v>1802</c:v>
                </c:pt>
                <c:pt idx="13">
                  <c:v>1803</c:v>
                </c:pt>
                <c:pt idx="14">
                  <c:v>1804</c:v>
                </c:pt>
                <c:pt idx="15">
                  <c:v>1805</c:v>
                </c:pt>
                <c:pt idx="16">
                  <c:v>1806</c:v>
                </c:pt>
                <c:pt idx="17">
                  <c:v>1807</c:v>
                </c:pt>
                <c:pt idx="18">
                  <c:v>1808</c:v>
                </c:pt>
                <c:pt idx="19">
                  <c:v>1809</c:v>
                </c:pt>
                <c:pt idx="20">
                  <c:v>1810</c:v>
                </c:pt>
                <c:pt idx="21">
                  <c:v>1811</c:v>
                </c:pt>
                <c:pt idx="22">
                  <c:v>1812</c:v>
                </c:pt>
                <c:pt idx="23">
                  <c:v>1813</c:v>
                </c:pt>
                <c:pt idx="24">
                  <c:v>1814</c:v>
                </c:pt>
                <c:pt idx="25">
                  <c:v>1815</c:v>
                </c:pt>
                <c:pt idx="26">
                  <c:v>1816</c:v>
                </c:pt>
                <c:pt idx="27">
                  <c:v>1817</c:v>
                </c:pt>
                <c:pt idx="28">
                  <c:v>1818</c:v>
                </c:pt>
                <c:pt idx="29">
                  <c:v>1819</c:v>
                </c:pt>
                <c:pt idx="30">
                  <c:v>1820</c:v>
                </c:pt>
                <c:pt idx="31">
                  <c:v>1821</c:v>
                </c:pt>
                <c:pt idx="32">
                  <c:v>1822</c:v>
                </c:pt>
                <c:pt idx="33">
                  <c:v>1823</c:v>
                </c:pt>
                <c:pt idx="34">
                  <c:v>1824</c:v>
                </c:pt>
                <c:pt idx="35">
                  <c:v>1825</c:v>
                </c:pt>
                <c:pt idx="36">
                  <c:v>1826</c:v>
                </c:pt>
                <c:pt idx="37">
                  <c:v>1827</c:v>
                </c:pt>
                <c:pt idx="38">
                  <c:v>1828</c:v>
                </c:pt>
                <c:pt idx="39">
                  <c:v>1829</c:v>
                </c:pt>
                <c:pt idx="40">
                  <c:v>1830</c:v>
                </c:pt>
                <c:pt idx="41">
                  <c:v>1831</c:v>
                </c:pt>
                <c:pt idx="42">
                  <c:v>1832</c:v>
                </c:pt>
                <c:pt idx="43">
                  <c:v>1833</c:v>
                </c:pt>
                <c:pt idx="44">
                  <c:v>1834</c:v>
                </c:pt>
                <c:pt idx="45">
                  <c:v>1835</c:v>
                </c:pt>
                <c:pt idx="46">
                  <c:v>1836</c:v>
                </c:pt>
                <c:pt idx="47">
                  <c:v>1837</c:v>
                </c:pt>
                <c:pt idx="48">
                  <c:v>1838</c:v>
                </c:pt>
                <c:pt idx="49">
                  <c:v>1839</c:v>
                </c:pt>
                <c:pt idx="50">
                  <c:v>1840</c:v>
                </c:pt>
                <c:pt idx="51">
                  <c:v>1841</c:v>
                </c:pt>
                <c:pt idx="52">
                  <c:v>1842</c:v>
                </c:pt>
                <c:pt idx="53">
                  <c:v>1843</c:v>
                </c:pt>
                <c:pt idx="54">
                  <c:v>1844</c:v>
                </c:pt>
                <c:pt idx="55">
                  <c:v>1845</c:v>
                </c:pt>
                <c:pt idx="56">
                  <c:v>1846</c:v>
                </c:pt>
                <c:pt idx="57">
                  <c:v>1847</c:v>
                </c:pt>
                <c:pt idx="58">
                  <c:v>1848</c:v>
                </c:pt>
                <c:pt idx="59">
                  <c:v>1849</c:v>
                </c:pt>
                <c:pt idx="60">
                  <c:v>1850</c:v>
                </c:pt>
                <c:pt idx="61">
                  <c:v>1851</c:v>
                </c:pt>
                <c:pt idx="62">
                  <c:v>1852</c:v>
                </c:pt>
                <c:pt idx="63">
                  <c:v>1853</c:v>
                </c:pt>
                <c:pt idx="64">
                  <c:v>1854</c:v>
                </c:pt>
                <c:pt idx="65">
                  <c:v>1855</c:v>
                </c:pt>
                <c:pt idx="66">
                  <c:v>1856</c:v>
                </c:pt>
                <c:pt idx="67">
                  <c:v>1857</c:v>
                </c:pt>
                <c:pt idx="68">
                  <c:v>1858</c:v>
                </c:pt>
                <c:pt idx="69">
                  <c:v>1859</c:v>
                </c:pt>
                <c:pt idx="70">
                  <c:v>1860</c:v>
                </c:pt>
                <c:pt idx="71">
                  <c:v>1861</c:v>
                </c:pt>
                <c:pt idx="72">
                  <c:v>1862</c:v>
                </c:pt>
                <c:pt idx="73">
                  <c:v>1863</c:v>
                </c:pt>
                <c:pt idx="74">
                  <c:v>1864</c:v>
                </c:pt>
                <c:pt idx="75">
                  <c:v>1865</c:v>
                </c:pt>
                <c:pt idx="76">
                  <c:v>1866</c:v>
                </c:pt>
                <c:pt idx="77">
                  <c:v>1867</c:v>
                </c:pt>
                <c:pt idx="78">
                  <c:v>1868</c:v>
                </c:pt>
                <c:pt idx="79">
                  <c:v>1869</c:v>
                </c:pt>
                <c:pt idx="80">
                  <c:v>1870</c:v>
                </c:pt>
                <c:pt idx="81">
                  <c:v>1871</c:v>
                </c:pt>
                <c:pt idx="82">
                  <c:v>1872</c:v>
                </c:pt>
                <c:pt idx="83">
                  <c:v>1873</c:v>
                </c:pt>
                <c:pt idx="84">
                  <c:v>1874</c:v>
                </c:pt>
                <c:pt idx="85">
                  <c:v>1875</c:v>
                </c:pt>
                <c:pt idx="86">
                  <c:v>1876</c:v>
                </c:pt>
                <c:pt idx="87">
                  <c:v>1877</c:v>
                </c:pt>
                <c:pt idx="88">
                  <c:v>1878</c:v>
                </c:pt>
                <c:pt idx="89">
                  <c:v>1879</c:v>
                </c:pt>
                <c:pt idx="90">
                  <c:v>1880</c:v>
                </c:pt>
                <c:pt idx="91">
                  <c:v>1881</c:v>
                </c:pt>
                <c:pt idx="92">
                  <c:v>1882</c:v>
                </c:pt>
                <c:pt idx="93">
                  <c:v>1883</c:v>
                </c:pt>
                <c:pt idx="94">
                  <c:v>1884</c:v>
                </c:pt>
                <c:pt idx="95">
                  <c:v>1885</c:v>
                </c:pt>
                <c:pt idx="96">
                  <c:v>1886</c:v>
                </c:pt>
                <c:pt idx="97">
                  <c:v>1887</c:v>
                </c:pt>
                <c:pt idx="98">
                  <c:v>1888</c:v>
                </c:pt>
                <c:pt idx="99">
                  <c:v>1889</c:v>
                </c:pt>
                <c:pt idx="100">
                  <c:v>1890</c:v>
                </c:pt>
                <c:pt idx="101">
                  <c:v>1891</c:v>
                </c:pt>
                <c:pt idx="102">
                  <c:v>1892</c:v>
                </c:pt>
                <c:pt idx="103">
                  <c:v>1893</c:v>
                </c:pt>
                <c:pt idx="104">
                  <c:v>1894</c:v>
                </c:pt>
                <c:pt idx="105">
                  <c:v>1895</c:v>
                </c:pt>
                <c:pt idx="106">
                  <c:v>1896</c:v>
                </c:pt>
                <c:pt idx="107">
                  <c:v>1897</c:v>
                </c:pt>
                <c:pt idx="108">
                  <c:v>1898</c:v>
                </c:pt>
                <c:pt idx="109">
                  <c:v>1899</c:v>
                </c:pt>
                <c:pt idx="110">
                  <c:v>1900</c:v>
                </c:pt>
                <c:pt idx="111">
                  <c:v>1901</c:v>
                </c:pt>
                <c:pt idx="112">
                  <c:v>1902</c:v>
                </c:pt>
                <c:pt idx="113">
                  <c:v>1903</c:v>
                </c:pt>
                <c:pt idx="114">
                  <c:v>1904</c:v>
                </c:pt>
                <c:pt idx="115">
                  <c:v>1905</c:v>
                </c:pt>
                <c:pt idx="116">
                  <c:v>1906</c:v>
                </c:pt>
                <c:pt idx="117">
                  <c:v>1907</c:v>
                </c:pt>
                <c:pt idx="118">
                  <c:v>1908</c:v>
                </c:pt>
                <c:pt idx="119">
                  <c:v>1909</c:v>
                </c:pt>
                <c:pt idx="120">
                  <c:v>1910</c:v>
                </c:pt>
                <c:pt idx="121">
                  <c:v>1911</c:v>
                </c:pt>
                <c:pt idx="122">
                  <c:v>1912</c:v>
                </c:pt>
                <c:pt idx="123">
                  <c:v>1913</c:v>
                </c:pt>
                <c:pt idx="124">
                  <c:v>1914</c:v>
                </c:pt>
                <c:pt idx="125">
                  <c:v>1915</c:v>
                </c:pt>
                <c:pt idx="126">
                  <c:v>1916</c:v>
                </c:pt>
                <c:pt idx="127">
                  <c:v>1917</c:v>
                </c:pt>
                <c:pt idx="128">
                  <c:v>1918</c:v>
                </c:pt>
                <c:pt idx="129">
                  <c:v>1919</c:v>
                </c:pt>
                <c:pt idx="130">
                  <c:v>1920</c:v>
                </c:pt>
                <c:pt idx="131">
                  <c:v>1921</c:v>
                </c:pt>
                <c:pt idx="132">
                  <c:v>1922</c:v>
                </c:pt>
                <c:pt idx="133">
                  <c:v>1923</c:v>
                </c:pt>
                <c:pt idx="134">
                  <c:v>1924</c:v>
                </c:pt>
                <c:pt idx="135">
                  <c:v>1925</c:v>
                </c:pt>
                <c:pt idx="136">
                  <c:v>1926</c:v>
                </c:pt>
                <c:pt idx="137">
                  <c:v>1927</c:v>
                </c:pt>
                <c:pt idx="138">
                  <c:v>1928</c:v>
                </c:pt>
                <c:pt idx="139">
                  <c:v>1929</c:v>
                </c:pt>
                <c:pt idx="140">
                  <c:v>1930</c:v>
                </c:pt>
                <c:pt idx="141">
                  <c:v>1931</c:v>
                </c:pt>
                <c:pt idx="142">
                  <c:v>1932</c:v>
                </c:pt>
                <c:pt idx="143">
                  <c:v>1933</c:v>
                </c:pt>
                <c:pt idx="144">
                  <c:v>1934</c:v>
                </c:pt>
                <c:pt idx="145">
                  <c:v>1935</c:v>
                </c:pt>
              </c:numCache>
            </c:numRef>
          </c:xVal>
          <c:yVal>
            <c:numRef>
              <c:f>Sheet1!$M$2:$M$147</c:f>
              <c:numCache>
                <c:formatCode>General</c:formatCode>
                <c:ptCount val="146"/>
                <c:pt idx="101">
                  <c:v>11</c:v>
                </c:pt>
                <c:pt idx="103">
                  <c:v>11</c:v>
                </c:pt>
                <c:pt idx="124">
                  <c:v>11</c:v>
                </c:pt>
                <c:pt idx="131">
                  <c:v>11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0300-49DF-B007-2D88F76EA0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13578624"/>
        <c:axId val="1313579872"/>
      </c:scatterChart>
      <c:valAx>
        <c:axId val="1313578624"/>
        <c:scaling>
          <c:orientation val="minMax"/>
          <c:max val="1940"/>
          <c:min val="179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+mn-cs"/>
              </a:defRPr>
            </a:pPr>
            <a:endParaRPr lang="en-US"/>
          </a:p>
        </c:txPr>
        <c:crossAx val="1313579872"/>
        <c:crosses val="autoZero"/>
        <c:crossBetween val="midCat"/>
        <c:majorUnit val="10"/>
      </c:valAx>
      <c:valAx>
        <c:axId val="1313579872"/>
        <c:scaling>
          <c:orientation val="minMax"/>
          <c:max val="11"/>
          <c:min val="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313578624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latin typeface="Roboto Condensed" panose="02000000000000000000" pitchFamily="2" charset="0"/>
          <a:ea typeface="Roboto Condensed" panose="02000000000000000000" pitchFamily="2" charset="0"/>
        </a:defRPr>
      </a:pPr>
      <a:endParaRPr lang="en-US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Sheet1!$A$2:$A$16</c:f>
              <c:numCache>
                <c:formatCode>General</c:formatCode>
                <c:ptCount val="15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  <c:pt idx="10">
                  <c:v>2021</c:v>
                </c:pt>
                <c:pt idx="11">
                  <c:v>2022</c:v>
                </c:pt>
                <c:pt idx="12">
                  <c:v>2023</c:v>
                </c:pt>
                <c:pt idx="13">
                  <c:v>2024</c:v>
                </c:pt>
                <c:pt idx="14">
                  <c:v>2025</c:v>
                </c:pt>
              </c:numCache>
            </c:num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1351</c:v>
                </c:pt>
                <c:pt idx="1">
                  <c:v>1157</c:v>
                </c:pt>
                <c:pt idx="2">
                  <c:v>3226</c:v>
                </c:pt>
                <c:pt idx="3">
                  <c:v>1161</c:v>
                </c:pt>
                <c:pt idx="4">
                  <c:v>1837</c:v>
                </c:pt>
                <c:pt idx="5">
                  <c:v>1397</c:v>
                </c:pt>
                <c:pt idx="6">
                  <c:v>1179</c:v>
                </c:pt>
                <c:pt idx="7">
                  <c:v>966</c:v>
                </c:pt>
                <c:pt idx="8">
                  <c:v>2604</c:v>
                </c:pt>
                <c:pt idx="9">
                  <c:v>722</c:v>
                </c:pt>
                <c:pt idx="10">
                  <c:v>1931</c:v>
                </c:pt>
                <c:pt idx="11">
                  <c:v>-18002</c:v>
                </c:pt>
                <c:pt idx="12">
                  <c:v>-131518</c:v>
                </c:pt>
                <c:pt idx="13">
                  <c:v>-215186</c:v>
                </c:pt>
                <c:pt idx="14">
                  <c:v>-242712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95-459A-9875-6F01BE6172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80884703"/>
        <c:axId val="1813163359"/>
      </c:barChart>
      <c:catAx>
        <c:axId val="128088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3163359"/>
        <c:crosses val="autoZero"/>
        <c:auto val="1"/>
        <c:lblAlgn val="ctr"/>
        <c:lblOffset val="100"/>
        <c:noMultiLvlLbl val="0"/>
      </c:catAx>
      <c:valAx>
        <c:axId val="18131633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08847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7934782608695651E-2"/>
          <c:y val="3.2105067452815661E-2"/>
          <c:w val="0.94413043478260872"/>
          <c:h val="0.88441233478070425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Paul Volcker</c:v>
                </c:pt>
              </c:strCache>
            </c:strRef>
          </c:tx>
          <c:spPr>
            <a:ln w="508000" cap="flat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Sheet1!$A$2:$A$47</c:f>
              <c:numCache>
                <c:formatCode>General</c:formatCode>
                <c:ptCount val="46"/>
                <c:pt idx="0">
                  <c:v>1979</c:v>
                </c:pt>
                <c:pt idx="1">
                  <c:v>1980</c:v>
                </c:pt>
                <c:pt idx="2">
                  <c:v>1981</c:v>
                </c:pt>
                <c:pt idx="3">
                  <c:v>1982</c:v>
                </c:pt>
                <c:pt idx="4">
                  <c:v>1983</c:v>
                </c:pt>
                <c:pt idx="5">
                  <c:v>1984</c:v>
                </c:pt>
                <c:pt idx="6">
                  <c:v>1985</c:v>
                </c:pt>
                <c:pt idx="7">
                  <c:v>1986</c:v>
                </c:pt>
                <c:pt idx="8">
                  <c:v>1987</c:v>
                </c:pt>
                <c:pt idx="9">
                  <c:v>1988</c:v>
                </c:pt>
                <c:pt idx="10">
                  <c:v>1989</c:v>
                </c:pt>
                <c:pt idx="11">
                  <c:v>1990</c:v>
                </c:pt>
                <c:pt idx="12">
                  <c:v>1991</c:v>
                </c:pt>
                <c:pt idx="13">
                  <c:v>1992</c:v>
                </c:pt>
                <c:pt idx="14">
                  <c:v>1993</c:v>
                </c:pt>
                <c:pt idx="15">
                  <c:v>1994</c:v>
                </c:pt>
                <c:pt idx="16">
                  <c:v>1995</c:v>
                </c:pt>
                <c:pt idx="17">
                  <c:v>1996</c:v>
                </c:pt>
                <c:pt idx="18">
                  <c:v>1997</c:v>
                </c:pt>
                <c:pt idx="19">
                  <c:v>1998</c:v>
                </c:pt>
                <c:pt idx="20">
                  <c:v>1999</c:v>
                </c:pt>
                <c:pt idx="21">
                  <c:v>2000</c:v>
                </c:pt>
                <c:pt idx="22">
                  <c:v>2001</c:v>
                </c:pt>
                <c:pt idx="23">
                  <c:v>2002</c:v>
                </c:pt>
                <c:pt idx="24">
                  <c:v>2003</c:v>
                </c:pt>
                <c:pt idx="25">
                  <c:v>2004</c:v>
                </c:pt>
                <c:pt idx="26">
                  <c:v>2005</c:v>
                </c:pt>
                <c:pt idx="27">
                  <c:v>2006</c:v>
                </c:pt>
                <c:pt idx="28">
                  <c:v>2007</c:v>
                </c:pt>
                <c:pt idx="29">
                  <c:v>2008</c:v>
                </c:pt>
                <c:pt idx="30">
                  <c:v>2009</c:v>
                </c:pt>
                <c:pt idx="31">
                  <c:v>2010</c:v>
                </c:pt>
                <c:pt idx="32">
                  <c:v>2011</c:v>
                </c:pt>
                <c:pt idx="33">
                  <c:v>2012</c:v>
                </c:pt>
                <c:pt idx="34">
                  <c:v>2013</c:v>
                </c:pt>
                <c:pt idx="35">
                  <c:v>2014</c:v>
                </c:pt>
                <c:pt idx="36">
                  <c:v>2015</c:v>
                </c:pt>
                <c:pt idx="37">
                  <c:v>2016</c:v>
                </c:pt>
                <c:pt idx="38">
                  <c:v>2017</c:v>
                </c:pt>
                <c:pt idx="39">
                  <c:v>2018</c:v>
                </c:pt>
                <c:pt idx="40">
                  <c:v>2019</c:v>
                </c:pt>
                <c:pt idx="41">
                  <c:v>2020</c:v>
                </c:pt>
                <c:pt idx="42">
                  <c:v>2021</c:v>
                </c:pt>
                <c:pt idx="43">
                  <c:v>2022</c:v>
                </c:pt>
                <c:pt idx="44">
                  <c:v>2023</c:v>
                </c:pt>
                <c:pt idx="45">
                  <c:v>2024</c:v>
                </c:pt>
              </c:numCache>
            </c:numRef>
          </c:xVal>
          <c:yVal>
            <c:numRef>
              <c:f>Sheet1!$B$2:$B$47</c:f>
              <c:numCache>
                <c:formatCode>General</c:formatCode>
                <c:ptCount val="4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CF0-41A0-9703-A409556BDC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Alan Greenspan</c:v>
                </c:pt>
              </c:strCache>
            </c:strRef>
          </c:tx>
          <c:spPr>
            <a:ln w="508000" cap="flat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Sheet1!$A$2:$A$47</c:f>
              <c:numCache>
                <c:formatCode>General</c:formatCode>
                <c:ptCount val="46"/>
                <c:pt idx="0">
                  <c:v>1979</c:v>
                </c:pt>
                <c:pt idx="1">
                  <c:v>1980</c:v>
                </c:pt>
                <c:pt idx="2">
                  <c:v>1981</c:v>
                </c:pt>
                <c:pt idx="3">
                  <c:v>1982</c:v>
                </c:pt>
                <c:pt idx="4">
                  <c:v>1983</c:v>
                </c:pt>
                <c:pt idx="5">
                  <c:v>1984</c:v>
                </c:pt>
                <c:pt idx="6">
                  <c:v>1985</c:v>
                </c:pt>
                <c:pt idx="7">
                  <c:v>1986</c:v>
                </c:pt>
                <c:pt idx="8">
                  <c:v>1987</c:v>
                </c:pt>
                <c:pt idx="9">
                  <c:v>1988</c:v>
                </c:pt>
                <c:pt idx="10">
                  <c:v>1989</c:v>
                </c:pt>
                <c:pt idx="11">
                  <c:v>1990</c:v>
                </c:pt>
                <c:pt idx="12">
                  <c:v>1991</c:v>
                </c:pt>
                <c:pt idx="13">
                  <c:v>1992</c:v>
                </c:pt>
                <c:pt idx="14">
                  <c:v>1993</c:v>
                </c:pt>
                <c:pt idx="15">
                  <c:v>1994</c:v>
                </c:pt>
                <c:pt idx="16">
                  <c:v>1995</c:v>
                </c:pt>
                <c:pt idx="17">
                  <c:v>1996</c:v>
                </c:pt>
                <c:pt idx="18">
                  <c:v>1997</c:v>
                </c:pt>
                <c:pt idx="19">
                  <c:v>1998</c:v>
                </c:pt>
                <c:pt idx="20">
                  <c:v>1999</c:v>
                </c:pt>
                <c:pt idx="21">
                  <c:v>2000</c:v>
                </c:pt>
                <c:pt idx="22">
                  <c:v>2001</c:v>
                </c:pt>
                <c:pt idx="23">
                  <c:v>2002</c:v>
                </c:pt>
                <c:pt idx="24">
                  <c:v>2003</c:v>
                </c:pt>
                <c:pt idx="25">
                  <c:v>2004</c:v>
                </c:pt>
                <c:pt idx="26">
                  <c:v>2005</c:v>
                </c:pt>
                <c:pt idx="27">
                  <c:v>2006</c:v>
                </c:pt>
                <c:pt idx="28">
                  <c:v>2007</c:v>
                </c:pt>
                <c:pt idx="29">
                  <c:v>2008</c:v>
                </c:pt>
                <c:pt idx="30">
                  <c:v>2009</c:v>
                </c:pt>
                <c:pt idx="31">
                  <c:v>2010</c:v>
                </c:pt>
                <c:pt idx="32">
                  <c:v>2011</c:v>
                </c:pt>
                <c:pt idx="33">
                  <c:v>2012</c:v>
                </c:pt>
                <c:pt idx="34">
                  <c:v>2013</c:v>
                </c:pt>
                <c:pt idx="35">
                  <c:v>2014</c:v>
                </c:pt>
                <c:pt idx="36">
                  <c:v>2015</c:v>
                </c:pt>
                <c:pt idx="37">
                  <c:v>2016</c:v>
                </c:pt>
                <c:pt idx="38">
                  <c:v>2017</c:v>
                </c:pt>
                <c:pt idx="39">
                  <c:v>2018</c:v>
                </c:pt>
                <c:pt idx="40">
                  <c:v>2019</c:v>
                </c:pt>
                <c:pt idx="41">
                  <c:v>2020</c:v>
                </c:pt>
                <c:pt idx="42">
                  <c:v>2021</c:v>
                </c:pt>
                <c:pt idx="43">
                  <c:v>2022</c:v>
                </c:pt>
                <c:pt idx="44">
                  <c:v>2023</c:v>
                </c:pt>
                <c:pt idx="45">
                  <c:v>2024</c:v>
                </c:pt>
              </c:numCache>
            </c:numRef>
          </c:xVal>
          <c:yVal>
            <c:numRef>
              <c:f>Sheet1!$C$2:$C$47</c:f>
              <c:numCache>
                <c:formatCode>General</c:formatCode>
                <c:ptCount val="46"/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</c:v>
                </c:pt>
                <c:pt idx="19">
                  <c:v>4</c:v>
                </c:pt>
                <c:pt idx="20">
                  <c:v>4</c:v>
                </c:pt>
                <c:pt idx="21">
                  <c:v>4</c:v>
                </c:pt>
                <c:pt idx="22">
                  <c:v>4</c:v>
                </c:pt>
                <c:pt idx="23">
                  <c:v>4</c:v>
                </c:pt>
                <c:pt idx="24">
                  <c:v>4</c:v>
                </c:pt>
                <c:pt idx="25">
                  <c:v>4</c:v>
                </c:pt>
                <c:pt idx="26">
                  <c:v>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CF0-41A0-9703-A409556BDCF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Ben Bernanke</c:v>
                </c:pt>
              </c:strCache>
            </c:strRef>
          </c:tx>
          <c:spPr>
            <a:ln w="508000" cap="flat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Sheet1!$A$2:$A$47</c:f>
              <c:numCache>
                <c:formatCode>General</c:formatCode>
                <c:ptCount val="46"/>
                <c:pt idx="0">
                  <c:v>1979</c:v>
                </c:pt>
                <c:pt idx="1">
                  <c:v>1980</c:v>
                </c:pt>
                <c:pt idx="2">
                  <c:v>1981</c:v>
                </c:pt>
                <c:pt idx="3">
                  <c:v>1982</c:v>
                </c:pt>
                <c:pt idx="4">
                  <c:v>1983</c:v>
                </c:pt>
                <c:pt idx="5">
                  <c:v>1984</c:v>
                </c:pt>
                <c:pt idx="6">
                  <c:v>1985</c:v>
                </c:pt>
                <c:pt idx="7">
                  <c:v>1986</c:v>
                </c:pt>
                <c:pt idx="8">
                  <c:v>1987</c:v>
                </c:pt>
                <c:pt idx="9">
                  <c:v>1988</c:v>
                </c:pt>
                <c:pt idx="10">
                  <c:v>1989</c:v>
                </c:pt>
                <c:pt idx="11">
                  <c:v>1990</c:v>
                </c:pt>
                <c:pt idx="12">
                  <c:v>1991</c:v>
                </c:pt>
                <c:pt idx="13">
                  <c:v>1992</c:v>
                </c:pt>
                <c:pt idx="14">
                  <c:v>1993</c:v>
                </c:pt>
                <c:pt idx="15">
                  <c:v>1994</c:v>
                </c:pt>
                <c:pt idx="16">
                  <c:v>1995</c:v>
                </c:pt>
                <c:pt idx="17">
                  <c:v>1996</c:v>
                </c:pt>
                <c:pt idx="18">
                  <c:v>1997</c:v>
                </c:pt>
                <c:pt idx="19">
                  <c:v>1998</c:v>
                </c:pt>
                <c:pt idx="20">
                  <c:v>1999</c:v>
                </c:pt>
                <c:pt idx="21">
                  <c:v>2000</c:v>
                </c:pt>
                <c:pt idx="22">
                  <c:v>2001</c:v>
                </c:pt>
                <c:pt idx="23">
                  <c:v>2002</c:v>
                </c:pt>
                <c:pt idx="24">
                  <c:v>2003</c:v>
                </c:pt>
                <c:pt idx="25">
                  <c:v>2004</c:v>
                </c:pt>
                <c:pt idx="26">
                  <c:v>2005</c:v>
                </c:pt>
                <c:pt idx="27">
                  <c:v>2006</c:v>
                </c:pt>
                <c:pt idx="28">
                  <c:v>2007</c:v>
                </c:pt>
                <c:pt idx="29">
                  <c:v>2008</c:v>
                </c:pt>
                <c:pt idx="30">
                  <c:v>2009</c:v>
                </c:pt>
                <c:pt idx="31">
                  <c:v>2010</c:v>
                </c:pt>
                <c:pt idx="32">
                  <c:v>2011</c:v>
                </c:pt>
                <c:pt idx="33">
                  <c:v>2012</c:v>
                </c:pt>
                <c:pt idx="34">
                  <c:v>2013</c:v>
                </c:pt>
                <c:pt idx="35">
                  <c:v>2014</c:v>
                </c:pt>
                <c:pt idx="36">
                  <c:v>2015</c:v>
                </c:pt>
                <c:pt idx="37">
                  <c:v>2016</c:v>
                </c:pt>
                <c:pt idx="38">
                  <c:v>2017</c:v>
                </c:pt>
                <c:pt idx="39">
                  <c:v>2018</c:v>
                </c:pt>
                <c:pt idx="40">
                  <c:v>2019</c:v>
                </c:pt>
                <c:pt idx="41">
                  <c:v>2020</c:v>
                </c:pt>
                <c:pt idx="42">
                  <c:v>2021</c:v>
                </c:pt>
                <c:pt idx="43">
                  <c:v>2022</c:v>
                </c:pt>
                <c:pt idx="44">
                  <c:v>2023</c:v>
                </c:pt>
                <c:pt idx="45">
                  <c:v>2024</c:v>
                </c:pt>
              </c:numCache>
            </c:numRef>
          </c:xVal>
          <c:yVal>
            <c:numRef>
              <c:f>Sheet1!$D$2:$D$47</c:f>
              <c:numCache>
                <c:formatCode>General</c:formatCode>
                <c:ptCount val="46"/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CF0-41A0-9703-A409556BDCF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Janet Yellen</c:v>
                </c:pt>
              </c:strCache>
            </c:strRef>
          </c:tx>
          <c:spPr>
            <a:ln w="508000" cap="flat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Sheet1!$A$2:$A$47</c:f>
              <c:numCache>
                <c:formatCode>General</c:formatCode>
                <c:ptCount val="46"/>
                <c:pt idx="0">
                  <c:v>1979</c:v>
                </c:pt>
                <c:pt idx="1">
                  <c:v>1980</c:v>
                </c:pt>
                <c:pt idx="2">
                  <c:v>1981</c:v>
                </c:pt>
                <c:pt idx="3">
                  <c:v>1982</c:v>
                </c:pt>
                <c:pt idx="4">
                  <c:v>1983</c:v>
                </c:pt>
                <c:pt idx="5">
                  <c:v>1984</c:v>
                </c:pt>
                <c:pt idx="6">
                  <c:v>1985</c:v>
                </c:pt>
                <c:pt idx="7">
                  <c:v>1986</c:v>
                </c:pt>
                <c:pt idx="8">
                  <c:v>1987</c:v>
                </c:pt>
                <c:pt idx="9">
                  <c:v>1988</c:v>
                </c:pt>
                <c:pt idx="10">
                  <c:v>1989</c:v>
                </c:pt>
                <c:pt idx="11">
                  <c:v>1990</c:v>
                </c:pt>
                <c:pt idx="12">
                  <c:v>1991</c:v>
                </c:pt>
                <c:pt idx="13">
                  <c:v>1992</c:v>
                </c:pt>
                <c:pt idx="14">
                  <c:v>1993</c:v>
                </c:pt>
                <c:pt idx="15">
                  <c:v>1994</c:v>
                </c:pt>
                <c:pt idx="16">
                  <c:v>1995</c:v>
                </c:pt>
                <c:pt idx="17">
                  <c:v>1996</c:v>
                </c:pt>
                <c:pt idx="18">
                  <c:v>1997</c:v>
                </c:pt>
                <c:pt idx="19">
                  <c:v>1998</c:v>
                </c:pt>
                <c:pt idx="20">
                  <c:v>1999</c:v>
                </c:pt>
                <c:pt idx="21">
                  <c:v>2000</c:v>
                </c:pt>
                <c:pt idx="22">
                  <c:v>2001</c:v>
                </c:pt>
                <c:pt idx="23">
                  <c:v>2002</c:v>
                </c:pt>
                <c:pt idx="24">
                  <c:v>2003</c:v>
                </c:pt>
                <c:pt idx="25">
                  <c:v>2004</c:v>
                </c:pt>
                <c:pt idx="26">
                  <c:v>2005</c:v>
                </c:pt>
                <c:pt idx="27">
                  <c:v>2006</c:v>
                </c:pt>
                <c:pt idx="28">
                  <c:v>2007</c:v>
                </c:pt>
                <c:pt idx="29">
                  <c:v>2008</c:v>
                </c:pt>
                <c:pt idx="30">
                  <c:v>2009</c:v>
                </c:pt>
                <c:pt idx="31">
                  <c:v>2010</c:v>
                </c:pt>
                <c:pt idx="32">
                  <c:v>2011</c:v>
                </c:pt>
                <c:pt idx="33">
                  <c:v>2012</c:v>
                </c:pt>
                <c:pt idx="34">
                  <c:v>2013</c:v>
                </c:pt>
                <c:pt idx="35">
                  <c:v>2014</c:v>
                </c:pt>
                <c:pt idx="36">
                  <c:v>2015</c:v>
                </c:pt>
                <c:pt idx="37">
                  <c:v>2016</c:v>
                </c:pt>
                <c:pt idx="38">
                  <c:v>2017</c:v>
                </c:pt>
                <c:pt idx="39">
                  <c:v>2018</c:v>
                </c:pt>
                <c:pt idx="40">
                  <c:v>2019</c:v>
                </c:pt>
                <c:pt idx="41">
                  <c:v>2020</c:v>
                </c:pt>
                <c:pt idx="42">
                  <c:v>2021</c:v>
                </c:pt>
                <c:pt idx="43">
                  <c:v>2022</c:v>
                </c:pt>
                <c:pt idx="44">
                  <c:v>2023</c:v>
                </c:pt>
                <c:pt idx="45">
                  <c:v>2024</c:v>
                </c:pt>
              </c:numCache>
            </c:numRef>
          </c:xVal>
          <c:yVal>
            <c:numRef>
              <c:f>Sheet1!$E$2:$E$47</c:f>
              <c:numCache>
                <c:formatCode>General</c:formatCode>
                <c:ptCount val="46"/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CF0-41A0-9703-A409556BDCF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Jerome Powell</c:v>
                </c:pt>
              </c:strCache>
            </c:strRef>
          </c:tx>
          <c:spPr>
            <a:ln w="508000" cap="flat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Sheet1!$A$2:$A$47</c:f>
              <c:numCache>
                <c:formatCode>General</c:formatCode>
                <c:ptCount val="46"/>
                <c:pt idx="0">
                  <c:v>1979</c:v>
                </c:pt>
                <c:pt idx="1">
                  <c:v>1980</c:v>
                </c:pt>
                <c:pt idx="2">
                  <c:v>1981</c:v>
                </c:pt>
                <c:pt idx="3">
                  <c:v>1982</c:v>
                </c:pt>
                <c:pt idx="4">
                  <c:v>1983</c:v>
                </c:pt>
                <c:pt idx="5">
                  <c:v>1984</c:v>
                </c:pt>
                <c:pt idx="6">
                  <c:v>1985</c:v>
                </c:pt>
                <c:pt idx="7">
                  <c:v>1986</c:v>
                </c:pt>
                <c:pt idx="8">
                  <c:v>1987</c:v>
                </c:pt>
                <c:pt idx="9">
                  <c:v>1988</c:v>
                </c:pt>
                <c:pt idx="10">
                  <c:v>1989</c:v>
                </c:pt>
                <c:pt idx="11">
                  <c:v>1990</c:v>
                </c:pt>
                <c:pt idx="12">
                  <c:v>1991</c:v>
                </c:pt>
                <c:pt idx="13">
                  <c:v>1992</c:v>
                </c:pt>
                <c:pt idx="14">
                  <c:v>1993</c:v>
                </c:pt>
                <c:pt idx="15">
                  <c:v>1994</c:v>
                </c:pt>
                <c:pt idx="16">
                  <c:v>1995</c:v>
                </c:pt>
                <c:pt idx="17">
                  <c:v>1996</c:v>
                </c:pt>
                <c:pt idx="18">
                  <c:v>1997</c:v>
                </c:pt>
                <c:pt idx="19">
                  <c:v>1998</c:v>
                </c:pt>
                <c:pt idx="20">
                  <c:v>1999</c:v>
                </c:pt>
                <c:pt idx="21">
                  <c:v>2000</c:v>
                </c:pt>
                <c:pt idx="22">
                  <c:v>2001</c:v>
                </c:pt>
                <c:pt idx="23">
                  <c:v>2002</c:v>
                </c:pt>
                <c:pt idx="24">
                  <c:v>2003</c:v>
                </c:pt>
                <c:pt idx="25">
                  <c:v>2004</c:v>
                </c:pt>
                <c:pt idx="26">
                  <c:v>2005</c:v>
                </c:pt>
                <c:pt idx="27">
                  <c:v>2006</c:v>
                </c:pt>
                <c:pt idx="28">
                  <c:v>2007</c:v>
                </c:pt>
                <c:pt idx="29">
                  <c:v>2008</c:v>
                </c:pt>
                <c:pt idx="30">
                  <c:v>2009</c:v>
                </c:pt>
                <c:pt idx="31">
                  <c:v>2010</c:v>
                </c:pt>
                <c:pt idx="32">
                  <c:v>2011</c:v>
                </c:pt>
                <c:pt idx="33">
                  <c:v>2012</c:v>
                </c:pt>
                <c:pt idx="34">
                  <c:v>2013</c:v>
                </c:pt>
                <c:pt idx="35">
                  <c:v>2014</c:v>
                </c:pt>
                <c:pt idx="36">
                  <c:v>2015</c:v>
                </c:pt>
                <c:pt idx="37">
                  <c:v>2016</c:v>
                </c:pt>
                <c:pt idx="38">
                  <c:v>2017</c:v>
                </c:pt>
                <c:pt idx="39">
                  <c:v>2018</c:v>
                </c:pt>
                <c:pt idx="40">
                  <c:v>2019</c:v>
                </c:pt>
                <c:pt idx="41">
                  <c:v>2020</c:v>
                </c:pt>
                <c:pt idx="42">
                  <c:v>2021</c:v>
                </c:pt>
                <c:pt idx="43">
                  <c:v>2022</c:v>
                </c:pt>
                <c:pt idx="44">
                  <c:v>2023</c:v>
                </c:pt>
                <c:pt idx="45">
                  <c:v>2024</c:v>
                </c:pt>
              </c:numCache>
            </c:numRef>
          </c:xVal>
          <c:yVal>
            <c:numRef>
              <c:f>Sheet1!$F$2:$F$47</c:f>
              <c:numCache>
                <c:formatCode>General</c:formatCode>
                <c:ptCount val="46"/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9CF0-41A0-9703-A409556BDC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61068896"/>
        <c:axId val="1561072256"/>
      </c:scatterChart>
      <c:valAx>
        <c:axId val="1561068896"/>
        <c:scaling>
          <c:orientation val="minMax"/>
          <c:max val="2024"/>
          <c:min val="1979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1072256"/>
        <c:crosses val="autoZero"/>
        <c:crossBetween val="midCat"/>
        <c:majorUnit val="3"/>
      </c:valAx>
      <c:valAx>
        <c:axId val="1561072256"/>
        <c:scaling>
          <c:orientation val="minMax"/>
          <c:min val="0.2"/>
        </c:scaling>
        <c:delete val="1"/>
        <c:axPos val="l"/>
        <c:numFmt formatCode="General" sourceLinked="1"/>
        <c:majorTickMark val="none"/>
        <c:minorTickMark val="none"/>
        <c:tickLblPos val="nextTo"/>
        <c:crossAx val="156106889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7934782608695651E-2"/>
          <c:y val="3.2105067452815661E-2"/>
          <c:w val="0.94413043478260872"/>
          <c:h val="0.88441233478070425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Wim Duisenberg</c:v>
                </c:pt>
              </c:strCache>
            </c:strRef>
          </c:tx>
          <c:spPr>
            <a:ln w="508000" cap="flat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Sheet1!$A$2:$A$28</c:f>
              <c:numCache>
                <c:formatCode>General</c:formatCode>
                <c:ptCount val="27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  <c:pt idx="17">
                  <c:v>2015</c:v>
                </c:pt>
                <c:pt idx="18">
                  <c:v>2016</c:v>
                </c:pt>
                <c:pt idx="19">
                  <c:v>2017</c:v>
                </c:pt>
                <c:pt idx="20">
                  <c:v>2018</c:v>
                </c:pt>
                <c:pt idx="21">
                  <c:v>2019</c:v>
                </c:pt>
                <c:pt idx="22">
                  <c:v>2020</c:v>
                </c:pt>
                <c:pt idx="23">
                  <c:v>2021</c:v>
                </c:pt>
                <c:pt idx="24">
                  <c:v>2022</c:v>
                </c:pt>
                <c:pt idx="25">
                  <c:v>2023</c:v>
                </c:pt>
                <c:pt idx="26">
                  <c:v>2024</c:v>
                </c:pt>
              </c:numCache>
            </c:numRef>
          </c:xVal>
          <c:yVal>
            <c:numRef>
              <c:f>Sheet1!$B$2:$B$28</c:f>
              <c:numCache>
                <c:formatCode>General</c:formatCode>
                <c:ptCount val="27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CF0-41A0-9703-A409556BDC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Jean-Claude Trichet</c:v>
                </c:pt>
              </c:strCache>
            </c:strRef>
          </c:tx>
          <c:spPr>
            <a:ln w="508000" cap="flat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Sheet1!$A$2:$A$28</c:f>
              <c:numCache>
                <c:formatCode>General</c:formatCode>
                <c:ptCount val="27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  <c:pt idx="17">
                  <c:v>2015</c:v>
                </c:pt>
                <c:pt idx="18">
                  <c:v>2016</c:v>
                </c:pt>
                <c:pt idx="19">
                  <c:v>2017</c:v>
                </c:pt>
                <c:pt idx="20">
                  <c:v>2018</c:v>
                </c:pt>
                <c:pt idx="21">
                  <c:v>2019</c:v>
                </c:pt>
                <c:pt idx="22">
                  <c:v>2020</c:v>
                </c:pt>
                <c:pt idx="23">
                  <c:v>2021</c:v>
                </c:pt>
                <c:pt idx="24">
                  <c:v>2022</c:v>
                </c:pt>
                <c:pt idx="25">
                  <c:v>2023</c:v>
                </c:pt>
                <c:pt idx="26">
                  <c:v>2024</c:v>
                </c:pt>
              </c:numCache>
            </c:numRef>
          </c:xVal>
          <c:yVal>
            <c:numRef>
              <c:f>Sheet1!$C$2:$C$28</c:f>
              <c:numCache>
                <c:formatCode>General</c:formatCode>
                <c:ptCount val="27"/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CF0-41A0-9703-A409556BDCF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Mario Draghi</c:v>
                </c:pt>
              </c:strCache>
            </c:strRef>
          </c:tx>
          <c:spPr>
            <a:ln w="508000" cap="flat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Sheet1!$A$2:$A$28</c:f>
              <c:numCache>
                <c:formatCode>General</c:formatCode>
                <c:ptCount val="27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  <c:pt idx="17">
                  <c:v>2015</c:v>
                </c:pt>
                <c:pt idx="18">
                  <c:v>2016</c:v>
                </c:pt>
                <c:pt idx="19">
                  <c:v>2017</c:v>
                </c:pt>
                <c:pt idx="20">
                  <c:v>2018</c:v>
                </c:pt>
                <c:pt idx="21">
                  <c:v>2019</c:v>
                </c:pt>
                <c:pt idx="22">
                  <c:v>2020</c:v>
                </c:pt>
                <c:pt idx="23">
                  <c:v>2021</c:v>
                </c:pt>
                <c:pt idx="24">
                  <c:v>2022</c:v>
                </c:pt>
                <c:pt idx="25">
                  <c:v>2023</c:v>
                </c:pt>
                <c:pt idx="26">
                  <c:v>2024</c:v>
                </c:pt>
              </c:numCache>
            </c:numRef>
          </c:xVal>
          <c:yVal>
            <c:numRef>
              <c:f>Sheet1!$D$2:$D$28</c:f>
              <c:numCache>
                <c:formatCode>General</c:formatCode>
                <c:ptCount val="27"/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CF0-41A0-9703-A409556BDCF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Christine Legarde</c:v>
                </c:pt>
              </c:strCache>
            </c:strRef>
          </c:tx>
          <c:spPr>
            <a:ln w="508000" cap="flat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Sheet1!$A$2:$A$28</c:f>
              <c:numCache>
                <c:formatCode>General</c:formatCode>
                <c:ptCount val="27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  <c:pt idx="17">
                  <c:v>2015</c:v>
                </c:pt>
                <c:pt idx="18">
                  <c:v>2016</c:v>
                </c:pt>
                <c:pt idx="19">
                  <c:v>2017</c:v>
                </c:pt>
                <c:pt idx="20">
                  <c:v>2018</c:v>
                </c:pt>
                <c:pt idx="21">
                  <c:v>2019</c:v>
                </c:pt>
                <c:pt idx="22">
                  <c:v>2020</c:v>
                </c:pt>
                <c:pt idx="23">
                  <c:v>2021</c:v>
                </c:pt>
                <c:pt idx="24">
                  <c:v>2022</c:v>
                </c:pt>
                <c:pt idx="25">
                  <c:v>2023</c:v>
                </c:pt>
                <c:pt idx="26">
                  <c:v>2024</c:v>
                </c:pt>
              </c:numCache>
            </c:numRef>
          </c:xVal>
          <c:yVal>
            <c:numRef>
              <c:f>Sheet1!$E$2:$E$28</c:f>
              <c:numCache>
                <c:formatCode>General</c:formatCode>
                <c:ptCount val="27"/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CF0-41A0-9703-A409556BDC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61068896"/>
        <c:axId val="1561072256"/>
      </c:scatterChart>
      <c:valAx>
        <c:axId val="1561068896"/>
        <c:scaling>
          <c:orientation val="minMax"/>
          <c:max val="2024"/>
          <c:min val="1998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1072256"/>
        <c:crosses val="autoZero"/>
        <c:crossBetween val="midCat"/>
        <c:majorUnit val="3"/>
      </c:valAx>
      <c:valAx>
        <c:axId val="1561072256"/>
        <c:scaling>
          <c:orientation val="minMax"/>
          <c:max val="5"/>
          <c:min val="0.2"/>
        </c:scaling>
        <c:delete val="1"/>
        <c:axPos val="l"/>
        <c:numFmt formatCode="General" sourceLinked="1"/>
        <c:majorTickMark val="out"/>
        <c:minorTickMark val="none"/>
        <c:tickLblPos val="nextTo"/>
        <c:crossAx val="156106889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r>
              <a:rPr lang="en-US" sz="2400">
                <a:solidFill>
                  <a:schemeClr val="accent4"/>
                </a:solidFill>
              </a:rPr>
              <a:t>Taylor rule</a:t>
            </a:r>
            <a:endParaRPr lang="en-US" sz="2400" dirty="0">
              <a:solidFill>
                <a:schemeClr val="accent4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accent4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Policy rate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Sheet1!$A$2:$A$137</c:f>
              <c:numCache>
                <c:formatCode>m/d/yyyy</c:formatCode>
                <c:ptCount val="136"/>
                <c:pt idx="0">
                  <c:v>32919</c:v>
                </c:pt>
                <c:pt idx="1">
                  <c:v>33008</c:v>
                </c:pt>
                <c:pt idx="2">
                  <c:v>33100</c:v>
                </c:pt>
                <c:pt idx="3">
                  <c:v>33192</c:v>
                </c:pt>
                <c:pt idx="4">
                  <c:v>33284</c:v>
                </c:pt>
                <c:pt idx="5">
                  <c:v>33373</c:v>
                </c:pt>
                <c:pt idx="6">
                  <c:v>33465</c:v>
                </c:pt>
                <c:pt idx="7">
                  <c:v>33557</c:v>
                </c:pt>
                <c:pt idx="8">
                  <c:v>33649</c:v>
                </c:pt>
                <c:pt idx="9">
                  <c:v>33739</c:v>
                </c:pt>
                <c:pt idx="10">
                  <c:v>33831</c:v>
                </c:pt>
                <c:pt idx="11">
                  <c:v>33923</c:v>
                </c:pt>
                <c:pt idx="12">
                  <c:v>34015</c:v>
                </c:pt>
                <c:pt idx="13">
                  <c:v>34104</c:v>
                </c:pt>
                <c:pt idx="14">
                  <c:v>34196</c:v>
                </c:pt>
                <c:pt idx="15">
                  <c:v>34288</c:v>
                </c:pt>
                <c:pt idx="16">
                  <c:v>34380</c:v>
                </c:pt>
                <c:pt idx="17">
                  <c:v>34469</c:v>
                </c:pt>
                <c:pt idx="18">
                  <c:v>34561</c:v>
                </c:pt>
                <c:pt idx="19">
                  <c:v>34653</c:v>
                </c:pt>
                <c:pt idx="20">
                  <c:v>34745</c:v>
                </c:pt>
                <c:pt idx="21">
                  <c:v>34834</c:v>
                </c:pt>
                <c:pt idx="22">
                  <c:v>34926</c:v>
                </c:pt>
                <c:pt idx="23">
                  <c:v>35018</c:v>
                </c:pt>
                <c:pt idx="24">
                  <c:v>35110</c:v>
                </c:pt>
                <c:pt idx="25">
                  <c:v>35200</c:v>
                </c:pt>
                <c:pt idx="26">
                  <c:v>35292</c:v>
                </c:pt>
                <c:pt idx="27">
                  <c:v>35384</c:v>
                </c:pt>
                <c:pt idx="28">
                  <c:v>35476</c:v>
                </c:pt>
                <c:pt idx="29">
                  <c:v>35565</c:v>
                </c:pt>
                <c:pt idx="30">
                  <c:v>35657</c:v>
                </c:pt>
                <c:pt idx="31">
                  <c:v>35749</c:v>
                </c:pt>
                <c:pt idx="32">
                  <c:v>35841</c:v>
                </c:pt>
                <c:pt idx="33">
                  <c:v>35930</c:v>
                </c:pt>
                <c:pt idx="34">
                  <c:v>36022</c:v>
                </c:pt>
                <c:pt idx="35">
                  <c:v>36114</c:v>
                </c:pt>
                <c:pt idx="36">
                  <c:v>36206</c:v>
                </c:pt>
                <c:pt idx="37">
                  <c:v>36295</c:v>
                </c:pt>
                <c:pt idx="38">
                  <c:v>36387</c:v>
                </c:pt>
                <c:pt idx="39">
                  <c:v>36479</c:v>
                </c:pt>
                <c:pt idx="40">
                  <c:v>36571</c:v>
                </c:pt>
                <c:pt idx="41">
                  <c:v>36661</c:v>
                </c:pt>
                <c:pt idx="42">
                  <c:v>36753</c:v>
                </c:pt>
                <c:pt idx="43">
                  <c:v>36845</c:v>
                </c:pt>
                <c:pt idx="44">
                  <c:v>36937</c:v>
                </c:pt>
                <c:pt idx="45">
                  <c:v>37026</c:v>
                </c:pt>
                <c:pt idx="46">
                  <c:v>37118</c:v>
                </c:pt>
                <c:pt idx="47">
                  <c:v>37210</c:v>
                </c:pt>
                <c:pt idx="48">
                  <c:v>37302</c:v>
                </c:pt>
                <c:pt idx="49">
                  <c:v>37391</c:v>
                </c:pt>
                <c:pt idx="50">
                  <c:v>37483</c:v>
                </c:pt>
                <c:pt idx="51">
                  <c:v>37575</c:v>
                </c:pt>
                <c:pt idx="52">
                  <c:v>37667</c:v>
                </c:pt>
                <c:pt idx="53">
                  <c:v>37756</c:v>
                </c:pt>
                <c:pt idx="54">
                  <c:v>37848</c:v>
                </c:pt>
                <c:pt idx="55">
                  <c:v>37940</c:v>
                </c:pt>
                <c:pt idx="56">
                  <c:v>38032</c:v>
                </c:pt>
                <c:pt idx="57">
                  <c:v>38122</c:v>
                </c:pt>
                <c:pt idx="58">
                  <c:v>38214</c:v>
                </c:pt>
                <c:pt idx="59">
                  <c:v>38306</c:v>
                </c:pt>
                <c:pt idx="60">
                  <c:v>38398</c:v>
                </c:pt>
                <c:pt idx="61">
                  <c:v>38487</c:v>
                </c:pt>
                <c:pt idx="62">
                  <c:v>38579</c:v>
                </c:pt>
                <c:pt idx="63">
                  <c:v>38671</c:v>
                </c:pt>
                <c:pt idx="64">
                  <c:v>38763</c:v>
                </c:pt>
                <c:pt idx="65">
                  <c:v>38852</c:v>
                </c:pt>
                <c:pt idx="66">
                  <c:v>38944</c:v>
                </c:pt>
                <c:pt idx="67">
                  <c:v>39036</c:v>
                </c:pt>
                <c:pt idx="68">
                  <c:v>39128</c:v>
                </c:pt>
                <c:pt idx="69">
                  <c:v>39217</c:v>
                </c:pt>
                <c:pt idx="70">
                  <c:v>39309</c:v>
                </c:pt>
                <c:pt idx="71">
                  <c:v>39401</c:v>
                </c:pt>
                <c:pt idx="72">
                  <c:v>39493</c:v>
                </c:pt>
                <c:pt idx="73">
                  <c:v>39583</c:v>
                </c:pt>
                <c:pt idx="74">
                  <c:v>39675</c:v>
                </c:pt>
                <c:pt idx="75">
                  <c:v>39767</c:v>
                </c:pt>
                <c:pt idx="76">
                  <c:v>39859</c:v>
                </c:pt>
                <c:pt idx="77">
                  <c:v>39948</c:v>
                </c:pt>
                <c:pt idx="78">
                  <c:v>40040</c:v>
                </c:pt>
                <c:pt idx="79">
                  <c:v>40132</c:v>
                </c:pt>
                <c:pt idx="80">
                  <c:v>40224</c:v>
                </c:pt>
                <c:pt idx="81">
                  <c:v>40313</c:v>
                </c:pt>
                <c:pt idx="82">
                  <c:v>40405</c:v>
                </c:pt>
                <c:pt idx="83">
                  <c:v>40497</c:v>
                </c:pt>
                <c:pt idx="84">
                  <c:v>40589</c:v>
                </c:pt>
                <c:pt idx="85">
                  <c:v>40678</c:v>
                </c:pt>
                <c:pt idx="86">
                  <c:v>40770</c:v>
                </c:pt>
                <c:pt idx="87">
                  <c:v>40862</c:v>
                </c:pt>
                <c:pt idx="88">
                  <c:v>40954</c:v>
                </c:pt>
                <c:pt idx="89">
                  <c:v>41044</c:v>
                </c:pt>
                <c:pt idx="90">
                  <c:v>41136</c:v>
                </c:pt>
                <c:pt idx="91">
                  <c:v>41228</c:v>
                </c:pt>
                <c:pt idx="92">
                  <c:v>41320</c:v>
                </c:pt>
                <c:pt idx="93">
                  <c:v>41409</c:v>
                </c:pt>
                <c:pt idx="94">
                  <c:v>41501</c:v>
                </c:pt>
                <c:pt idx="95">
                  <c:v>41593</c:v>
                </c:pt>
                <c:pt idx="96">
                  <c:v>41685</c:v>
                </c:pt>
                <c:pt idx="97">
                  <c:v>41774</c:v>
                </c:pt>
                <c:pt idx="98">
                  <c:v>41866</c:v>
                </c:pt>
                <c:pt idx="99">
                  <c:v>41958</c:v>
                </c:pt>
                <c:pt idx="100">
                  <c:v>42050</c:v>
                </c:pt>
                <c:pt idx="101">
                  <c:v>42139</c:v>
                </c:pt>
                <c:pt idx="102">
                  <c:v>42231</c:v>
                </c:pt>
                <c:pt idx="103">
                  <c:v>42323</c:v>
                </c:pt>
                <c:pt idx="104">
                  <c:v>42415</c:v>
                </c:pt>
                <c:pt idx="105">
                  <c:v>42505</c:v>
                </c:pt>
                <c:pt idx="106">
                  <c:v>42597</c:v>
                </c:pt>
                <c:pt idx="107">
                  <c:v>42689</c:v>
                </c:pt>
                <c:pt idx="108">
                  <c:v>42781</c:v>
                </c:pt>
                <c:pt idx="109">
                  <c:v>42870</c:v>
                </c:pt>
                <c:pt idx="110">
                  <c:v>42962</c:v>
                </c:pt>
                <c:pt idx="111">
                  <c:v>43054</c:v>
                </c:pt>
                <c:pt idx="112">
                  <c:v>43146</c:v>
                </c:pt>
                <c:pt idx="113">
                  <c:v>43235</c:v>
                </c:pt>
                <c:pt idx="114">
                  <c:v>43327</c:v>
                </c:pt>
                <c:pt idx="115">
                  <c:v>43419</c:v>
                </c:pt>
                <c:pt idx="116">
                  <c:v>43511</c:v>
                </c:pt>
                <c:pt idx="117">
                  <c:v>43600</c:v>
                </c:pt>
                <c:pt idx="118">
                  <c:v>43692</c:v>
                </c:pt>
                <c:pt idx="119">
                  <c:v>43784</c:v>
                </c:pt>
                <c:pt idx="120">
                  <c:v>43876</c:v>
                </c:pt>
                <c:pt idx="121">
                  <c:v>43966</c:v>
                </c:pt>
                <c:pt idx="122">
                  <c:v>44058</c:v>
                </c:pt>
                <c:pt idx="123">
                  <c:v>44150</c:v>
                </c:pt>
                <c:pt idx="124">
                  <c:v>44242</c:v>
                </c:pt>
                <c:pt idx="125">
                  <c:v>44331</c:v>
                </c:pt>
                <c:pt idx="126">
                  <c:v>44423</c:v>
                </c:pt>
                <c:pt idx="127">
                  <c:v>44515</c:v>
                </c:pt>
                <c:pt idx="128">
                  <c:v>44607</c:v>
                </c:pt>
                <c:pt idx="129">
                  <c:v>44696</c:v>
                </c:pt>
                <c:pt idx="130">
                  <c:v>44788</c:v>
                </c:pt>
                <c:pt idx="131">
                  <c:v>44880</c:v>
                </c:pt>
                <c:pt idx="132">
                  <c:v>44972</c:v>
                </c:pt>
                <c:pt idx="133">
                  <c:v>45061</c:v>
                </c:pt>
                <c:pt idx="134">
                  <c:v>45153</c:v>
                </c:pt>
                <c:pt idx="135">
                  <c:v>45245</c:v>
                </c:pt>
              </c:numCache>
            </c:numRef>
          </c:cat>
          <c:val>
            <c:numRef>
              <c:f>Sheet1!$B$2:$B$137</c:f>
              <c:numCache>
                <c:formatCode>0.00</c:formatCode>
                <c:ptCount val="136"/>
                <c:pt idx="0">
                  <c:v>8.25</c:v>
                </c:pt>
                <c:pt idx="1">
                  <c:v>8.24</c:v>
                </c:pt>
                <c:pt idx="2">
                  <c:v>8.16</c:v>
                </c:pt>
                <c:pt idx="3">
                  <c:v>7.74</c:v>
                </c:pt>
                <c:pt idx="4">
                  <c:v>6.43</c:v>
                </c:pt>
                <c:pt idx="5">
                  <c:v>5.86</c:v>
                </c:pt>
                <c:pt idx="6">
                  <c:v>5.64</c:v>
                </c:pt>
                <c:pt idx="7">
                  <c:v>4.82</c:v>
                </c:pt>
                <c:pt idx="8">
                  <c:v>4.0199999999999996</c:v>
                </c:pt>
                <c:pt idx="9">
                  <c:v>3.77</c:v>
                </c:pt>
                <c:pt idx="10">
                  <c:v>3.26</c:v>
                </c:pt>
                <c:pt idx="11">
                  <c:v>3.04</c:v>
                </c:pt>
                <c:pt idx="12">
                  <c:v>3.04</c:v>
                </c:pt>
                <c:pt idx="13">
                  <c:v>3</c:v>
                </c:pt>
                <c:pt idx="14">
                  <c:v>3.06</c:v>
                </c:pt>
                <c:pt idx="15">
                  <c:v>2.99</c:v>
                </c:pt>
                <c:pt idx="16">
                  <c:v>3.21</c:v>
                </c:pt>
                <c:pt idx="17">
                  <c:v>3.94</c:v>
                </c:pt>
                <c:pt idx="18">
                  <c:v>4.49</c:v>
                </c:pt>
                <c:pt idx="19">
                  <c:v>5.17</c:v>
                </c:pt>
                <c:pt idx="20">
                  <c:v>5.81</c:v>
                </c:pt>
                <c:pt idx="21">
                  <c:v>6.02</c:v>
                </c:pt>
                <c:pt idx="22">
                  <c:v>5.8</c:v>
                </c:pt>
                <c:pt idx="23">
                  <c:v>5.72</c:v>
                </c:pt>
                <c:pt idx="24">
                  <c:v>5.36</c:v>
                </c:pt>
                <c:pt idx="25">
                  <c:v>5.24</c:v>
                </c:pt>
                <c:pt idx="26">
                  <c:v>5.31</c:v>
                </c:pt>
                <c:pt idx="27">
                  <c:v>5.28</c:v>
                </c:pt>
                <c:pt idx="28">
                  <c:v>5.28</c:v>
                </c:pt>
                <c:pt idx="29">
                  <c:v>5.52</c:v>
                </c:pt>
                <c:pt idx="30">
                  <c:v>5.53</c:v>
                </c:pt>
                <c:pt idx="31">
                  <c:v>5.51</c:v>
                </c:pt>
                <c:pt idx="32">
                  <c:v>5.52</c:v>
                </c:pt>
                <c:pt idx="33">
                  <c:v>5.5</c:v>
                </c:pt>
                <c:pt idx="34">
                  <c:v>5.53</c:v>
                </c:pt>
                <c:pt idx="35">
                  <c:v>4.8600000000000003</c:v>
                </c:pt>
                <c:pt idx="36">
                  <c:v>4.7300000000000004</c:v>
                </c:pt>
                <c:pt idx="37">
                  <c:v>4.75</c:v>
                </c:pt>
                <c:pt idx="38">
                  <c:v>5.09</c:v>
                </c:pt>
                <c:pt idx="39">
                  <c:v>5.31</c:v>
                </c:pt>
                <c:pt idx="40">
                  <c:v>5.68</c:v>
                </c:pt>
                <c:pt idx="41">
                  <c:v>6.27</c:v>
                </c:pt>
                <c:pt idx="42">
                  <c:v>6.52</c:v>
                </c:pt>
                <c:pt idx="43">
                  <c:v>6.47</c:v>
                </c:pt>
                <c:pt idx="44">
                  <c:v>5.59</c:v>
                </c:pt>
                <c:pt idx="45">
                  <c:v>4.33</c:v>
                </c:pt>
                <c:pt idx="46">
                  <c:v>3.5</c:v>
                </c:pt>
                <c:pt idx="47">
                  <c:v>2.13</c:v>
                </c:pt>
                <c:pt idx="48">
                  <c:v>1.73</c:v>
                </c:pt>
                <c:pt idx="49">
                  <c:v>1.75</c:v>
                </c:pt>
                <c:pt idx="50">
                  <c:v>1.74</c:v>
                </c:pt>
                <c:pt idx="51">
                  <c:v>1.44</c:v>
                </c:pt>
                <c:pt idx="52">
                  <c:v>1.25</c:v>
                </c:pt>
                <c:pt idx="53">
                  <c:v>1.25</c:v>
                </c:pt>
                <c:pt idx="54">
                  <c:v>1.02</c:v>
                </c:pt>
                <c:pt idx="55">
                  <c:v>1</c:v>
                </c:pt>
                <c:pt idx="56">
                  <c:v>1</c:v>
                </c:pt>
                <c:pt idx="57">
                  <c:v>1.01</c:v>
                </c:pt>
                <c:pt idx="58">
                  <c:v>1.43</c:v>
                </c:pt>
                <c:pt idx="59">
                  <c:v>1.95</c:v>
                </c:pt>
                <c:pt idx="60">
                  <c:v>2.4700000000000002</c:v>
                </c:pt>
                <c:pt idx="61">
                  <c:v>2.94</c:v>
                </c:pt>
                <c:pt idx="62">
                  <c:v>3.46</c:v>
                </c:pt>
                <c:pt idx="63">
                  <c:v>3.98</c:v>
                </c:pt>
                <c:pt idx="64">
                  <c:v>4.46</c:v>
                </c:pt>
                <c:pt idx="65">
                  <c:v>4.91</c:v>
                </c:pt>
                <c:pt idx="66">
                  <c:v>5.25</c:v>
                </c:pt>
                <c:pt idx="67">
                  <c:v>5.25</c:v>
                </c:pt>
                <c:pt idx="68">
                  <c:v>5.26</c:v>
                </c:pt>
                <c:pt idx="69">
                  <c:v>5.25</c:v>
                </c:pt>
                <c:pt idx="70">
                  <c:v>5.07</c:v>
                </c:pt>
                <c:pt idx="71">
                  <c:v>4.5</c:v>
                </c:pt>
                <c:pt idx="72">
                  <c:v>3.18</c:v>
                </c:pt>
                <c:pt idx="73">
                  <c:v>2.09</c:v>
                </c:pt>
                <c:pt idx="74">
                  <c:v>1.94</c:v>
                </c:pt>
                <c:pt idx="75">
                  <c:v>0.51</c:v>
                </c:pt>
                <c:pt idx="76">
                  <c:v>0.18</c:v>
                </c:pt>
                <c:pt idx="77">
                  <c:v>0.18</c:v>
                </c:pt>
                <c:pt idx="78">
                  <c:v>0.16</c:v>
                </c:pt>
                <c:pt idx="79">
                  <c:v>0.12</c:v>
                </c:pt>
                <c:pt idx="80">
                  <c:v>0.13</c:v>
                </c:pt>
                <c:pt idx="81">
                  <c:v>0.19</c:v>
                </c:pt>
                <c:pt idx="82">
                  <c:v>0.19</c:v>
                </c:pt>
                <c:pt idx="83">
                  <c:v>0.19</c:v>
                </c:pt>
                <c:pt idx="84">
                  <c:v>0.16</c:v>
                </c:pt>
                <c:pt idx="85">
                  <c:v>0.09</c:v>
                </c:pt>
                <c:pt idx="86">
                  <c:v>0.08</c:v>
                </c:pt>
                <c:pt idx="87">
                  <c:v>7.0000000000000007E-2</c:v>
                </c:pt>
                <c:pt idx="88">
                  <c:v>0.1</c:v>
                </c:pt>
                <c:pt idx="89">
                  <c:v>0.15</c:v>
                </c:pt>
                <c:pt idx="90">
                  <c:v>0.14000000000000001</c:v>
                </c:pt>
                <c:pt idx="91">
                  <c:v>0.16</c:v>
                </c:pt>
                <c:pt idx="92">
                  <c:v>0.14000000000000001</c:v>
                </c:pt>
                <c:pt idx="93">
                  <c:v>0.12</c:v>
                </c:pt>
                <c:pt idx="94">
                  <c:v>0.08</c:v>
                </c:pt>
                <c:pt idx="95">
                  <c:v>0.09</c:v>
                </c:pt>
                <c:pt idx="96">
                  <c:v>7.0000000000000007E-2</c:v>
                </c:pt>
                <c:pt idx="97">
                  <c:v>0.09</c:v>
                </c:pt>
                <c:pt idx="98">
                  <c:v>0.09</c:v>
                </c:pt>
                <c:pt idx="99">
                  <c:v>0.1</c:v>
                </c:pt>
                <c:pt idx="100">
                  <c:v>0.11</c:v>
                </c:pt>
                <c:pt idx="101">
                  <c:v>0.12</c:v>
                </c:pt>
                <c:pt idx="102">
                  <c:v>0.14000000000000001</c:v>
                </c:pt>
                <c:pt idx="103">
                  <c:v>0.16</c:v>
                </c:pt>
                <c:pt idx="104">
                  <c:v>0.36</c:v>
                </c:pt>
                <c:pt idx="105">
                  <c:v>0.37</c:v>
                </c:pt>
                <c:pt idx="106">
                  <c:v>0.4</c:v>
                </c:pt>
                <c:pt idx="107">
                  <c:v>0.45</c:v>
                </c:pt>
                <c:pt idx="108">
                  <c:v>0.7</c:v>
                </c:pt>
                <c:pt idx="109">
                  <c:v>0.95</c:v>
                </c:pt>
                <c:pt idx="110">
                  <c:v>1.1499999999999999</c:v>
                </c:pt>
                <c:pt idx="111">
                  <c:v>1.2</c:v>
                </c:pt>
                <c:pt idx="112">
                  <c:v>1.45</c:v>
                </c:pt>
                <c:pt idx="113">
                  <c:v>1.74</c:v>
                </c:pt>
                <c:pt idx="114">
                  <c:v>1.92</c:v>
                </c:pt>
                <c:pt idx="115">
                  <c:v>2.2200000000000002</c:v>
                </c:pt>
                <c:pt idx="116">
                  <c:v>2.4</c:v>
                </c:pt>
                <c:pt idx="117">
                  <c:v>2.4</c:v>
                </c:pt>
                <c:pt idx="118">
                  <c:v>2.19</c:v>
                </c:pt>
                <c:pt idx="119">
                  <c:v>1.64</c:v>
                </c:pt>
                <c:pt idx="120">
                  <c:v>1.26</c:v>
                </c:pt>
                <c:pt idx="121">
                  <c:v>0.06</c:v>
                </c:pt>
                <c:pt idx="122">
                  <c:v>0.09</c:v>
                </c:pt>
                <c:pt idx="123">
                  <c:v>0.09</c:v>
                </c:pt>
                <c:pt idx="124">
                  <c:v>0.08</c:v>
                </c:pt>
                <c:pt idx="125">
                  <c:v>7.0000000000000007E-2</c:v>
                </c:pt>
                <c:pt idx="126">
                  <c:v>0.09</c:v>
                </c:pt>
                <c:pt idx="127">
                  <c:v>0.08</c:v>
                </c:pt>
                <c:pt idx="128">
                  <c:v>0.12</c:v>
                </c:pt>
                <c:pt idx="129">
                  <c:v>0.77</c:v>
                </c:pt>
                <c:pt idx="130">
                  <c:v>2.19</c:v>
                </c:pt>
                <c:pt idx="131">
                  <c:v>3.65</c:v>
                </c:pt>
                <c:pt idx="132">
                  <c:v>4.5199999999999996</c:v>
                </c:pt>
                <c:pt idx="133">
                  <c:v>4.99</c:v>
                </c:pt>
                <c:pt idx="134">
                  <c:v>5.26</c:v>
                </c:pt>
                <c:pt idx="135">
                  <c:v>5.33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EAD-40E2-92DA-7ED618A3EC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Taylor rule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Sheet1!$A$2:$A$137</c:f>
              <c:numCache>
                <c:formatCode>m/d/yyyy</c:formatCode>
                <c:ptCount val="136"/>
                <c:pt idx="0">
                  <c:v>32919</c:v>
                </c:pt>
                <c:pt idx="1">
                  <c:v>33008</c:v>
                </c:pt>
                <c:pt idx="2">
                  <c:v>33100</c:v>
                </c:pt>
                <c:pt idx="3">
                  <c:v>33192</c:v>
                </c:pt>
                <c:pt idx="4">
                  <c:v>33284</c:v>
                </c:pt>
                <c:pt idx="5">
                  <c:v>33373</c:v>
                </c:pt>
                <c:pt idx="6">
                  <c:v>33465</c:v>
                </c:pt>
                <c:pt idx="7">
                  <c:v>33557</c:v>
                </c:pt>
                <c:pt idx="8">
                  <c:v>33649</c:v>
                </c:pt>
                <c:pt idx="9">
                  <c:v>33739</c:v>
                </c:pt>
                <c:pt idx="10">
                  <c:v>33831</c:v>
                </c:pt>
                <c:pt idx="11">
                  <c:v>33923</c:v>
                </c:pt>
                <c:pt idx="12">
                  <c:v>34015</c:v>
                </c:pt>
                <c:pt idx="13">
                  <c:v>34104</c:v>
                </c:pt>
                <c:pt idx="14">
                  <c:v>34196</c:v>
                </c:pt>
                <c:pt idx="15">
                  <c:v>34288</c:v>
                </c:pt>
                <c:pt idx="16">
                  <c:v>34380</c:v>
                </c:pt>
                <c:pt idx="17">
                  <c:v>34469</c:v>
                </c:pt>
                <c:pt idx="18">
                  <c:v>34561</c:v>
                </c:pt>
                <c:pt idx="19">
                  <c:v>34653</c:v>
                </c:pt>
                <c:pt idx="20">
                  <c:v>34745</c:v>
                </c:pt>
                <c:pt idx="21">
                  <c:v>34834</c:v>
                </c:pt>
                <c:pt idx="22">
                  <c:v>34926</c:v>
                </c:pt>
                <c:pt idx="23">
                  <c:v>35018</c:v>
                </c:pt>
                <c:pt idx="24">
                  <c:v>35110</c:v>
                </c:pt>
                <c:pt idx="25">
                  <c:v>35200</c:v>
                </c:pt>
                <c:pt idx="26">
                  <c:v>35292</c:v>
                </c:pt>
                <c:pt idx="27">
                  <c:v>35384</c:v>
                </c:pt>
                <c:pt idx="28">
                  <c:v>35476</c:v>
                </c:pt>
                <c:pt idx="29">
                  <c:v>35565</c:v>
                </c:pt>
                <c:pt idx="30">
                  <c:v>35657</c:v>
                </c:pt>
                <c:pt idx="31">
                  <c:v>35749</c:v>
                </c:pt>
                <c:pt idx="32">
                  <c:v>35841</c:v>
                </c:pt>
                <c:pt idx="33">
                  <c:v>35930</c:v>
                </c:pt>
                <c:pt idx="34">
                  <c:v>36022</c:v>
                </c:pt>
                <c:pt idx="35">
                  <c:v>36114</c:v>
                </c:pt>
                <c:pt idx="36">
                  <c:v>36206</c:v>
                </c:pt>
                <c:pt idx="37">
                  <c:v>36295</c:v>
                </c:pt>
                <c:pt idx="38">
                  <c:v>36387</c:v>
                </c:pt>
                <c:pt idx="39">
                  <c:v>36479</c:v>
                </c:pt>
                <c:pt idx="40">
                  <c:v>36571</c:v>
                </c:pt>
                <c:pt idx="41">
                  <c:v>36661</c:v>
                </c:pt>
                <c:pt idx="42">
                  <c:v>36753</c:v>
                </c:pt>
                <c:pt idx="43">
                  <c:v>36845</c:v>
                </c:pt>
                <c:pt idx="44">
                  <c:v>36937</c:v>
                </c:pt>
                <c:pt idx="45">
                  <c:v>37026</c:v>
                </c:pt>
                <c:pt idx="46">
                  <c:v>37118</c:v>
                </c:pt>
                <c:pt idx="47">
                  <c:v>37210</c:v>
                </c:pt>
                <c:pt idx="48">
                  <c:v>37302</c:v>
                </c:pt>
                <c:pt idx="49">
                  <c:v>37391</c:v>
                </c:pt>
                <c:pt idx="50">
                  <c:v>37483</c:v>
                </c:pt>
                <c:pt idx="51">
                  <c:v>37575</c:v>
                </c:pt>
                <c:pt idx="52">
                  <c:v>37667</c:v>
                </c:pt>
                <c:pt idx="53">
                  <c:v>37756</c:v>
                </c:pt>
                <c:pt idx="54">
                  <c:v>37848</c:v>
                </c:pt>
                <c:pt idx="55">
                  <c:v>37940</c:v>
                </c:pt>
                <c:pt idx="56">
                  <c:v>38032</c:v>
                </c:pt>
                <c:pt idx="57">
                  <c:v>38122</c:v>
                </c:pt>
                <c:pt idx="58">
                  <c:v>38214</c:v>
                </c:pt>
                <c:pt idx="59">
                  <c:v>38306</c:v>
                </c:pt>
                <c:pt idx="60">
                  <c:v>38398</c:v>
                </c:pt>
                <c:pt idx="61">
                  <c:v>38487</c:v>
                </c:pt>
                <c:pt idx="62">
                  <c:v>38579</c:v>
                </c:pt>
                <c:pt idx="63">
                  <c:v>38671</c:v>
                </c:pt>
                <c:pt idx="64">
                  <c:v>38763</c:v>
                </c:pt>
                <c:pt idx="65">
                  <c:v>38852</c:v>
                </c:pt>
                <c:pt idx="66">
                  <c:v>38944</c:v>
                </c:pt>
                <c:pt idx="67">
                  <c:v>39036</c:v>
                </c:pt>
                <c:pt idx="68">
                  <c:v>39128</c:v>
                </c:pt>
                <c:pt idx="69">
                  <c:v>39217</c:v>
                </c:pt>
                <c:pt idx="70">
                  <c:v>39309</c:v>
                </c:pt>
                <c:pt idx="71">
                  <c:v>39401</c:v>
                </c:pt>
                <c:pt idx="72">
                  <c:v>39493</c:v>
                </c:pt>
                <c:pt idx="73">
                  <c:v>39583</c:v>
                </c:pt>
                <c:pt idx="74">
                  <c:v>39675</c:v>
                </c:pt>
                <c:pt idx="75">
                  <c:v>39767</c:v>
                </c:pt>
                <c:pt idx="76">
                  <c:v>39859</c:v>
                </c:pt>
                <c:pt idx="77">
                  <c:v>39948</c:v>
                </c:pt>
                <c:pt idx="78">
                  <c:v>40040</c:v>
                </c:pt>
                <c:pt idx="79">
                  <c:v>40132</c:v>
                </c:pt>
                <c:pt idx="80">
                  <c:v>40224</c:v>
                </c:pt>
                <c:pt idx="81">
                  <c:v>40313</c:v>
                </c:pt>
                <c:pt idx="82">
                  <c:v>40405</c:v>
                </c:pt>
                <c:pt idx="83">
                  <c:v>40497</c:v>
                </c:pt>
                <c:pt idx="84">
                  <c:v>40589</c:v>
                </c:pt>
                <c:pt idx="85">
                  <c:v>40678</c:v>
                </c:pt>
                <c:pt idx="86">
                  <c:v>40770</c:v>
                </c:pt>
                <c:pt idx="87">
                  <c:v>40862</c:v>
                </c:pt>
                <c:pt idx="88">
                  <c:v>40954</c:v>
                </c:pt>
                <c:pt idx="89">
                  <c:v>41044</c:v>
                </c:pt>
                <c:pt idx="90">
                  <c:v>41136</c:v>
                </c:pt>
                <c:pt idx="91">
                  <c:v>41228</c:v>
                </c:pt>
                <c:pt idx="92">
                  <c:v>41320</c:v>
                </c:pt>
                <c:pt idx="93">
                  <c:v>41409</c:v>
                </c:pt>
                <c:pt idx="94">
                  <c:v>41501</c:v>
                </c:pt>
                <c:pt idx="95">
                  <c:v>41593</c:v>
                </c:pt>
                <c:pt idx="96">
                  <c:v>41685</c:v>
                </c:pt>
                <c:pt idx="97">
                  <c:v>41774</c:v>
                </c:pt>
                <c:pt idx="98">
                  <c:v>41866</c:v>
                </c:pt>
                <c:pt idx="99">
                  <c:v>41958</c:v>
                </c:pt>
                <c:pt idx="100">
                  <c:v>42050</c:v>
                </c:pt>
                <c:pt idx="101">
                  <c:v>42139</c:v>
                </c:pt>
                <c:pt idx="102">
                  <c:v>42231</c:v>
                </c:pt>
                <c:pt idx="103">
                  <c:v>42323</c:v>
                </c:pt>
                <c:pt idx="104">
                  <c:v>42415</c:v>
                </c:pt>
                <c:pt idx="105">
                  <c:v>42505</c:v>
                </c:pt>
                <c:pt idx="106">
                  <c:v>42597</c:v>
                </c:pt>
                <c:pt idx="107">
                  <c:v>42689</c:v>
                </c:pt>
                <c:pt idx="108">
                  <c:v>42781</c:v>
                </c:pt>
                <c:pt idx="109">
                  <c:v>42870</c:v>
                </c:pt>
                <c:pt idx="110">
                  <c:v>42962</c:v>
                </c:pt>
                <c:pt idx="111">
                  <c:v>43054</c:v>
                </c:pt>
                <c:pt idx="112">
                  <c:v>43146</c:v>
                </c:pt>
                <c:pt idx="113">
                  <c:v>43235</c:v>
                </c:pt>
                <c:pt idx="114">
                  <c:v>43327</c:v>
                </c:pt>
                <c:pt idx="115">
                  <c:v>43419</c:v>
                </c:pt>
                <c:pt idx="116">
                  <c:v>43511</c:v>
                </c:pt>
                <c:pt idx="117">
                  <c:v>43600</c:v>
                </c:pt>
                <c:pt idx="118">
                  <c:v>43692</c:v>
                </c:pt>
                <c:pt idx="119">
                  <c:v>43784</c:v>
                </c:pt>
                <c:pt idx="120">
                  <c:v>43876</c:v>
                </c:pt>
                <c:pt idx="121">
                  <c:v>43966</c:v>
                </c:pt>
                <c:pt idx="122">
                  <c:v>44058</c:v>
                </c:pt>
                <c:pt idx="123">
                  <c:v>44150</c:v>
                </c:pt>
                <c:pt idx="124">
                  <c:v>44242</c:v>
                </c:pt>
                <c:pt idx="125">
                  <c:v>44331</c:v>
                </c:pt>
                <c:pt idx="126">
                  <c:v>44423</c:v>
                </c:pt>
                <c:pt idx="127">
                  <c:v>44515</c:v>
                </c:pt>
                <c:pt idx="128">
                  <c:v>44607</c:v>
                </c:pt>
                <c:pt idx="129">
                  <c:v>44696</c:v>
                </c:pt>
                <c:pt idx="130">
                  <c:v>44788</c:v>
                </c:pt>
                <c:pt idx="131">
                  <c:v>44880</c:v>
                </c:pt>
                <c:pt idx="132">
                  <c:v>44972</c:v>
                </c:pt>
                <c:pt idx="133">
                  <c:v>45061</c:v>
                </c:pt>
                <c:pt idx="134">
                  <c:v>45153</c:v>
                </c:pt>
                <c:pt idx="135">
                  <c:v>45245</c:v>
                </c:pt>
              </c:numCache>
            </c:numRef>
          </c:cat>
          <c:val>
            <c:numRef>
              <c:f>Sheet1!$C$2:$C$137</c:f>
              <c:numCache>
                <c:formatCode>General</c:formatCode>
                <c:ptCount val="136"/>
                <c:pt idx="0">
                  <c:v>6.5904599245269511</c:v>
                </c:pt>
                <c:pt idx="1">
                  <c:v>6.4750057546304225</c:v>
                </c:pt>
                <c:pt idx="2">
                  <c:v>6.1844545318701929</c:v>
                </c:pt>
                <c:pt idx="3">
                  <c:v>4.9230507277015594</c:v>
                </c:pt>
                <c:pt idx="4">
                  <c:v>4.0148719157567161</c:v>
                </c:pt>
                <c:pt idx="5">
                  <c:v>3.9966111977999068</c:v>
                </c:pt>
                <c:pt idx="6">
                  <c:v>3.924060704454079</c:v>
                </c:pt>
                <c:pt idx="7">
                  <c:v>3.6435478287239067</c:v>
                </c:pt>
                <c:pt idx="8">
                  <c:v>3.9166725433052263</c:v>
                </c:pt>
                <c:pt idx="9">
                  <c:v>4.1077681782959328</c:v>
                </c:pt>
                <c:pt idx="10">
                  <c:v>4.0050922920669487</c:v>
                </c:pt>
                <c:pt idx="11">
                  <c:v>4.2151490027333827</c:v>
                </c:pt>
                <c:pt idx="12">
                  <c:v>3.7875551764180093</c:v>
                </c:pt>
                <c:pt idx="13">
                  <c:v>3.7626874442944827</c:v>
                </c:pt>
                <c:pt idx="14">
                  <c:v>3.5020301621883441</c:v>
                </c:pt>
                <c:pt idx="15">
                  <c:v>3.7999589861104877</c:v>
                </c:pt>
                <c:pt idx="16">
                  <c:v>3.7781342114912206</c:v>
                </c:pt>
                <c:pt idx="17">
                  <c:v>4.2444223416492921</c:v>
                </c:pt>
                <c:pt idx="18">
                  <c:v>4.0746779618491011</c:v>
                </c:pt>
                <c:pt idx="19">
                  <c:v>4.3384579375846997</c:v>
                </c:pt>
                <c:pt idx="20">
                  <c:v>4.1392944227017168</c:v>
                </c:pt>
                <c:pt idx="21">
                  <c:v>3.8676085411740067</c:v>
                </c:pt>
                <c:pt idx="22">
                  <c:v>3.9533006020110233</c:v>
                </c:pt>
                <c:pt idx="23">
                  <c:v>4.0056154553550867</c:v>
                </c:pt>
                <c:pt idx="24">
                  <c:v>3.9644661142165925</c:v>
                </c:pt>
                <c:pt idx="25">
                  <c:v>4.6065849790029265</c:v>
                </c:pt>
                <c:pt idx="26">
                  <c:v>4.6655609379658891</c:v>
                </c:pt>
                <c:pt idx="27">
                  <c:v>4.9399319185121264</c:v>
                </c:pt>
                <c:pt idx="28">
                  <c:v>4.7368299753486829</c:v>
                </c:pt>
                <c:pt idx="29">
                  <c:v>5.4167862241047287</c:v>
                </c:pt>
                <c:pt idx="30">
                  <c:v>5.4176606722389611</c:v>
                </c:pt>
                <c:pt idx="31">
                  <c:v>5.2372525351499029</c:v>
                </c:pt>
                <c:pt idx="32">
                  <c:v>5.246828451164113</c:v>
                </c:pt>
                <c:pt idx="33">
                  <c:v>5.1588474880805375</c:v>
                </c:pt>
                <c:pt idx="34">
                  <c:v>5.5120634888013802</c:v>
                </c:pt>
                <c:pt idx="35">
                  <c:v>5.9581993464175174</c:v>
                </c:pt>
                <c:pt idx="36">
                  <c:v>5.8355532727511328</c:v>
                </c:pt>
                <c:pt idx="37">
                  <c:v>5.7713244945676729</c:v>
                </c:pt>
                <c:pt idx="38">
                  <c:v>5.9724559382021019</c:v>
                </c:pt>
                <c:pt idx="39">
                  <c:v>6.5087517725151649</c:v>
                </c:pt>
                <c:pt idx="40">
                  <c:v>6.1741124307583881</c:v>
                </c:pt>
                <c:pt idx="41">
                  <c:v>6.6748399225558757</c:v>
                </c:pt>
                <c:pt idx="42">
                  <c:v>6.1508952573953275</c:v>
                </c:pt>
                <c:pt idx="43">
                  <c:v>6.0062476385092154</c:v>
                </c:pt>
                <c:pt idx="44">
                  <c:v>5.3521205835856573</c:v>
                </c:pt>
                <c:pt idx="45">
                  <c:v>5.2485883806415545</c:v>
                </c:pt>
                <c:pt idx="46">
                  <c:v>4.2591297601921898</c:v>
                </c:pt>
                <c:pt idx="47">
                  <c:v>4.0711191976112717</c:v>
                </c:pt>
                <c:pt idx="48">
                  <c:v>3.9359058133562637</c:v>
                </c:pt>
                <c:pt idx="49">
                  <c:v>4.0260468283683783</c:v>
                </c:pt>
                <c:pt idx="50">
                  <c:v>3.9188587670466184</c:v>
                </c:pt>
                <c:pt idx="51">
                  <c:v>3.3529917791109058</c:v>
                </c:pt>
                <c:pt idx="52">
                  <c:v>3.1710698517514184</c:v>
                </c:pt>
                <c:pt idx="53">
                  <c:v>3.1871108567536917</c:v>
                </c:pt>
                <c:pt idx="54">
                  <c:v>3.8650760409188027</c:v>
                </c:pt>
                <c:pt idx="55">
                  <c:v>4.1807603266391418</c:v>
                </c:pt>
                <c:pt idx="56">
                  <c:v>4.188521731097091</c:v>
                </c:pt>
                <c:pt idx="57">
                  <c:v>4.3206848915796687</c:v>
                </c:pt>
                <c:pt idx="58">
                  <c:v>4.2935874605783688</c:v>
                </c:pt>
                <c:pt idx="59">
                  <c:v>4.5766557736167428</c:v>
                </c:pt>
                <c:pt idx="60">
                  <c:v>5.0033214156786965</c:v>
                </c:pt>
                <c:pt idx="61">
                  <c:v>4.7366579043529562</c:v>
                </c:pt>
                <c:pt idx="62">
                  <c:v>4.7717488731187139</c:v>
                </c:pt>
                <c:pt idx="63">
                  <c:v>4.8647539774215485</c:v>
                </c:pt>
                <c:pt idx="64">
                  <c:v>5.3353136006519879</c:v>
                </c:pt>
                <c:pt idx="65">
                  <c:v>5.3796819548199979</c:v>
                </c:pt>
                <c:pt idx="66">
                  <c:v>5.0845090399462789</c:v>
                </c:pt>
                <c:pt idx="67">
                  <c:v>5.1526824202940666</c:v>
                </c:pt>
                <c:pt idx="68">
                  <c:v>5.1783961966040524</c:v>
                </c:pt>
                <c:pt idx="69">
                  <c:v>4.9321498452664629</c:v>
                </c:pt>
                <c:pt idx="70">
                  <c:v>4.9615456023306024</c:v>
                </c:pt>
                <c:pt idx="71">
                  <c:v>5.2677347008453497</c:v>
                </c:pt>
                <c:pt idx="72">
                  <c:v>4.3858962915931974</c:v>
                </c:pt>
                <c:pt idx="73">
                  <c:v>4.3377345962339087</c:v>
                </c:pt>
                <c:pt idx="74">
                  <c:v>3.5770575912467919</c:v>
                </c:pt>
                <c:pt idx="75">
                  <c:v>1.0201730298609564</c:v>
                </c:pt>
                <c:pt idx="76">
                  <c:v>-0.18674084359831244</c:v>
                </c:pt>
                <c:pt idx="77">
                  <c:v>-0.30035009871379525</c:v>
                </c:pt>
                <c:pt idx="78">
                  <c:v>-0.41422879123431811</c:v>
                </c:pt>
                <c:pt idx="79">
                  <c:v>0.53365775673870397</c:v>
                </c:pt>
                <c:pt idx="80">
                  <c:v>0.58165610776854582</c:v>
                </c:pt>
                <c:pt idx="81">
                  <c:v>0.78470106554721819</c:v>
                </c:pt>
                <c:pt idx="82">
                  <c:v>0.77347112548053243</c:v>
                </c:pt>
                <c:pt idx="83">
                  <c:v>0.66446944429465948</c:v>
                </c:pt>
                <c:pt idx="84">
                  <c:v>0.24416788715528259</c:v>
                </c:pt>
                <c:pt idx="85">
                  <c:v>0.65287870111503632</c:v>
                </c:pt>
                <c:pt idx="86">
                  <c:v>0.43061607130300672</c:v>
                </c:pt>
                <c:pt idx="87">
                  <c:v>0.88627097183313963</c:v>
                </c:pt>
                <c:pt idx="88">
                  <c:v>1.3548177165084232</c:v>
                </c:pt>
                <c:pt idx="89">
                  <c:v>1.1328743108021058</c:v>
                </c:pt>
                <c:pt idx="90">
                  <c:v>0.75066269369455729</c:v>
                </c:pt>
                <c:pt idx="91">
                  <c:v>0.6196537724549509</c:v>
                </c:pt>
                <c:pt idx="92">
                  <c:v>0.83545488953041613</c:v>
                </c:pt>
                <c:pt idx="93">
                  <c:v>0.55858964231270192</c:v>
                </c:pt>
                <c:pt idx="94">
                  <c:v>0.95927031836806442</c:v>
                </c:pt>
                <c:pt idx="95">
                  <c:v>1.2456796493792479</c:v>
                </c:pt>
                <c:pt idx="96">
                  <c:v>0.5451821381864983</c:v>
                </c:pt>
                <c:pt idx="97">
                  <c:v>1.2900128634332222</c:v>
                </c:pt>
                <c:pt idx="98">
                  <c:v>1.749912359603232</c:v>
                </c:pt>
                <c:pt idx="99">
                  <c:v>1.5934961253735969</c:v>
                </c:pt>
                <c:pt idx="100">
                  <c:v>1.7637410802787818</c:v>
                </c:pt>
                <c:pt idx="101">
                  <c:v>2.0390096862323359</c:v>
                </c:pt>
                <c:pt idx="102">
                  <c:v>1.9416230639072829</c:v>
                </c:pt>
                <c:pt idx="103">
                  <c:v>1.7240336510111001</c:v>
                </c:pt>
                <c:pt idx="104">
                  <c:v>2.0814454420533792</c:v>
                </c:pt>
                <c:pt idx="105">
                  <c:v>2.1644034219704067</c:v>
                </c:pt>
                <c:pt idx="106">
                  <c:v>2.3688237723767935</c:v>
                </c:pt>
                <c:pt idx="107">
                  <c:v>2.4191016915853902</c:v>
                </c:pt>
                <c:pt idx="108">
                  <c:v>2.495232268709529</c:v>
                </c:pt>
                <c:pt idx="109">
                  <c:v>2.3526771870325254</c:v>
                </c:pt>
                <c:pt idx="110">
                  <c:v>2.4771172997152338</c:v>
                </c:pt>
                <c:pt idx="111">
                  <c:v>3.0353609347427422</c:v>
                </c:pt>
                <c:pt idx="112">
                  <c:v>3.4160587128669091</c:v>
                </c:pt>
                <c:pt idx="113">
                  <c:v>3.5122353402287767</c:v>
                </c:pt>
                <c:pt idx="114">
                  <c:v>3.5041365432128333</c:v>
                </c:pt>
                <c:pt idx="115">
                  <c:v>3.3011175891462097</c:v>
                </c:pt>
                <c:pt idx="116">
                  <c:v>3.2142758868824521</c:v>
                </c:pt>
                <c:pt idx="117">
                  <c:v>3.4535228518306962</c:v>
                </c:pt>
                <c:pt idx="118">
                  <c:v>3.8806477911606163</c:v>
                </c:pt>
                <c:pt idx="119">
                  <c:v>3.8473032085299459</c:v>
                </c:pt>
                <c:pt idx="120">
                  <c:v>2.878948579116821</c:v>
                </c:pt>
                <c:pt idx="121">
                  <c:v>-1.6057228108495925</c:v>
                </c:pt>
                <c:pt idx="122">
                  <c:v>1.9393683262923282</c:v>
                </c:pt>
                <c:pt idx="123">
                  <c:v>2.2530989626638531</c:v>
                </c:pt>
                <c:pt idx="124">
                  <c:v>3.016522949164234</c:v>
                </c:pt>
                <c:pt idx="125">
                  <c:v>4.5006517734943374</c:v>
                </c:pt>
                <c:pt idx="126">
                  <c:v>4.8788611184836235</c:v>
                </c:pt>
                <c:pt idx="127">
                  <c:v>6.1627939533964442</c:v>
                </c:pt>
                <c:pt idx="128">
                  <c:v>5.6543995500765085</c:v>
                </c:pt>
                <c:pt idx="129">
                  <c:v>4.8381975226455483</c:v>
                </c:pt>
                <c:pt idx="130">
                  <c:v>5.0672252513445475</c:v>
                </c:pt>
                <c:pt idx="131">
                  <c:v>5.0230133000036767</c:v>
                </c:pt>
                <c:pt idx="132">
                  <c:v>4.9180584166939321</c:v>
                </c:pt>
                <c:pt idx="133">
                  <c:v>4.6257330519427446</c:v>
                </c:pt>
                <c:pt idx="134">
                  <c:v>4.4743378424391622</c:v>
                </c:pt>
                <c:pt idx="135">
                  <c:v>4.2087415622752529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EAD-40E2-92DA-7ED618A3EC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38954831"/>
        <c:axId val="1238957711"/>
      </c:lineChart>
      <c:dateAx>
        <c:axId val="1238954831"/>
        <c:scaling>
          <c:orientation val="minMax"/>
        </c:scaling>
        <c:delete val="0"/>
        <c:axPos val="b"/>
        <c:numFmt formatCode="[$-409]mmm/yy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8957711"/>
        <c:crosses val="autoZero"/>
        <c:auto val="1"/>
        <c:lblOffset val="100"/>
        <c:baseTimeUnit val="months"/>
        <c:majorUnit val="9"/>
        <c:majorTimeUnit val="months"/>
      </c:dateAx>
      <c:valAx>
        <c:axId val="1238957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89548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accent4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accent4"/>
          </a:solidFill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Cash flow by bond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Bullet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  <c:pt idx="10">
                  <c:v>Year 11</c:v>
                </c:pt>
                <c:pt idx="11">
                  <c:v>Year 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9F-491A-8DDB-8D26A6A856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Sinking fund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  <c:pt idx="10">
                  <c:v>Year 11</c:v>
                </c:pt>
                <c:pt idx="11">
                  <c:v>Year 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15</c:v>
                </c:pt>
                <c:pt idx="1">
                  <c:v>14.5</c:v>
                </c:pt>
                <c:pt idx="2">
                  <c:v>14</c:v>
                </c:pt>
                <c:pt idx="3">
                  <c:v>13.5</c:v>
                </c:pt>
                <c:pt idx="4">
                  <c:v>13</c:v>
                </c:pt>
                <c:pt idx="5">
                  <c:v>12.5</c:v>
                </c:pt>
                <c:pt idx="6">
                  <c:v>12</c:v>
                </c:pt>
                <c:pt idx="7">
                  <c:v>11.5</c:v>
                </c:pt>
                <c:pt idx="8">
                  <c:v>11</c:v>
                </c:pt>
                <c:pt idx="9">
                  <c:v>10.5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9F-491A-8DDB-8D26A6A8569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Fixed payment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  <c:pt idx="10">
                  <c:v>Year 11</c:v>
                </c:pt>
                <c:pt idx="11">
                  <c:v>Year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12.95</c:v>
                </c:pt>
                <c:pt idx="1">
                  <c:v>12.95</c:v>
                </c:pt>
                <c:pt idx="2">
                  <c:v>12.95</c:v>
                </c:pt>
                <c:pt idx="3">
                  <c:v>12.95</c:v>
                </c:pt>
                <c:pt idx="4">
                  <c:v>12.95</c:v>
                </c:pt>
                <c:pt idx="5">
                  <c:v>12.95</c:v>
                </c:pt>
                <c:pt idx="6">
                  <c:v>12.95</c:v>
                </c:pt>
                <c:pt idx="7">
                  <c:v>12.95</c:v>
                </c:pt>
                <c:pt idx="8">
                  <c:v>12.95</c:v>
                </c:pt>
                <c:pt idx="9">
                  <c:v>12.95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A9F-491A-8DDB-8D26A6A8569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Consol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  <c:pt idx="10">
                  <c:v>Year 11</c:v>
                </c:pt>
                <c:pt idx="11">
                  <c:v>Year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A9F-491A-8DDB-8D26A6A856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88158175"/>
        <c:axId val="988157215"/>
      </c:barChart>
      <c:catAx>
        <c:axId val="9881581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8157215"/>
        <c:crosses val="autoZero"/>
        <c:auto val="1"/>
        <c:lblAlgn val="ctr"/>
        <c:lblOffset val="100"/>
        <c:noMultiLvlLbl val="0"/>
      </c:catAx>
      <c:valAx>
        <c:axId val="988157215"/>
        <c:scaling>
          <c:orientation val="minMax"/>
          <c:max val="110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81581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Sheet1!$A$2:$A$361</c:f>
              <c:strCache>
                <c:ptCount val="360"/>
                <c:pt idx="0">
                  <c:v>1M</c:v>
                </c:pt>
                <c:pt idx="5">
                  <c:v>6M</c:v>
                </c:pt>
                <c:pt idx="11">
                  <c:v>1Y</c:v>
                </c:pt>
                <c:pt idx="23">
                  <c:v>2Y</c:v>
                </c:pt>
                <c:pt idx="35">
                  <c:v>3Y</c:v>
                </c:pt>
                <c:pt idx="59">
                  <c:v>5Y</c:v>
                </c:pt>
                <c:pt idx="119">
                  <c:v>10Y</c:v>
                </c:pt>
                <c:pt idx="239">
                  <c:v>20Y</c:v>
                </c:pt>
                <c:pt idx="359">
                  <c:v>30Y</c:v>
                </c:pt>
              </c:strCache>
            </c:strRef>
          </c:cat>
          <c:val>
            <c:numRef>
              <c:f>Sheet1!$B$2:$B$361</c:f>
              <c:numCache>
                <c:formatCode>General</c:formatCode>
                <c:ptCount val="360"/>
                <c:pt idx="0">
                  <c:v>1</c:v>
                </c:pt>
                <c:pt idx="2">
                  <c:v>2</c:v>
                </c:pt>
                <c:pt idx="5">
                  <c:v>3</c:v>
                </c:pt>
                <c:pt idx="11">
                  <c:v>4</c:v>
                </c:pt>
                <c:pt idx="23">
                  <c:v>5.25</c:v>
                </c:pt>
                <c:pt idx="35">
                  <c:v>6.1</c:v>
                </c:pt>
                <c:pt idx="59">
                  <c:v>7</c:v>
                </c:pt>
                <c:pt idx="119">
                  <c:v>8</c:v>
                </c:pt>
                <c:pt idx="239">
                  <c:v>9</c:v>
                </c:pt>
                <c:pt idx="359">
                  <c:v>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BFB-4BB7-86E0-4EAE16EAB5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Inverted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Sheet1!$A$2:$A$361</c:f>
              <c:strCache>
                <c:ptCount val="360"/>
                <c:pt idx="0">
                  <c:v>1M</c:v>
                </c:pt>
                <c:pt idx="5">
                  <c:v>6M</c:v>
                </c:pt>
                <c:pt idx="11">
                  <c:v>1Y</c:v>
                </c:pt>
                <c:pt idx="23">
                  <c:v>2Y</c:v>
                </c:pt>
                <c:pt idx="35">
                  <c:v>3Y</c:v>
                </c:pt>
                <c:pt idx="59">
                  <c:v>5Y</c:v>
                </c:pt>
                <c:pt idx="119">
                  <c:v>10Y</c:v>
                </c:pt>
                <c:pt idx="239">
                  <c:v>20Y</c:v>
                </c:pt>
                <c:pt idx="359">
                  <c:v>30Y</c:v>
                </c:pt>
              </c:strCache>
            </c:strRef>
          </c:cat>
          <c:val>
            <c:numRef>
              <c:f>Sheet1!$C$2:$C$361</c:f>
              <c:numCache>
                <c:formatCode>General</c:formatCode>
                <c:ptCount val="360"/>
                <c:pt idx="0">
                  <c:v>10</c:v>
                </c:pt>
                <c:pt idx="2">
                  <c:v>9</c:v>
                </c:pt>
                <c:pt idx="5">
                  <c:v>8</c:v>
                </c:pt>
                <c:pt idx="11">
                  <c:v>7</c:v>
                </c:pt>
                <c:pt idx="23">
                  <c:v>6.1</c:v>
                </c:pt>
                <c:pt idx="35">
                  <c:v>5.25</c:v>
                </c:pt>
                <c:pt idx="59">
                  <c:v>4</c:v>
                </c:pt>
                <c:pt idx="119">
                  <c:v>3</c:v>
                </c:pt>
                <c:pt idx="239">
                  <c:v>2</c:v>
                </c:pt>
                <c:pt idx="35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E4-48BC-96DC-69C0B056A07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Flat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Sheet1!$A$2:$A$361</c:f>
              <c:strCache>
                <c:ptCount val="360"/>
                <c:pt idx="0">
                  <c:v>1M</c:v>
                </c:pt>
                <c:pt idx="5">
                  <c:v>6M</c:v>
                </c:pt>
                <c:pt idx="11">
                  <c:v>1Y</c:v>
                </c:pt>
                <c:pt idx="23">
                  <c:v>2Y</c:v>
                </c:pt>
                <c:pt idx="35">
                  <c:v>3Y</c:v>
                </c:pt>
                <c:pt idx="59">
                  <c:v>5Y</c:v>
                </c:pt>
                <c:pt idx="119">
                  <c:v>10Y</c:v>
                </c:pt>
                <c:pt idx="239">
                  <c:v>20Y</c:v>
                </c:pt>
                <c:pt idx="359">
                  <c:v>30Y</c:v>
                </c:pt>
              </c:strCache>
            </c:strRef>
          </c:cat>
          <c:val>
            <c:numRef>
              <c:f>Sheet1!$D$2:$D$361</c:f>
              <c:numCache>
                <c:formatCode>General</c:formatCode>
                <c:ptCount val="360"/>
                <c:pt idx="0">
                  <c:v>5.72</c:v>
                </c:pt>
                <c:pt idx="2">
                  <c:v>5.72</c:v>
                </c:pt>
                <c:pt idx="5">
                  <c:v>5.72</c:v>
                </c:pt>
                <c:pt idx="11">
                  <c:v>5.72</c:v>
                </c:pt>
                <c:pt idx="23">
                  <c:v>5.72</c:v>
                </c:pt>
                <c:pt idx="35">
                  <c:v>5.72</c:v>
                </c:pt>
                <c:pt idx="59">
                  <c:v>5.72</c:v>
                </c:pt>
                <c:pt idx="119">
                  <c:v>5.72</c:v>
                </c:pt>
                <c:pt idx="239">
                  <c:v>5.72</c:v>
                </c:pt>
                <c:pt idx="359">
                  <c:v>5.72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DE4-48BC-96DC-69C0B056A0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accent1"/>
              </a:solidFill>
              <a:prstDash val="sysDash"/>
              <a:round/>
            </a:ln>
            <a:effectLst/>
          </c:spPr>
        </c:dropLines>
        <c:marker val="1"/>
        <c:smooth val="0"/>
        <c:axId val="1957001839"/>
        <c:axId val="1957002799"/>
      </c:lineChart>
      <c:catAx>
        <c:axId val="195700183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Maturity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7002799"/>
        <c:crosses val="autoZero"/>
        <c:auto val="1"/>
        <c:lblAlgn val="ctr"/>
        <c:lblOffset val="100"/>
        <c:noMultiLvlLbl val="0"/>
      </c:catAx>
      <c:valAx>
        <c:axId val="195700279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YTM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70018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Sheet1!$A$2:$A$361</c:f>
              <c:strCache>
                <c:ptCount val="360"/>
                <c:pt idx="0">
                  <c:v>1M</c:v>
                </c:pt>
                <c:pt idx="5">
                  <c:v>6M</c:v>
                </c:pt>
                <c:pt idx="11">
                  <c:v>1Y</c:v>
                </c:pt>
                <c:pt idx="23">
                  <c:v>2Y</c:v>
                </c:pt>
                <c:pt idx="35">
                  <c:v>3Y</c:v>
                </c:pt>
                <c:pt idx="59">
                  <c:v>5Y</c:v>
                </c:pt>
                <c:pt idx="119">
                  <c:v>10Y</c:v>
                </c:pt>
                <c:pt idx="239">
                  <c:v>20Y</c:v>
                </c:pt>
                <c:pt idx="359">
                  <c:v>30Y</c:v>
                </c:pt>
              </c:strCache>
            </c:strRef>
          </c:cat>
          <c:val>
            <c:numRef>
              <c:f>Sheet1!$B$2:$B$361</c:f>
              <c:numCache>
                <c:formatCode>General</c:formatCode>
                <c:ptCount val="360"/>
                <c:pt idx="0">
                  <c:v>1</c:v>
                </c:pt>
                <c:pt idx="2">
                  <c:v>2</c:v>
                </c:pt>
                <c:pt idx="5">
                  <c:v>3</c:v>
                </c:pt>
                <c:pt idx="11">
                  <c:v>4</c:v>
                </c:pt>
                <c:pt idx="23">
                  <c:v>5.25</c:v>
                </c:pt>
                <c:pt idx="35">
                  <c:v>6.1</c:v>
                </c:pt>
                <c:pt idx="59">
                  <c:v>7</c:v>
                </c:pt>
                <c:pt idx="119">
                  <c:v>8</c:v>
                </c:pt>
                <c:pt idx="239">
                  <c:v>9</c:v>
                </c:pt>
                <c:pt idx="359">
                  <c:v>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BFB-4BB7-86E0-4EAE16EAB5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accent1"/>
              </a:solidFill>
              <a:prstDash val="sysDash"/>
              <a:round/>
            </a:ln>
            <a:effectLst/>
          </c:spPr>
        </c:dropLines>
        <c:marker val="1"/>
        <c:smooth val="0"/>
        <c:axId val="1957001839"/>
        <c:axId val="1957002799"/>
      </c:lineChart>
      <c:catAx>
        <c:axId val="195700183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Maturity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7002799"/>
        <c:crosses val="autoZero"/>
        <c:auto val="1"/>
        <c:lblAlgn val="ctr"/>
        <c:lblOffset val="100"/>
        <c:noMultiLvlLbl val="0"/>
      </c:catAx>
      <c:valAx>
        <c:axId val="195700279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YTM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700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Sheet1!$A$2:$A$361</c:f>
              <c:strCache>
                <c:ptCount val="360"/>
                <c:pt idx="0">
                  <c:v>1M</c:v>
                </c:pt>
                <c:pt idx="5">
                  <c:v>6M</c:v>
                </c:pt>
                <c:pt idx="11">
                  <c:v>1Y</c:v>
                </c:pt>
                <c:pt idx="23">
                  <c:v>2Y</c:v>
                </c:pt>
                <c:pt idx="35">
                  <c:v>3Y</c:v>
                </c:pt>
                <c:pt idx="59">
                  <c:v>5Y</c:v>
                </c:pt>
                <c:pt idx="119">
                  <c:v>10Y</c:v>
                </c:pt>
                <c:pt idx="239">
                  <c:v>20Y</c:v>
                </c:pt>
                <c:pt idx="359">
                  <c:v>30Y</c:v>
                </c:pt>
              </c:strCache>
            </c:strRef>
          </c:cat>
          <c:val>
            <c:numRef>
              <c:f>Sheet1!$B$2:$B$361</c:f>
              <c:numCache>
                <c:formatCode>General</c:formatCode>
                <c:ptCount val="360"/>
                <c:pt idx="0">
                  <c:v>1</c:v>
                </c:pt>
                <c:pt idx="2">
                  <c:v>2</c:v>
                </c:pt>
                <c:pt idx="5">
                  <c:v>3</c:v>
                </c:pt>
                <c:pt idx="11">
                  <c:v>4</c:v>
                </c:pt>
                <c:pt idx="23">
                  <c:v>5.25</c:v>
                </c:pt>
                <c:pt idx="35">
                  <c:v>6.1</c:v>
                </c:pt>
                <c:pt idx="59">
                  <c:v>7</c:v>
                </c:pt>
                <c:pt idx="119">
                  <c:v>8</c:v>
                </c:pt>
                <c:pt idx="239">
                  <c:v>9</c:v>
                </c:pt>
                <c:pt idx="359">
                  <c:v>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BFB-4BB7-86E0-4EAE16EAB5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Sheet1!$A$2:$A$361</c:f>
              <c:strCache>
                <c:ptCount val="360"/>
                <c:pt idx="0">
                  <c:v>1M</c:v>
                </c:pt>
                <c:pt idx="5">
                  <c:v>6M</c:v>
                </c:pt>
                <c:pt idx="11">
                  <c:v>1Y</c:v>
                </c:pt>
                <c:pt idx="23">
                  <c:v>2Y</c:v>
                </c:pt>
                <c:pt idx="35">
                  <c:v>3Y</c:v>
                </c:pt>
                <c:pt idx="59">
                  <c:v>5Y</c:v>
                </c:pt>
                <c:pt idx="119">
                  <c:v>10Y</c:v>
                </c:pt>
                <c:pt idx="239">
                  <c:v>20Y</c:v>
                </c:pt>
                <c:pt idx="359">
                  <c:v>30Y</c:v>
                </c:pt>
              </c:strCache>
            </c:strRef>
          </c:cat>
          <c:val>
            <c:numRef>
              <c:f>Sheet1!$C$2:$C$361</c:f>
              <c:numCache>
                <c:formatCode>General</c:formatCode>
                <c:ptCount val="360"/>
                <c:pt idx="67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A6-4938-A2FF-5388A12C649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Pt>
            <c:idx val="149"/>
            <c:marker>
              <c:symbol val="circle"/>
              <c:size val="8"/>
              <c:spPr>
                <a:solidFill>
                  <a:schemeClr val="accent3"/>
                </a:solidFill>
                <a:ln w="9525">
                  <a:solidFill>
                    <a:schemeClr val="accent3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BA6-4938-A2FF-5388A12C6491}"/>
              </c:ext>
            </c:extLst>
          </c:dPt>
          <c:cat>
            <c:strRef>
              <c:f>Sheet1!$A$2:$A$361</c:f>
              <c:strCache>
                <c:ptCount val="360"/>
                <c:pt idx="0">
                  <c:v>1M</c:v>
                </c:pt>
                <c:pt idx="5">
                  <c:v>6M</c:v>
                </c:pt>
                <c:pt idx="11">
                  <c:v>1Y</c:v>
                </c:pt>
                <c:pt idx="23">
                  <c:v>2Y</c:v>
                </c:pt>
                <c:pt idx="35">
                  <c:v>3Y</c:v>
                </c:pt>
                <c:pt idx="59">
                  <c:v>5Y</c:v>
                </c:pt>
                <c:pt idx="119">
                  <c:v>10Y</c:v>
                </c:pt>
                <c:pt idx="239">
                  <c:v>20Y</c:v>
                </c:pt>
                <c:pt idx="359">
                  <c:v>30Y</c:v>
                </c:pt>
              </c:strCache>
            </c:strRef>
          </c:cat>
          <c:val>
            <c:numRef>
              <c:f>Sheet1!$D$2:$D$361</c:f>
              <c:numCache>
                <c:formatCode>General</c:formatCode>
                <c:ptCount val="360"/>
                <c:pt idx="149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BA6-4938-A2FF-5388A12C64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57001839"/>
        <c:axId val="1957002799"/>
      </c:lineChart>
      <c:catAx>
        <c:axId val="195700183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Maturity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7002799"/>
        <c:crosses val="autoZero"/>
        <c:auto val="1"/>
        <c:lblAlgn val="ctr"/>
        <c:lblOffset val="100"/>
        <c:noMultiLvlLbl val="0"/>
      </c:catAx>
      <c:valAx>
        <c:axId val="195700279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YTM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700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5400" cap="flat" cmpd="dbl" algn="ctr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34925" cap="flat" cmpd="dbl" algn="ctr">
        <a:solidFill>
          <a:schemeClr val="phClr">
            <a:lumMod val="75000"/>
            <a:alpha val="70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kern="1200" spc="0" normalizeH="0" baseline="0"/>
  </cs:title>
  <cs:trendline>
    <cs:lnRef idx="0">
      <cs:styleClr val="0"/>
    </cs:lnRef>
    <cs:fillRef idx="0"/>
    <cs:effectRef idx="0"/>
    <cs:fontRef idx="minor">
      <a:schemeClr val="tx1"/>
    </cs:fontRef>
    <cs:spPr>
      <a:ln w="38100" cap="rnd" cmpd="sng" algn="ctr">
        <a:solidFill>
          <a:schemeClr val="phClr">
            <a:lumMod val="75000"/>
            <a:alpha val="25000"/>
          </a:schemeClr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b="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B41B5B-2D42-4B2E-B9E2-049026C5BD0B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</dgm:pt>
    <dgm:pt modelId="{A1ED9A19-26E6-4C4A-8B1B-3D514F7769D9}">
      <dgm:prSet phldrT="[Text]"/>
      <dgm:spPr/>
      <dgm:t>
        <a:bodyPr/>
        <a:lstStyle/>
        <a:p>
          <a:r>
            <a:rPr lang="en-US" dirty="0"/>
            <a:t>Stage 1</a:t>
          </a:r>
        </a:p>
      </dgm:t>
    </dgm:pt>
    <dgm:pt modelId="{BD5088CE-9258-47CA-B9EC-A83AE8860A3A}" type="parTrans" cxnId="{E21AAB50-6250-4D2E-84FD-AE9839EAF430}">
      <dgm:prSet/>
      <dgm:spPr/>
      <dgm:t>
        <a:bodyPr/>
        <a:lstStyle/>
        <a:p>
          <a:endParaRPr lang="en-US"/>
        </a:p>
      </dgm:t>
    </dgm:pt>
    <dgm:pt modelId="{627666F7-A637-43FB-B07C-CBF33252C541}" type="sibTrans" cxnId="{E21AAB50-6250-4D2E-84FD-AE9839EAF430}">
      <dgm:prSet/>
      <dgm:spPr/>
      <dgm:t>
        <a:bodyPr/>
        <a:lstStyle/>
        <a:p>
          <a:endParaRPr lang="en-US"/>
        </a:p>
      </dgm:t>
    </dgm:pt>
    <dgm:pt modelId="{69E42206-5D9F-4791-A5B6-3882AC5CC4DD}">
      <dgm:prSet phldrT="[Text]"/>
      <dgm:spPr/>
      <dgm:t>
        <a:bodyPr/>
        <a:lstStyle/>
        <a:p>
          <a:r>
            <a:rPr lang="en-US"/>
            <a:t>Free banking</a:t>
          </a:r>
        </a:p>
      </dgm:t>
    </dgm:pt>
    <dgm:pt modelId="{15C4FC9B-C31A-4414-83FD-9B5C8E8BB121}" type="parTrans" cxnId="{E38353D1-633D-40FD-B8C8-C37A46FF8E32}">
      <dgm:prSet/>
      <dgm:spPr/>
      <dgm:t>
        <a:bodyPr/>
        <a:lstStyle/>
        <a:p>
          <a:endParaRPr lang="en-US"/>
        </a:p>
      </dgm:t>
    </dgm:pt>
    <dgm:pt modelId="{8BBF6CAE-7C8B-474E-82BE-1944C0221453}" type="sibTrans" cxnId="{E38353D1-633D-40FD-B8C8-C37A46FF8E32}">
      <dgm:prSet/>
      <dgm:spPr/>
      <dgm:t>
        <a:bodyPr/>
        <a:lstStyle/>
        <a:p>
          <a:endParaRPr lang="en-US"/>
        </a:p>
      </dgm:t>
    </dgm:pt>
    <dgm:pt modelId="{7D3E0F65-981D-4671-B31D-91356133299F}">
      <dgm:prSet phldrT="[Text]"/>
      <dgm:spPr/>
      <dgm:t>
        <a:bodyPr/>
        <a:lstStyle/>
        <a:p>
          <a:r>
            <a:rPr lang="en-US"/>
            <a:t>Stage 3</a:t>
          </a:r>
        </a:p>
      </dgm:t>
    </dgm:pt>
    <dgm:pt modelId="{C1886485-4BB9-4E76-AAFB-C04D0DEE9D12}" type="parTrans" cxnId="{54ED7C7A-4ED7-4A0A-9C10-0E9E82B59421}">
      <dgm:prSet/>
      <dgm:spPr/>
      <dgm:t>
        <a:bodyPr/>
        <a:lstStyle/>
        <a:p>
          <a:endParaRPr lang="en-US"/>
        </a:p>
      </dgm:t>
    </dgm:pt>
    <dgm:pt modelId="{1F5674DB-D1F7-40CA-BFB2-815BC1EDDF36}" type="sibTrans" cxnId="{54ED7C7A-4ED7-4A0A-9C10-0E9E82B59421}">
      <dgm:prSet/>
      <dgm:spPr/>
      <dgm:t>
        <a:bodyPr/>
        <a:lstStyle/>
        <a:p>
          <a:endParaRPr lang="en-US"/>
        </a:p>
      </dgm:t>
    </dgm:pt>
    <dgm:pt modelId="{8E0CDBF8-C7B3-443F-8B74-0B75D3763AD6}">
      <dgm:prSet phldrT="[Text]"/>
      <dgm:spPr/>
      <dgm:t>
        <a:bodyPr/>
        <a:lstStyle/>
        <a:p>
          <a:r>
            <a:rPr lang="en-US"/>
            <a:t>Commodity money</a:t>
          </a:r>
        </a:p>
      </dgm:t>
    </dgm:pt>
    <dgm:pt modelId="{1778AF14-F173-42F8-83EE-5C1EB909ADDD}" type="parTrans" cxnId="{560CFAF8-0042-4A49-A74C-B7FA311E21A1}">
      <dgm:prSet/>
      <dgm:spPr/>
      <dgm:t>
        <a:bodyPr/>
        <a:lstStyle/>
        <a:p>
          <a:endParaRPr lang="en-US"/>
        </a:p>
      </dgm:t>
    </dgm:pt>
    <dgm:pt modelId="{973DCD39-A7EF-4181-9462-BDC355B0AF6F}" type="sibTrans" cxnId="{560CFAF8-0042-4A49-A74C-B7FA311E21A1}">
      <dgm:prSet/>
      <dgm:spPr/>
      <dgm:t>
        <a:bodyPr/>
        <a:lstStyle/>
        <a:p>
          <a:endParaRPr lang="en-US"/>
        </a:p>
      </dgm:t>
    </dgm:pt>
    <dgm:pt modelId="{2530EC4F-A22A-4CC8-99AB-030E6EE535EC}">
      <dgm:prSet phldrT="[Text]"/>
      <dgm:spPr/>
      <dgm:t>
        <a:bodyPr/>
        <a:lstStyle/>
        <a:p>
          <a:r>
            <a:rPr lang="en-US"/>
            <a:t>Stage 2</a:t>
          </a:r>
        </a:p>
      </dgm:t>
    </dgm:pt>
    <dgm:pt modelId="{91FF04C2-2D9D-473D-B141-CD0DB1AA3687}" type="parTrans" cxnId="{65445EC4-B753-4D03-9F52-966B5C7CEF61}">
      <dgm:prSet/>
      <dgm:spPr/>
      <dgm:t>
        <a:bodyPr/>
        <a:lstStyle/>
        <a:p>
          <a:endParaRPr lang="en-US"/>
        </a:p>
      </dgm:t>
    </dgm:pt>
    <dgm:pt modelId="{6B774DCB-83EC-41D3-A4D9-F55C117DD1B3}" type="sibTrans" cxnId="{65445EC4-B753-4D03-9F52-966B5C7CEF61}">
      <dgm:prSet/>
      <dgm:spPr/>
      <dgm:t>
        <a:bodyPr/>
        <a:lstStyle/>
        <a:p>
          <a:endParaRPr lang="en-US"/>
        </a:p>
      </dgm:t>
    </dgm:pt>
    <dgm:pt modelId="{8F099722-3D65-49CF-8409-3B85AC603E9B}">
      <dgm:prSet phldrT="[Text]"/>
      <dgm:spPr/>
      <dgm:t>
        <a:bodyPr/>
        <a:lstStyle/>
        <a:p>
          <a:r>
            <a:rPr lang="en-US"/>
            <a:t>Classic gold standard</a:t>
          </a:r>
        </a:p>
      </dgm:t>
    </dgm:pt>
    <dgm:pt modelId="{3B6A5393-C485-4073-9062-8E9D10A5A87B}" type="parTrans" cxnId="{02CCEAF9-10E8-4F26-B5C3-A9F990EEC1A7}">
      <dgm:prSet/>
      <dgm:spPr/>
      <dgm:t>
        <a:bodyPr/>
        <a:lstStyle/>
        <a:p>
          <a:endParaRPr lang="en-US"/>
        </a:p>
      </dgm:t>
    </dgm:pt>
    <dgm:pt modelId="{78950FE3-66F0-4043-B23E-B7F885888BA3}" type="sibTrans" cxnId="{02CCEAF9-10E8-4F26-B5C3-A9F990EEC1A7}">
      <dgm:prSet/>
      <dgm:spPr/>
      <dgm:t>
        <a:bodyPr/>
        <a:lstStyle/>
        <a:p>
          <a:endParaRPr lang="en-US"/>
        </a:p>
      </dgm:t>
    </dgm:pt>
    <dgm:pt modelId="{334D913D-B758-49B9-854C-AC669784E92B}">
      <dgm:prSet phldrT="[Text]"/>
      <dgm:spPr/>
      <dgm:t>
        <a:bodyPr/>
        <a:lstStyle/>
        <a:p>
          <a:r>
            <a:rPr lang="en-US"/>
            <a:t>Stage 4</a:t>
          </a:r>
        </a:p>
      </dgm:t>
    </dgm:pt>
    <dgm:pt modelId="{71A371D0-815D-4575-906E-84F4838336CD}" type="parTrans" cxnId="{58CCB97F-D62E-4E80-A193-5D3E4B446017}">
      <dgm:prSet/>
      <dgm:spPr/>
      <dgm:t>
        <a:bodyPr/>
        <a:lstStyle/>
        <a:p>
          <a:endParaRPr lang="en-US"/>
        </a:p>
      </dgm:t>
    </dgm:pt>
    <dgm:pt modelId="{B8FDF90D-3115-4A50-AD4B-D07A9F5D5A9D}" type="sibTrans" cxnId="{58CCB97F-D62E-4E80-A193-5D3E4B446017}">
      <dgm:prSet/>
      <dgm:spPr/>
      <dgm:t>
        <a:bodyPr/>
        <a:lstStyle/>
        <a:p>
          <a:endParaRPr lang="en-US"/>
        </a:p>
      </dgm:t>
    </dgm:pt>
    <dgm:pt modelId="{021CB699-53C2-4088-96E0-F9DF0E4AE98F}">
      <dgm:prSet phldrT="[Text]"/>
      <dgm:spPr/>
      <dgm:t>
        <a:bodyPr/>
        <a:lstStyle/>
        <a:p>
          <a:r>
            <a:rPr lang="en-US"/>
            <a:t>Bretton Woods System</a:t>
          </a:r>
        </a:p>
      </dgm:t>
    </dgm:pt>
    <dgm:pt modelId="{E5D8DA47-73E8-4F0C-A247-244E3A09002C}" type="parTrans" cxnId="{E788A93C-42AB-4B10-B3C6-BD4CDA673EDB}">
      <dgm:prSet/>
      <dgm:spPr/>
      <dgm:t>
        <a:bodyPr/>
        <a:lstStyle/>
        <a:p>
          <a:endParaRPr lang="en-US"/>
        </a:p>
      </dgm:t>
    </dgm:pt>
    <dgm:pt modelId="{93AFDB84-B7C1-4234-840B-77C662DA3CA4}" type="sibTrans" cxnId="{E788A93C-42AB-4B10-B3C6-BD4CDA673EDB}">
      <dgm:prSet/>
      <dgm:spPr/>
      <dgm:t>
        <a:bodyPr/>
        <a:lstStyle/>
        <a:p>
          <a:endParaRPr lang="en-US"/>
        </a:p>
      </dgm:t>
    </dgm:pt>
    <dgm:pt modelId="{B19E25F7-CB7B-47A8-AEB2-53AFF8DE406E}">
      <dgm:prSet phldrT="[Text]"/>
      <dgm:spPr/>
      <dgm:t>
        <a:bodyPr/>
        <a:lstStyle/>
        <a:p>
          <a:r>
            <a:rPr lang="en-US"/>
            <a:t>Stage 5</a:t>
          </a:r>
        </a:p>
      </dgm:t>
    </dgm:pt>
    <dgm:pt modelId="{A8BE7018-955F-42A6-A528-0544A7DFFB84}" type="parTrans" cxnId="{CD71AAFE-A2B2-415A-9C6C-6B5EAADBBCA9}">
      <dgm:prSet/>
      <dgm:spPr/>
      <dgm:t>
        <a:bodyPr/>
        <a:lstStyle/>
        <a:p>
          <a:endParaRPr lang="en-US"/>
        </a:p>
      </dgm:t>
    </dgm:pt>
    <dgm:pt modelId="{72C79237-D96C-4225-8886-D94F90D96E7E}" type="sibTrans" cxnId="{CD71AAFE-A2B2-415A-9C6C-6B5EAADBBCA9}">
      <dgm:prSet/>
      <dgm:spPr/>
      <dgm:t>
        <a:bodyPr/>
        <a:lstStyle/>
        <a:p>
          <a:endParaRPr lang="en-US"/>
        </a:p>
      </dgm:t>
    </dgm:pt>
    <dgm:pt modelId="{B75F0649-5290-4EED-A4A1-B542A22E93B4}">
      <dgm:prSet phldrT="[Text]"/>
      <dgm:spPr/>
      <dgm:t>
        <a:bodyPr/>
        <a:lstStyle/>
        <a:p>
          <a:r>
            <a:rPr lang="en-US"/>
            <a:t>Fiat money</a:t>
          </a:r>
        </a:p>
      </dgm:t>
    </dgm:pt>
    <dgm:pt modelId="{6EA64ED7-1F9E-4C61-9B88-1AD990697791}" type="parTrans" cxnId="{9D760C00-483D-4B64-9BA6-BF0908AACF3C}">
      <dgm:prSet/>
      <dgm:spPr/>
      <dgm:t>
        <a:bodyPr/>
        <a:lstStyle/>
        <a:p>
          <a:endParaRPr lang="en-US"/>
        </a:p>
      </dgm:t>
    </dgm:pt>
    <dgm:pt modelId="{B6BC1A7B-036E-4323-9BF8-11DC080E352D}" type="sibTrans" cxnId="{9D760C00-483D-4B64-9BA6-BF0908AACF3C}">
      <dgm:prSet/>
      <dgm:spPr/>
      <dgm:t>
        <a:bodyPr/>
        <a:lstStyle/>
        <a:p>
          <a:endParaRPr lang="en-US"/>
        </a:p>
      </dgm:t>
    </dgm:pt>
    <dgm:pt modelId="{D994C9A1-EB01-4236-A4AD-20C861AEAFE5}">
      <dgm:prSet phldrT="[Text]"/>
      <dgm:spPr>
        <a:solidFill>
          <a:schemeClr val="tx1"/>
        </a:solidFill>
      </dgm:spPr>
      <dgm:t>
        <a:bodyPr/>
        <a:lstStyle/>
        <a:p>
          <a:r>
            <a:rPr lang="en-US"/>
            <a:t>Stage 6</a:t>
          </a:r>
        </a:p>
      </dgm:t>
    </dgm:pt>
    <dgm:pt modelId="{F84844D2-7735-443C-B2C6-D7090E7C9C6E}" type="parTrans" cxnId="{E9B72594-6756-453F-B8C3-0A375B356D9E}">
      <dgm:prSet/>
      <dgm:spPr/>
      <dgm:t>
        <a:bodyPr/>
        <a:lstStyle/>
        <a:p>
          <a:endParaRPr lang="en-US"/>
        </a:p>
      </dgm:t>
    </dgm:pt>
    <dgm:pt modelId="{4766065C-A310-4932-9A78-66707AB54A9F}" type="sibTrans" cxnId="{E9B72594-6756-453F-B8C3-0A375B356D9E}">
      <dgm:prSet/>
      <dgm:spPr/>
      <dgm:t>
        <a:bodyPr/>
        <a:lstStyle/>
        <a:p>
          <a:endParaRPr lang="en-US"/>
        </a:p>
      </dgm:t>
    </dgm:pt>
    <dgm:pt modelId="{A32A6B18-451F-4957-8FAB-51B785CE59BD}">
      <dgm:prSet phldrT="[Text]"/>
      <dgm:spPr>
        <a:solidFill>
          <a:schemeClr val="tx1"/>
        </a:solidFill>
      </dgm:spPr>
      <dgm:t>
        <a:bodyPr/>
        <a:lstStyle/>
        <a:p>
          <a:r>
            <a:rPr lang="en-US"/>
            <a:t>The future of money?</a:t>
          </a:r>
        </a:p>
      </dgm:t>
    </dgm:pt>
    <dgm:pt modelId="{EF81CFE4-53E8-4CEF-9F3B-8CF8C13D2819}" type="parTrans" cxnId="{B165CAF0-EC68-4760-8603-352E60C19CBD}">
      <dgm:prSet/>
      <dgm:spPr/>
      <dgm:t>
        <a:bodyPr/>
        <a:lstStyle/>
        <a:p>
          <a:endParaRPr lang="en-US"/>
        </a:p>
      </dgm:t>
    </dgm:pt>
    <dgm:pt modelId="{E6EC8A0E-FDBD-43B6-A5D5-FF7E0DBD86FE}" type="sibTrans" cxnId="{B165CAF0-EC68-4760-8603-352E60C19CBD}">
      <dgm:prSet/>
      <dgm:spPr/>
      <dgm:t>
        <a:bodyPr/>
        <a:lstStyle/>
        <a:p>
          <a:endParaRPr lang="en-US"/>
        </a:p>
      </dgm:t>
    </dgm:pt>
    <dgm:pt modelId="{9BC9CA72-7DBA-4806-A9A4-2AF4812C888D}" type="pres">
      <dgm:prSet presAssocID="{D5B41B5B-2D42-4B2E-B9E2-049026C5BD0B}" presName="Name0" presStyleCnt="0">
        <dgm:presLayoutVars>
          <dgm:dir/>
          <dgm:resizeHandles val="exact"/>
        </dgm:presLayoutVars>
      </dgm:prSet>
      <dgm:spPr/>
    </dgm:pt>
    <dgm:pt modelId="{892D3877-D1D2-41E2-ADEF-F9A6BDAF7D6F}" type="pres">
      <dgm:prSet presAssocID="{A1ED9A19-26E6-4C4A-8B1B-3D514F7769D9}" presName="node" presStyleLbl="node1" presStyleIdx="0" presStyleCnt="6">
        <dgm:presLayoutVars>
          <dgm:bulletEnabled val="1"/>
        </dgm:presLayoutVars>
      </dgm:prSet>
      <dgm:spPr/>
    </dgm:pt>
    <dgm:pt modelId="{950EC3EE-9990-42AF-B69C-D3241C7E77A6}" type="pres">
      <dgm:prSet presAssocID="{627666F7-A637-43FB-B07C-CBF33252C541}" presName="sibTrans" presStyleLbl="sibTrans2D1" presStyleIdx="0" presStyleCnt="5"/>
      <dgm:spPr/>
    </dgm:pt>
    <dgm:pt modelId="{5E3743E0-9FD8-4153-BEDC-46B600ACE184}" type="pres">
      <dgm:prSet presAssocID="{627666F7-A637-43FB-B07C-CBF33252C541}" presName="connectorText" presStyleLbl="sibTrans2D1" presStyleIdx="0" presStyleCnt="5"/>
      <dgm:spPr/>
    </dgm:pt>
    <dgm:pt modelId="{7299276D-2C10-4018-AE4F-1912D50C1B4A}" type="pres">
      <dgm:prSet presAssocID="{2530EC4F-A22A-4CC8-99AB-030E6EE535EC}" presName="node" presStyleLbl="node1" presStyleIdx="1" presStyleCnt="6">
        <dgm:presLayoutVars>
          <dgm:bulletEnabled val="1"/>
        </dgm:presLayoutVars>
      </dgm:prSet>
      <dgm:spPr/>
    </dgm:pt>
    <dgm:pt modelId="{AA98B340-5888-4FFD-91BF-8EDA18336060}" type="pres">
      <dgm:prSet presAssocID="{6B774DCB-83EC-41D3-A4D9-F55C117DD1B3}" presName="sibTrans" presStyleLbl="sibTrans2D1" presStyleIdx="1" presStyleCnt="5"/>
      <dgm:spPr/>
    </dgm:pt>
    <dgm:pt modelId="{896279FE-042B-4A0F-B69F-F95D6208938A}" type="pres">
      <dgm:prSet presAssocID="{6B774DCB-83EC-41D3-A4D9-F55C117DD1B3}" presName="connectorText" presStyleLbl="sibTrans2D1" presStyleIdx="1" presStyleCnt="5"/>
      <dgm:spPr/>
    </dgm:pt>
    <dgm:pt modelId="{8FDB06E1-318E-4BBE-96A0-76278DE5D9C3}" type="pres">
      <dgm:prSet presAssocID="{7D3E0F65-981D-4671-B31D-91356133299F}" presName="node" presStyleLbl="node1" presStyleIdx="2" presStyleCnt="6">
        <dgm:presLayoutVars>
          <dgm:bulletEnabled val="1"/>
        </dgm:presLayoutVars>
      </dgm:prSet>
      <dgm:spPr/>
    </dgm:pt>
    <dgm:pt modelId="{DB4EADF8-28EB-490D-80F5-F3A92B8376F6}" type="pres">
      <dgm:prSet presAssocID="{1F5674DB-D1F7-40CA-BFB2-815BC1EDDF36}" presName="sibTrans" presStyleLbl="sibTrans2D1" presStyleIdx="2" presStyleCnt="5"/>
      <dgm:spPr/>
    </dgm:pt>
    <dgm:pt modelId="{590A1E4C-A7D8-44B8-8EB3-FB5D8997457B}" type="pres">
      <dgm:prSet presAssocID="{1F5674DB-D1F7-40CA-BFB2-815BC1EDDF36}" presName="connectorText" presStyleLbl="sibTrans2D1" presStyleIdx="2" presStyleCnt="5"/>
      <dgm:spPr/>
    </dgm:pt>
    <dgm:pt modelId="{D71E7CC6-B541-48B5-B5A9-9A7E1FEDDE09}" type="pres">
      <dgm:prSet presAssocID="{334D913D-B758-49B9-854C-AC669784E92B}" presName="node" presStyleLbl="node1" presStyleIdx="3" presStyleCnt="6">
        <dgm:presLayoutVars>
          <dgm:bulletEnabled val="1"/>
        </dgm:presLayoutVars>
      </dgm:prSet>
      <dgm:spPr/>
    </dgm:pt>
    <dgm:pt modelId="{CC0A9359-C884-431B-85C1-F36A2C00867C}" type="pres">
      <dgm:prSet presAssocID="{B8FDF90D-3115-4A50-AD4B-D07A9F5D5A9D}" presName="sibTrans" presStyleLbl="sibTrans2D1" presStyleIdx="3" presStyleCnt="5"/>
      <dgm:spPr/>
    </dgm:pt>
    <dgm:pt modelId="{C1A2C69A-85FC-4EEB-B2BD-A9D9A900E742}" type="pres">
      <dgm:prSet presAssocID="{B8FDF90D-3115-4A50-AD4B-D07A9F5D5A9D}" presName="connectorText" presStyleLbl="sibTrans2D1" presStyleIdx="3" presStyleCnt="5"/>
      <dgm:spPr/>
    </dgm:pt>
    <dgm:pt modelId="{5D80EEC5-F634-4317-BD82-E39F2E53DB07}" type="pres">
      <dgm:prSet presAssocID="{B19E25F7-CB7B-47A8-AEB2-53AFF8DE406E}" presName="node" presStyleLbl="node1" presStyleIdx="4" presStyleCnt="6">
        <dgm:presLayoutVars>
          <dgm:bulletEnabled val="1"/>
        </dgm:presLayoutVars>
      </dgm:prSet>
      <dgm:spPr/>
    </dgm:pt>
    <dgm:pt modelId="{95C223DD-3D7E-470C-B8EF-590686B38E29}" type="pres">
      <dgm:prSet presAssocID="{72C79237-D96C-4225-8886-D94F90D96E7E}" presName="sibTrans" presStyleLbl="sibTrans2D1" presStyleIdx="4" presStyleCnt="5"/>
      <dgm:spPr/>
    </dgm:pt>
    <dgm:pt modelId="{37250E9E-723A-4D08-9CAC-70FA31F3954D}" type="pres">
      <dgm:prSet presAssocID="{72C79237-D96C-4225-8886-D94F90D96E7E}" presName="connectorText" presStyleLbl="sibTrans2D1" presStyleIdx="4" presStyleCnt="5"/>
      <dgm:spPr/>
    </dgm:pt>
    <dgm:pt modelId="{6A855441-6775-4A22-8652-9B103594F6A9}" type="pres">
      <dgm:prSet presAssocID="{D994C9A1-EB01-4236-A4AD-20C861AEAFE5}" presName="node" presStyleLbl="node1" presStyleIdx="5" presStyleCnt="6">
        <dgm:presLayoutVars>
          <dgm:bulletEnabled val="1"/>
        </dgm:presLayoutVars>
      </dgm:prSet>
      <dgm:spPr/>
    </dgm:pt>
  </dgm:ptLst>
  <dgm:cxnLst>
    <dgm:cxn modelId="{9D760C00-483D-4B64-9BA6-BF0908AACF3C}" srcId="{B19E25F7-CB7B-47A8-AEB2-53AFF8DE406E}" destId="{B75F0649-5290-4EED-A4A1-B542A22E93B4}" srcOrd="0" destOrd="0" parTransId="{6EA64ED7-1F9E-4C61-9B88-1AD990697791}" sibTransId="{B6BC1A7B-036E-4323-9BF8-11DC080E352D}"/>
    <dgm:cxn modelId="{FCA3A901-040D-47F7-9BC9-FE2BDF0B7811}" type="presOf" srcId="{A1ED9A19-26E6-4C4A-8B1B-3D514F7769D9}" destId="{892D3877-D1D2-41E2-ADEF-F9A6BDAF7D6F}" srcOrd="0" destOrd="0" presId="urn:microsoft.com/office/officeart/2005/8/layout/process1"/>
    <dgm:cxn modelId="{60FC1D07-908F-4B16-AB37-49BF341650FD}" type="presOf" srcId="{6B774DCB-83EC-41D3-A4D9-F55C117DD1B3}" destId="{AA98B340-5888-4FFD-91BF-8EDA18336060}" srcOrd="0" destOrd="0" presId="urn:microsoft.com/office/officeart/2005/8/layout/process1"/>
    <dgm:cxn modelId="{2DB4DE0C-FC20-4590-AC87-3F5C456E1F2F}" type="presOf" srcId="{D5B41B5B-2D42-4B2E-B9E2-049026C5BD0B}" destId="{9BC9CA72-7DBA-4806-A9A4-2AF4812C888D}" srcOrd="0" destOrd="0" presId="urn:microsoft.com/office/officeart/2005/8/layout/process1"/>
    <dgm:cxn modelId="{C598E40C-B293-40A1-B527-798BB616C261}" type="presOf" srcId="{7D3E0F65-981D-4671-B31D-91356133299F}" destId="{8FDB06E1-318E-4BBE-96A0-76278DE5D9C3}" srcOrd="0" destOrd="0" presId="urn:microsoft.com/office/officeart/2005/8/layout/process1"/>
    <dgm:cxn modelId="{12C9750D-0A9E-4CF6-854E-C17680457D4E}" type="presOf" srcId="{8F099722-3D65-49CF-8409-3B85AC603E9B}" destId="{8FDB06E1-318E-4BBE-96A0-76278DE5D9C3}" srcOrd="0" destOrd="1" presId="urn:microsoft.com/office/officeart/2005/8/layout/process1"/>
    <dgm:cxn modelId="{9FC81E13-6533-4D5D-818D-C41C118EB929}" type="presOf" srcId="{021CB699-53C2-4088-96E0-F9DF0E4AE98F}" destId="{D71E7CC6-B541-48B5-B5A9-9A7E1FEDDE09}" srcOrd="0" destOrd="1" presId="urn:microsoft.com/office/officeart/2005/8/layout/process1"/>
    <dgm:cxn modelId="{C32EF823-379A-4417-873E-0DA4C1B6AF16}" type="presOf" srcId="{334D913D-B758-49B9-854C-AC669784E92B}" destId="{D71E7CC6-B541-48B5-B5A9-9A7E1FEDDE09}" srcOrd="0" destOrd="0" presId="urn:microsoft.com/office/officeart/2005/8/layout/process1"/>
    <dgm:cxn modelId="{59B01728-F336-4DDB-8A95-983D06C6AE29}" type="presOf" srcId="{627666F7-A637-43FB-B07C-CBF33252C541}" destId="{5E3743E0-9FD8-4153-BEDC-46B600ACE184}" srcOrd="1" destOrd="0" presId="urn:microsoft.com/office/officeart/2005/8/layout/process1"/>
    <dgm:cxn modelId="{FCDCE83B-6DA1-4E33-861F-43843E603015}" type="presOf" srcId="{A32A6B18-451F-4957-8FAB-51B785CE59BD}" destId="{6A855441-6775-4A22-8652-9B103594F6A9}" srcOrd="0" destOrd="1" presId="urn:microsoft.com/office/officeart/2005/8/layout/process1"/>
    <dgm:cxn modelId="{E788A93C-42AB-4B10-B3C6-BD4CDA673EDB}" srcId="{334D913D-B758-49B9-854C-AC669784E92B}" destId="{021CB699-53C2-4088-96E0-F9DF0E4AE98F}" srcOrd="0" destOrd="0" parTransId="{E5D8DA47-73E8-4F0C-A247-244E3A09002C}" sibTransId="{93AFDB84-B7C1-4234-840B-77C662DA3CA4}"/>
    <dgm:cxn modelId="{E49E0140-8EBD-4C16-88D1-A67D83ECC089}" type="presOf" srcId="{B8FDF90D-3115-4A50-AD4B-D07A9F5D5A9D}" destId="{CC0A9359-C884-431B-85C1-F36A2C00867C}" srcOrd="0" destOrd="0" presId="urn:microsoft.com/office/officeart/2005/8/layout/process1"/>
    <dgm:cxn modelId="{28C1345C-4C96-440C-8E2A-A85183624CFE}" type="presOf" srcId="{72C79237-D96C-4225-8886-D94F90D96E7E}" destId="{37250E9E-723A-4D08-9CAC-70FA31F3954D}" srcOrd="1" destOrd="0" presId="urn:microsoft.com/office/officeart/2005/8/layout/process1"/>
    <dgm:cxn modelId="{2EE28344-EC76-465A-AACF-C8A7C64C45A3}" type="presOf" srcId="{B75F0649-5290-4EED-A4A1-B542A22E93B4}" destId="{5D80EEC5-F634-4317-BD82-E39F2E53DB07}" srcOrd="0" destOrd="1" presId="urn:microsoft.com/office/officeart/2005/8/layout/process1"/>
    <dgm:cxn modelId="{E21AAB50-6250-4D2E-84FD-AE9839EAF430}" srcId="{D5B41B5B-2D42-4B2E-B9E2-049026C5BD0B}" destId="{A1ED9A19-26E6-4C4A-8B1B-3D514F7769D9}" srcOrd="0" destOrd="0" parTransId="{BD5088CE-9258-47CA-B9EC-A83AE8860A3A}" sibTransId="{627666F7-A637-43FB-B07C-CBF33252C541}"/>
    <dgm:cxn modelId="{54ED7C7A-4ED7-4A0A-9C10-0E9E82B59421}" srcId="{D5B41B5B-2D42-4B2E-B9E2-049026C5BD0B}" destId="{7D3E0F65-981D-4671-B31D-91356133299F}" srcOrd="2" destOrd="0" parTransId="{C1886485-4BB9-4E76-AAFB-C04D0DEE9D12}" sibTransId="{1F5674DB-D1F7-40CA-BFB2-815BC1EDDF36}"/>
    <dgm:cxn modelId="{58CCB97F-D62E-4E80-A193-5D3E4B446017}" srcId="{D5B41B5B-2D42-4B2E-B9E2-049026C5BD0B}" destId="{334D913D-B758-49B9-854C-AC669784E92B}" srcOrd="3" destOrd="0" parTransId="{71A371D0-815D-4575-906E-84F4838336CD}" sibTransId="{B8FDF90D-3115-4A50-AD4B-D07A9F5D5A9D}"/>
    <dgm:cxn modelId="{B0000B85-3290-41E5-B977-F40AAA8FFA17}" type="presOf" srcId="{1F5674DB-D1F7-40CA-BFB2-815BC1EDDF36}" destId="{DB4EADF8-28EB-490D-80F5-F3A92B8376F6}" srcOrd="0" destOrd="0" presId="urn:microsoft.com/office/officeart/2005/8/layout/process1"/>
    <dgm:cxn modelId="{8C408587-2B09-4B0D-A490-5632FA63619A}" type="presOf" srcId="{8E0CDBF8-C7B3-443F-8B74-0B75D3763AD6}" destId="{892D3877-D1D2-41E2-ADEF-F9A6BDAF7D6F}" srcOrd="0" destOrd="1" presId="urn:microsoft.com/office/officeart/2005/8/layout/process1"/>
    <dgm:cxn modelId="{516B238F-0AF5-490E-B6B1-3E32C577B8D8}" type="presOf" srcId="{6B774DCB-83EC-41D3-A4D9-F55C117DD1B3}" destId="{896279FE-042B-4A0F-B69F-F95D6208938A}" srcOrd="1" destOrd="0" presId="urn:microsoft.com/office/officeart/2005/8/layout/process1"/>
    <dgm:cxn modelId="{E9B72594-6756-453F-B8C3-0A375B356D9E}" srcId="{D5B41B5B-2D42-4B2E-B9E2-049026C5BD0B}" destId="{D994C9A1-EB01-4236-A4AD-20C861AEAFE5}" srcOrd="5" destOrd="0" parTransId="{F84844D2-7735-443C-B2C6-D7090E7C9C6E}" sibTransId="{4766065C-A310-4932-9A78-66707AB54A9F}"/>
    <dgm:cxn modelId="{6541C19A-8BF6-4320-BA3A-28EF42D44F6A}" type="presOf" srcId="{B8FDF90D-3115-4A50-AD4B-D07A9F5D5A9D}" destId="{C1A2C69A-85FC-4EEB-B2BD-A9D9A900E742}" srcOrd="1" destOrd="0" presId="urn:microsoft.com/office/officeart/2005/8/layout/process1"/>
    <dgm:cxn modelId="{325EE99A-6FC2-486B-8644-3B9C9AA7A297}" type="presOf" srcId="{69E42206-5D9F-4791-A5B6-3882AC5CC4DD}" destId="{7299276D-2C10-4018-AE4F-1912D50C1B4A}" srcOrd="0" destOrd="1" presId="urn:microsoft.com/office/officeart/2005/8/layout/process1"/>
    <dgm:cxn modelId="{3830F7A3-A312-439D-8EF4-1499EB4CABD5}" type="presOf" srcId="{B19E25F7-CB7B-47A8-AEB2-53AFF8DE406E}" destId="{5D80EEC5-F634-4317-BD82-E39F2E53DB07}" srcOrd="0" destOrd="0" presId="urn:microsoft.com/office/officeart/2005/8/layout/process1"/>
    <dgm:cxn modelId="{02C0C7A5-D9E6-4039-875B-795F4931EA3C}" type="presOf" srcId="{2530EC4F-A22A-4CC8-99AB-030E6EE535EC}" destId="{7299276D-2C10-4018-AE4F-1912D50C1B4A}" srcOrd="0" destOrd="0" presId="urn:microsoft.com/office/officeart/2005/8/layout/process1"/>
    <dgm:cxn modelId="{A17587B5-BDF8-4F77-9F83-045B8A237032}" type="presOf" srcId="{D994C9A1-EB01-4236-A4AD-20C861AEAFE5}" destId="{6A855441-6775-4A22-8652-9B103594F6A9}" srcOrd="0" destOrd="0" presId="urn:microsoft.com/office/officeart/2005/8/layout/process1"/>
    <dgm:cxn modelId="{65445EC4-B753-4D03-9F52-966B5C7CEF61}" srcId="{D5B41B5B-2D42-4B2E-B9E2-049026C5BD0B}" destId="{2530EC4F-A22A-4CC8-99AB-030E6EE535EC}" srcOrd="1" destOrd="0" parTransId="{91FF04C2-2D9D-473D-B141-CD0DB1AA3687}" sibTransId="{6B774DCB-83EC-41D3-A4D9-F55C117DD1B3}"/>
    <dgm:cxn modelId="{E38353D1-633D-40FD-B8C8-C37A46FF8E32}" srcId="{2530EC4F-A22A-4CC8-99AB-030E6EE535EC}" destId="{69E42206-5D9F-4791-A5B6-3882AC5CC4DD}" srcOrd="0" destOrd="0" parTransId="{15C4FC9B-C31A-4414-83FD-9B5C8E8BB121}" sibTransId="{8BBF6CAE-7C8B-474E-82BE-1944C0221453}"/>
    <dgm:cxn modelId="{A479F7EA-47F4-4915-92B5-348D922DF3FD}" type="presOf" srcId="{1F5674DB-D1F7-40CA-BFB2-815BC1EDDF36}" destId="{590A1E4C-A7D8-44B8-8EB3-FB5D8997457B}" srcOrd="1" destOrd="0" presId="urn:microsoft.com/office/officeart/2005/8/layout/process1"/>
    <dgm:cxn modelId="{B165CAF0-EC68-4760-8603-352E60C19CBD}" srcId="{D994C9A1-EB01-4236-A4AD-20C861AEAFE5}" destId="{A32A6B18-451F-4957-8FAB-51B785CE59BD}" srcOrd="0" destOrd="0" parTransId="{EF81CFE4-53E8-4CEF-9F3B-8CF8C13D2819}" sibTransId="{E6EC8A0E-FDBD-43B6-A5D5-FF7E0DBD86FE}"/>
    <dgm:cxn modelId="{E9724DF8-8DE2-4F89-946C-1E3AC69A1022}" type="presOf" srcId="{627666F7-A637-43FB-B07C-CBF33252C541}" destId="{950EC3EE-9990-42AF-B69C-D3241C7E77A6}" srcOrd="0" destOrd="0" presId="urn:microsoft.com/office/officeart/2005/8/layout/process1"/>
    <dgm:cxn modelId="{560CFAF8-0042-4A49-A74C-B7FA311E21A1}" srcId="{A1ED9A19-26E6-4C4A-8B1B-3D514F7769D9}" destId="{8E0CDBF8-C7B3-443F-8B74-0B75D3763AD6}" srcOrd="0" destOrd="0" parTransId="{1778AF14-F173-42F8-83EE-5C1EB909ADDD}" sibTransId="{973DCD39-A7EF-4181-9462-BDC355B0AF6F}"/>
    <dgm:cxn modelId="{02CCEAF9-10E8-4F26-B5C3-A9F990EEC1A7}" srcId="{7D3E0F65-981D-4671-B31D-91356133299F}" destId="{8F099722-3D65-49CF-8409-3B85AC603E9B}" srcOrd="0" destOrd="0" parTransId="{3B6A5393-C485-4073-9062-8E9D10A5A87B}" sibTransId="{78950FE3-66F0-4043-B23E-B7F885888BA3}"/>
    <dgm:cxn modelId="{1713A1FE-11D0-413F-B10D-2D274C6680B1}" type="presOf" srcId="{72C79237-D96C-4225-8886-D94F90D96E7E}" destId="{95C223DD-3D7E-470C-B8EF-590686B38E29}" srcOrd="0" destOrd="0" presId="urn:microsoft.com/office/officeart/2005/8/layout/process1"/>
    <dgm:cxn modelId="{CD71AAFE-A2B2-415A-9C6C-6B5EAADBBCA9}" srcId="{D5B41B5B-2D42-4B2E-B9E2-049026C5BD0B}" destId="{B19E25F7-CB7B-47A8-AEB2-53AFF8DE406E}" srcOrd="4" destOrd="0" parTransId="{A8BE7018-955F-42A6-A528-0544A7DFFB84}" sibTransId="{72C79237-D96C-4225-8886-D94F90D96E7E}"/>
    <dgm:cxn modelId="{F7E2AC49-921A-48B7-BC2D-E7D9F07AB036}" type="presParOf" srcId="{9BC9CA72-7DBA-4806-A9A4-2AF4812C888D}" destId="{892D3877-D1D2-41E2-ADEF-F9A6BDAF7D6F}" srcOrd="0" destOrd="0" presId="urn:microsoft.com/office/officeart/2005/8/layout/process1"/>
    <dgm:cxn modelId="{D003CC1D-6ABC-43D2-AABB-C252F1E5EC52}" type="presParOf" srcId="{9BC9CA72-7DBA-4806-A9A4-2AF4812C888D}" destId="{950EC3EE-9990-42AF-B69C-D3241C7E77A6}" srcOrd="1" destOrd="0" presId="urn:microsoft.com/office/officeart/2005/8/layout/process1"/>
    <dgm:cxn modelId="{2C288F45-0584-4856-AA1A-2152CA8D325A}" type="presParOf" srcId="{950EC3EE-9990-42AF-B69C-D3241C7E77A6}" destId="{5E3743E0-9FD8-4153-BEDC-46B600ACE184}" srcOrd="0" destOrd="0" presId="urn:microsoft.com/office/officeart/2005/8/layout/process1"/>
    <dgm:cxn modelId="{8B3E1CFD-1EC3-4265-A379-92AEA975DF5E}" type="presParOf" srcId="{9BC9CA72-7DBA-4806-A9A4-2AF4812C888D}" destId="{7299276D-2C10-4018-AE4F-1912D50C1B4A}" srcOrd="2" destOrd="0" presId="urn:microsoft.com/office/officeart/2005/8/layout/process1"/>
    <dgm:cxn modelId="{2FE82578-1472-46D8-9F7C-F7C3C167D015}" type="presParOf" srcId="{9BC9CA72-7DBA-4806-A9A4-2AF4812C888D}" destId="{AA98B340-5888-4FFD-91BF-8EDA18336060}" srcOrd="3" destOrd="0" presId="urn:microsoft.com/office/officeart/2005/8/layout/process1"/>
    <dgm:cxn modelId="{53FA62BD-175A-41F0-95F3-7F5D00E6269E}" type="presParOf" srcId="{AA98B340-5888-4FFD-91BF-8EDA18336060}" destId="{896279FE-042B-4A0F-B69F-F95D6208938A}" srcOrd="0" destOrd="0" presId="urn:microsoft.com/office/officeart/2005/8/layout/process1"/>
    <dgm:cxn modelId="{7EF50A89-2DFF-4C18-8882-F642227514DC}" type="presParOf" srcId="{9BC9CA72-7DBA-4806-A9A4-2AF4812C888D}" destId="{8FDB06E1-318E-4BBE-96A0-76278DE5D9C3}" srcOrd="4" destOrd="0" presId="urn:microsoft.com/office/officeart/2005/8/layout/process1"/>
    <dgm:cxn modelId="{517D325A-415F-4BFC-A40B-B750084C20CA}" type="presParOf" srcId="{9BC9CA72-7DBA-4806-A9A4-2AF4812C888D}" destId="{DB4EADF8-28EB-490D-80F5-F3A92B8376F6}" srcOrd="5" destOrd="0" presId="urn:microsoft.com/office/officeart/2005/8/layout/process1"/>
    <dgm:cxn modelId="{62EAF52E-EE9C-44B9-A9C7-9A93D7CFBBF1}" type="presParOf" srcId="{DB4EADF8-28EB-490D-80F5-F3A92B8376F6}" destId="{590A1E4C-A7D8-44B8-8EB3-FB5D8997457B}" srcOrd="0" destOrd="0" presId="urn:microsoft.com/office/officeart/2005/8/layout/process1"/>
    <dgm:cxn modelId="{723635A3-4451-41BA-97EC-FA7CDCD93699}" type="presParOf" srcId="{9BC9CA72-7DBA-4806-A9A4-2AF4812C888D}" destId="{D71E7CC6-B541-48B5-B5A9-9A7E1FEDDE09}" srcOrd="6" destOrd="0" presId="urn:microsoft.com/office/officeart/2005/8/layout/process1"/>
    <dgm:cxn modelId="{187DAD21-B337-4DD4-A139-C50F731CA2D8}" type="presParOf" srcId="{9BC9CA72-7DBA-4806-A9A4-2AF4812C888D}" destId="{CC0A9359-C884-431B-85C1-F36A2C00867C}" srcOrd="7" destOrd="0" presId="urn:microsoft.com/office/officeart/2005/8/layout/process1"/>
    <dgm:cxn modelId="{1261682B-C495-4E2E-84D8-DCF91AFCEE4B}" type="presParOf" srcId="{CC0A9359-C884-431B-85C1-F36A2C00867C}" destId="{C1A2C69A-85FC-4EEB-B2BD-A9D9A900E742}" srcOrd="0" destOrd="0" presId="urn:microsoft.com/office/officeart/2005/8/layout/process1"/>
    <dgm:cxn modelId="{8178BC4C-BD5B-4720-A286-7159CC9AD178}" type="presParOf" srcId="{9BC9CA72-7DBA-4806-A9A4-2AF4812C888D}" destId="{5D80EEC5-F634-4317-BD82-E39F2E53DB07}" srcOrd="8" destOrd="0" presId="urn:microsoft.com/office/officeart/2005/8/layout/process1"/>
    <dgm:cxn modelId="{3CA64EF9-B7C3-44C8-8D78-252CE37DE264}" type="presParOf" srcId="{9BC9CA72-7DBA-4806-A9A4-2AF4812C888D}" destId="{95C223DD-3D7E-470C-B8EF-590686B38E29}" srcOrd="9" destOrd="0" presId="urn:microsoft.com/office/officeart/2005/8/layout/process1"/>
    <dgm:cxn modelId="{9FEE3AA5-4B3B-45E5-9A9F-5E5E777B815C}" type="presParOf" srcId="{95C223DD-3D7E-470C-B8EF-590686B38E29}" destId="{37250E9E-723A-4D08-9CAC-70FA31F3954D}" srcOrd="0" destOrd="0" presId="urn:microsoft.com/office/officeart/2005/8/layout/process1"/>
    <dgm:cxn modelId="{E65C7758-FA58-45DD-92F6-28209AFBAA0F}" type="presParOf" srcId="{9BC9CA72-7DBA-4806-A9A4-2AF4812C888D}" destId="{6A855441-6775-4A22-8652-9B103594F6A9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CB3E78-31CD-4552-878C-345D47C4A6AD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765AFCC-6224-4F6F-BC5C-4E2EA57BBA2D}">
      <dgm:prSet phldrT="[Text]"/>
      <dgm:spPr/>
      <dgm:t>
        <a:bodyPr/>
        <a:lstStyle/>
        <a:p>
          <a:r>
            <a:rPr lang="en-US" dirty="0"/>
            <a:t>Money in the broader sense</a:t>
          </a:r>
        </a:p>
      </dgm:t>
    </dgm:pt>
    <dgm:pt modelId="{3C51D4D8-F2E2-4254-886E-0595EEA5F6E0}" type="parTrans" cxnId="{DA104E1D-6AE7-4E3B-967E-060EB31A05D3}">
      <dgm:prSet/>
      <dgm:spPr/>
      <dgm:t>
        <a:bodyPr/>
        <a:lstStyle/>
        <a:p>
          <a:endParaRPr lang="en-US"/>
        </a:p>
      </dgm:t>
    </dgm:pt>
    <dgm:pt modelId="{D404E59C-DFD7-42FD-B6C5-B6E77167181A}" type="sibTrans" cxnId="{DA104E1D-6AE7-4E3B-967E-060EB31A05D3}">
      <dgm:prSet/>
      <dgm:spPr/>
      <dgm:t>
        <a:bodyPr/>
        <a:lstStyle/>
        <a:p>
          <a:endParaRPr lang="en-US"/>
        </a:p>
      </dgm:t>
    </dgm:pt>
    <dgm:pt modelId="{471933A4-24B3-4899-9ADB-3F9954A1A057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Money in the narrower sense</a:t>
          </a:r>
        </a:p>
      </dgm:t>
    </dgm:pt>
    <dgm:pt modelId="{15334ADC-214C-4A85-B005-44C95DE726A3}" type="parTrans" cxnId="{9CA3F10F-BD7F-4E1D-BF20-1CFF729D3808}">
      <dgm:prSet/>
      <dgm:spPr/>
      <dgm:t>
        <a:bodyPr/>
        <a:lstStyle/>
        <a:p>
          <a:endParaRPr lang="en-US"/>
        </a:p>
      </dgm:t>
    </dgm:pt>
    <dgm:pt modelId="{39831492-8690-4B8D-B942-C2F2B702EAE4}" type="sibTrans" cxnId="{9CA3F10F-BD7F-4E1D-BF20-1CFF729D3808}">
      <dgm:prSet/>
      <dgm:spPr/>
      <dgm:t>
        <a:bodyPr/>
        <a:lstStyle/>
        <a:p>
          <a:endParaRPr lang="en-US"/>
        </a:p>
      </dgm:t>
    </dgm:pt>
    <dgm:pt modelId="{F3301306-47B6-4495-87E5-CFAD43958B3E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/>
            <a:t>Commodity money</a:t>
          </a:r>
        </a:p>
      </dgm:t>
    </dgm:pt>
    <dgm:pt modelId="{DE32C1EF-1897-41CB-87C5-0B5E0BA5B353}" type="parTrans" cxnId="{6F2D8866-FD1E-41B8-98EF-9108F261A7D3}">
      <dgm:prSet/>
      <dgm:spPr/>
      <dgm:t>
        <a:bodyPr/>
        <a:lstStyle/>
        <a:p>
          <a:endParaRPr lang="en-US"/>
        </a:p>
      </dgm:t>
    </dgm:pt>
    <dgm:pt modelId="{F618550A-10BF-4054-935C-F99360DDF3F7}" type="sibTrans" cxnId="{6F2D8866-FD1E-41B8-98EF-9108F261A7D3}">
      <dgm:prSet/>
      <dgm:spPr/>
      <dgm:t>
        <a:bodyPr/>
        <a:lstStyle/>
        <a:p>
          <a:endParaRPr lang="en-US"/>
        </a:p>
      </dgm:t>
    </dgm:pt>
    <dgm:pt modelId="{90D79628-DA39-43C2-A33E-7A65E988F71A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/>
            <a:t>Fiat money</a:t>
          </a:r>
        </a:p>
      </dgm:t>
    </dgm:pt>
    <dgm:pt modelId="{140E482E-622A-4AA7-AB2D-57F5EA9AB710}" type="parTrans" cxnId="{BEDE6E15-7770-4A17-BDBD-86057EF4B08B}">
      <dgm:prSet/>
      <dgm:spPr/>
      <dgm:t>
        <a:bodyPr/>
        <a:lstStyle/>
        <a:p>
          <a:endParaRPr lang="en-US"/>
        </a:p>
      </dgm:t>
    </dgm:pt>
    <dgm:pt modelId="{CF6499BC-7BF7-4588-BEDD-D0128795985A}" type="sibTrans" cxnId="{BEDE6E15-7770-4A17-BDBD-86057EF4B08B}">
      <dgm:prSet/>
      <dgm:spPr/>
      <dgm:t>
        <a:bodyPr/>
        <a:lstStyle/>
        <a:p>
          <a:endParaRPr lang="en-US"/>
        </a:p>
      </dgm:t>
    </dgm:pt>
    <dgm:pt modelId="{46C50B49-2358-4E7F-96E2-FC42E7876F18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Money-substitutes</a:t>
          </a:r>
        </a:p>
      </dgm:t>
    </dgm:pt>
    <dgm:pt modelId="{A7789667-EC13-4751-A765-B42CCD3AA76A}" type="parTrans" cxnId="{E9BCB398-FCCB-461B-BC7C-680500367692}">
      <dgm:prSet/>
      <dgm:spPr/>
      <dgm:t>
        <a:bodyPr/>
        <a:lstStyle/>
        <a:p>
          <a:endParaRPr lang="en-US"/>
        </a:p>
      </dgm:t>
    </dgm:pt>
    <dgm:pt modelId="{A263EC76-3CD2-4CAB-97A2-DC2BC827F263}" type="sibTrans" cxnId="{E9BCB398-FCCB-461B-BC7C-680500367692}">
      <dgm:prSet/>
      <dgm:spPr/>
      <dgm:t>
        <a:bodyPr/>
        <a:lstStyle/>
        <a:p>
          <a:endParaRPr lang="en-US"/>
        </a:p>
      </dgm:t>
    </dgm:pt>
    <dgm:pt modelId="{150ED1C2-1A99-4F82-BE13-303DE4CEE781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/>
            <a:t>Checks</a:t>
          </a:r>
        </a:p>
      </dgm:t>
    </dgm:pt>
    <dgm:pt modelId="{4F8B7C15-78F6-43EA-81B1-A00B3A9567CC}" type="parTrans" cxnId="{4AF3276D-BBDD-4DC4-87BE-F51046D1197D}">
      <dgm:prSet/>
      <dgm:spPr/>
      <dgm:t>
        <a:bodyPr/>
        <a:lstStyle/>
        <a:p>
          <a:endParaRPr lang="en-US"/>
        </a:p>
      </dgm:t>
    </dgm:pt>
    <dgm:pt modelId="{764BAB82-61B2-440D-B97C-2B45D5CAC1C7}" type="sibTrans" cxnId="{4AF3276D-BBDD-4DC4-87BE-F51046D1197D}">
      <dgm:prSet/>
      <dgm:spPr/>
      <dgm:t>
        <a:bodyPr/>
        <a:lstStyle/>
        <a:p>
          <a:endParaRPr lang="en-US"/>
        </a:p>
      </dgm:t>
    </dgm:pt>
    <dgm:pt modelId="{A982F4F9-0AA5-4845-81A5-7E852CF7D498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/>
            <a:t>Digital money</a:t>
          </a:r>
        </a:p>
        <a:p>
          <a:r>
            <a:rPr lang="en-US" dirty="0"/>
            <a:t>(Bitcoin)</a:t>
          </a:r>
        </a:p>
      </dgm:t>
    </dgm:pt>
    <dgm:pt modelId="{A62DE6A2-7E54-4F55-93AB-9547191CC353}" type="parTrans" cxnId="{48ED198C-D7E3-47A8-8618-8D4869A974E9}">
      <dgm:prSet/>
      <dgm:spPr/>
      <dgm:t>
        <a:bodyPr/>
        <a:lstStyle/>
        <a:p>
          <a:endParaRPr lang="en-US"/>
        </a:p>
      </dgm:t>
    </dgm:pt>
    <dgm:pt modelId="{C0303630-FED0-47AA-9C4E-B76271EF213E}" type="sibTrans" cxnId="{48ED198C-D7E3-47A8-8618-8D4869A974E9}">
      <dgm:prSet/>
      <dgm:spPr/>
      <dgm:t>
        <a:bodyPr/>
        <a:lstStyle/>
        <a:p>
          <a:endParaRPr lang="en-US"/>
        </a:p>
      </dgm:t>
    </dgm:pt>
    <dgm:pt modelId="{465CD379-1F90-436B-B0A5-39E70B580E68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/>
            <a:t>Money certificates</a:t>
          </a:r>
        </a:p>
      </dgm:t>
    </dgm:pt>
    <dgm:pt modelId="{E11A77B7-316A-4A00-94E5-119E8021766F}" type="parTrans" cxnId="{36D01079-51D7-473E-BB12-003021A180F5}">
      <dgm:prSet/>
      <dgm:spPr/>
      <dgm:t>
        <a:bodyPr/>
        <a:lstStyle/>
        <a:p>
          <a:endParaRPr lang="en-US"/>
        </a:p>
      </dgm:t>
    </dgm:pt>
    <dgm:pt modelId="{A0F07953-B884-4FB2-9801-C179760E0CBD}" type="sibTrans" cxnId="{36D01079-51D7-473E-BB12-003021A180F5}">
      <dgm:prSet/>
      <dgm:spPr/>
      <dgm:t>
        <a:bodyPr/>
        <a:lstStyle/>
        <a:p>
          <a:endParaRPr lang="en-US"/>
        </a:p>
      </dgm:t>
    </dgm:pt>
    <dgm:pt modelId="{54EDC624-3420-4714-943C-2C818A3E40A4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/>
            <a:t>Bank deposits</a:t>
          </a:r>
        </a:p>
      </dgm:t>
    </dgm:pt>
    <dgm:pt modelId="{801F489B-AE16-4B7F-9B23-81A16E429556}" type="parTrans" cxnId="{FA424CC1-2C24-495F-9B57-0EBE59512D0F}">
      <dgm:prSet/>
      <dgm:spPr/>
      <dgm:t>
        <a:bodyPr/>
        <a:lstStyle/>
        <a:p>
          <a:endParaRPr lang="en-US"/>
        </a:p>
      </dgm:t>
    </dgm:pt>
    <dgm:pt modelId="{167A4EA3-917A-450A-8DB3-D085455C0E06}" type="sibTrans" cxnId="{FA424CC1-2C24-495F-9B57-0EBE59512D0F}">
      <dgm:prSet/>
      <dgm:spPr/>
      <dgm:t>
        <a:bodyPr/>
        <a:lstStyle/>
        <a:p>
          <a:endParaRPr lang="en-US"/>
        </a:p>
      </dgm:t>
    </dgm:pt>
    <dgm:pt modelId="{977ED7E4-B034-45A2-8A18-10E46AB486C1}" type="pres">
      <dgm:prSet presAssocID="{48CB3E78-31CD-4552-878C-345D47C4A6AD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F338498-BA1A-4F35-A766-04EC3C037735}" type="pres">
      <dgm:prSet presAssocID="{48CB3E78-31CD-4552-878C-345D47C4A6AD}" presName="hierFlow" presStyleCnt="0"/>
      <dgm:spPr/>
    </dgm:pt>
    <dgm:pt modelId="{9CF01B95-A96D-4773-ADE2-D28DA66296E4}" type="pres">
      <dgm:prSet presAssocID="{48CB3E78-31CD-4552-878C-345D47C4A6AD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59C7EF07-B0BD-4B69-ACB4-2C74425A8737}" type="pres">
      <dgm:prSet presAssocID="{8765AFCC-6224-4F6F-BC5C-4E2EA57BBA2D}" presName="Name14" presStyleCnt="0"/>
      <dgm:spPr/>
    </dgm:pt>
    <dgm:pt modelId="{6047A657-B634-46F1-9C96-1F8A4BE2F053}" type="pres">
      <dgm:prSet presAssocID="{8765AFCC-6224-4F6F-BC5C-4E2EA57BBA2D}" presName="level1Shape" presStyleLbl="node0" presStyleIdx="0" presStyleCnt="1">
        <dgm:presLayoutVars>
          <dgm:chPref val="3"/>
        </dgm:presLayoutVars>
      </dgm:prSet>
      <dgm:spPr/>
    </dgm:pt>
    <dgm:pt modelId="{6FAB6CD6-47E0-4B3C-AAC9-928F96ED8C61}" type="pres">
      <dgm:prSet presAssocID="{8765AFCC-6224-4F6F-BC5C-4E2EA57BBA2D}" presName="hierChild2" presStyleCnt="0"/>
      <dgm:spPr/>
    </dgm:pt>
    <dgm:pt modelId="{EAF4A4DA-ECAF-46EB-B1FA-BE3561431D21}" type="pres">
      <dgm:prSet presAssocID="{15334ADC-214C-4A85-B005-44C95DE726A3}" presName="Name19" presStyleLbl="parChTrans1D2" presStyleIdx="0" presStyleCnt="2"/>
      <dgm:spPr/>
    </dgm:pt>
    <dgm:pt modelId="{1017179F-92F5-492E-9A9C-C3C556A7CCB0}" type="pres">
      <dgm:prSet presAssocID="{471933A4-24B3-4899-9ADB-3F9954A1A057}" presName="Name21" presStyleCnt="0"/>
      <dgm:spPr/>
    </dgm:pt>
    <dgm:pt modelId="{AA56C2A7-A0AE-4B64-9413-22CC789A77AF}" type="pres">
      <dgm:prSet presAssocID="{471933A4-24B3-4899-9ADB-3F9954A1A057}" presName="level2Shape" presStyleLbl="node2" presStyleIdx="0" presStyleCnt="2"/>
      <dgm:spPr/>
    </dgm:pt>
    <dgm:pt modelId="{23EB64F9-6A8E-470B-A19C-267561B604A1}" type="pres">
      <dgm:prSet presAssocID="{471933A4-24B3-4899-9ADB-3F9954A1A057}" presName="hierChild3" presStyleCnt="0"/>
      <dgm:spPr/>
    </dgm:pt>
    <dgm:pt modelId="{AEE9C5C7-9F3E-451A-9CAB-51E0EB412591}" type="pres">
      <dgm:prSet presAssocID="{DE32C1EF-1897-41CB-87C5-0B5E0BA5B353}" presName="Name19" presStyleLbl="parChTrans1D3" presStyleIdx="0" presStyleCnt="6"/>
      <dgm:spPr/>
    </dgm:pt>
    <dgm:pt modelId="{6ACDA5B0-6D68-4A8A-AB64-3B671A58820D}" type="pres">
      <dgm:prSet presAssocID="{F3301306-47B6-4495-87E5-CFAD43958B3E}" presName="Name21" presStyleCnt="0"/>
      <dgm:spPr/>
    </dgm:pt>
    <dgm:pt modelId="{A67DE7C6-E60A-4727-A44F-A5F0616B6508}" type="pres">
      <dgm:prSet presAssocID="{F3301306-47B6-4495-87E5-CFAD43958B3E}" presName="level2Shape" presStyleLbl="node3" presStyleIdx="0" presStyleCnt="6"/>
      <dgm:spPr/>
    </dgm:pt>
    <dgm:pt modelId="{92C8A662-6551-4287-9AD5-29A8F6A99B2A}" type="pres">
      <dgm:prSet presAssocID="{F3301306-47B6-4495-87E5-CFAD43958B3E}" presName="hierChild3" presStyleCnt="0"/>
      <dgm:spPr/>
    </dgm:pt>
    <dgm:pt modelId="{1EAC2DC7-9422-414D-BAD5-A271F64694D6}" type="pres">
      <dgm:prSet presAssocID="{140E482E-622A-4AA7-AB2D-57F5EA9AB710}" presName="Name19" presStyleLbl="parChTrans1D3" presStyleIdx="1" presStyleCnt="6"/>
      <dgm:spPr/>
    </dgm:pt>
    <dgm:pt modelId="{CE59095B-8E35-4701-8DF4-AA64C1D5A4C4}" type="pres">
      <dgm:prSet presAssocID="{90D79628-DA39-43C2-A33E-7A65E988F71A}" presName="Name21" presStyleCnt="0"/>
      <dgm:spPr/>
    </dgm:pt>
    <dgm:pt modelId="{DD98F8DA-3B0F-462A-A889-52794666D806}" type="pres">
      <dgm:prSet presAssocID="{90D79628-DA39-43C2-A33E-7A65E988F71A}" presName="level2Shape" presStyleLbl="node3" presStyleIdx="1" presStyleCnt="6" custLinFactNeighborX="-231"/>
      <dgm:spPr/>
    </dgm:pt>
    <dgm:pt modelId="{7793B6C9-3A20-4959-B73C-4900BEE94CF9}" type="pres">
      <dgm:prSet presAssocID="{90D79628-DA39-43C2-A33E-7A65E988F71A}" presName="hierChild3" presStyleCnt="0"/>
      <dgm:spPr/>
    </dgm:pt>
    <dgm:pt modelId="{19950323-5FC5-4217-A70B-8FF2678B89DB}" type="pres">
      <dgm:prSet presAssocID="{A62DE6A2-7E54-4F55-93AB-9547191CC353}" presName="Name19" presStyleLbl="parChTrans1D3" presStyleIdx="2" presStyleCnt="6"/>
      <dgm:spPr/>
    </dgm:pt>
    <dgm:pt modelId="{BDBF251A-0CB3-476D-AB69-AD68B0FAFA48}" type="pres">
      <dgm:prSet presAssocID="{A982F4F9-0AA5-4845-81A5-7E852CF7D498}" presName="Name21" presStyleCnt="0"/>
      <dgm:spPr/>
    </dgm:pt>
    <dgm:pt modelId="{4A3134E5-AFB0-4E97-8687-9E4DE100FE20}" type="pres">
      <dgm:prSet presAssocID="{A982F4F9-0AA5-4845-81A5-7E852CF7D498}" presName="level2Shape" presStyleLbl="node3" presStyleIdx="2" presStyleCnt="6"/>
      <dgm:spPr/>
    </dgm:pt>
    <dgm:pt modelId="{1ECBC8C3-72A3-4042-B67F-8B240BA42DFA}" type="pres">
      <dgm:prSet presAssocID="{A982F4F9-0AA5-4845-81A5-7E852CF7D498}" presName="hierChild3" presStyleCnt="0"/>
      <dgm:spPr/>
    </dgm:pt>
    <dgm:pt modelId="{628E3A7B-6FD3-46A2-8856-C3FBE4AA4A72}" type="pres">
      <dgm:prSet presAssocID="{A7789667-EC13-4751-A765-B42CCD3AA76A}" presName="Name19" presStyleLbl="parChTrans1D2" presStyleIdx="1" presStyleCnt="2"/>
      <dgm:spPr/>
    </dgm:pt>
    <dgm:pt modelId="{C3AB3053-6E46-41EF-BC66-E40F869EC52C}" type="pres">
      <dgm:prSet presAssocID="{46C50B49-2358-4E7F-96E2-FC42E7876F18}" presName="Name21" presStyleCnt="0"/>
      <dgm:spPr/>
    </dgm:pt>
    <dgm:pt modelId="{73D2752D-1A89-40A0-944B-BCF532C7D27F}" type="pres">
      <dgm:prSet presAssocID="{46C50B49-2358-4E7F-96E2-FC42E7876F18}" presName="level2Shape" presStyleLbl="node2" presStyleIdx="1" presStyleCnt="2"/>
      <dgm:spPr/>
    </dgm:pt>
    <dgm:pt modelId="{E9B10309-87F3-4522-B1D3-3B2A3052C3C2}" type="pres">
      <dgm:prSet presAssocID="{46C50B49-2358-4E7F-96E2-FC42E7876F18}" presName="hierChild3" presStyleCnt="0"/>
      <dgm:spPr/>
    </dgm:pt>
    <dgm:pt modelId="{FD889227-0CDF-4918-951E-643D3FCC07CB}" type="pres">
      <dgm:prSet presAssocID="{4F8B7C15-78F6-43EA-81B1-A00B3A9567CC}" presName="Name19" presStyleLbl="parChTrans1D3" presStyleIdx="3" presStyleCnt="6"/>
      <dgm:spPr/>
    </dgm:pt>
    <dgm:pt modelId="{5978A44D-4BD2-4D32-8606-B8D10893DC0D}" type="pres">
      <dgm:prSet presAssocID="{150ED1C2-1A99-4F82-BE13-303DE4CEE781}" presName="Name21" presStyleCnt="0"/>
      <dgm:spPr/>
    </dgm:pt>
    <dgm:pt modelId="{24B51592-BB9E-4C42-8718-8060CA88EF40}" type="pres">
      <dgm:prSet presAssocID="{150ED1C2-1A99-4F82-BE13-303DE4CEE781}" presName="level2Shape" presStyleLbl="node3" presStyleIdx="3" presStyleCnt="6"/>
      <dgm:spPr/>
    </dgm:pt>
    <dgm:pt modelId="{4839B70B-3B9D-4812-8545-4034C5BF0D66}" type="pres">
      <dgm:prSet presAssocID="{150ED1C2-1A99-4F82-BE13-303DE4CEE781}" presName="hierChild3" presStyleCnt="0"/>
      <dgm:spPr/>
    </dgm:pt>
    <dgm:pt modelId="{2D86B9A2-047D-4009-B144-1041ADEC5A2A}" type="pres">
      <dgm:prSet presAssocID="{801F489B-AE16-4B7F-9B23-81A16E429556}" presName="Name19" presStyleLbl="parChTrans1D3" presStyleIdx="4" presStyleCnt="6"/>
      <dgm:spPr/>
    </dgm:pt>
    <dgm:pt modelId="{C5210ACE-80CC-4D0B-93FF-E51FF0001DC5}" type="pres">
      <dgm:prSet presAssocID="{54EDC624-3420-4714-943C-2C818A3E40A4}" presName="Name21" presStyleCnt="0"/>
      <dgm:spPr/>
    </dgm:pt>
    <dgm:pt modelId="{10D9C6D3-2C1E-4BF1-A765-1B530710AE88}" type="pres">
      <dgm:prSet presAssocID="{54EDC624-3420-4714-943C-2C818A3E40A4}" presName="level2Shape" presStyleLbl="node3" presStyleIdx="4" presStyleCnt="6"/>
      <dgm:spPr/>
    </dgm:pt>
    <dgm:pt modelId="{79352DEC-0A3E-4FC9-9134-7A3ACD209651}" type="pres">
      <dgm:prSet presAssocID="{54EDC624-3420-4714-943C-2C818A3E40A4}" presName="hierChild3" presStyleCnt="0"/>
      <dgm:spPr/>
    </dgm:pt>
    <dgm:pt modelId="{31A85278-FDA7-48F8-BB68-46438601EC15}" type="pres">
      <dgm:prSet presAssocID="{E11A77B7-316A-4A00-94E5-119E8021766F}" presName="Name19" presStyleLbl="parChTrans1D3" presStyleIdx="5" presStyleCnt="6"/>
      <dgm:spPr/>
    </dgm:pt>
    <dgm:pt modelId="{92327D79-5B05-4345-B979-AAFBD665C813}" type="pres">
      <dgm:prSet presAssocID="{465CD379-1F90-436B-B0A5-39E70B580E68}" presName="Name21" presStyleCnt="0"/>
      <dgm:spPr/>
    </dgm:pt>
    <dgm:pt modelId="{24DEB0F7-D352-41F5-B4A7-ADDE3B4DFCBA}" type="pres">
      <dgm:prSet presAssocID="{465CD379-1F90-436B-B0A5-39E70B580E68}" presName="level2Shape" presStyleLbl="node3" presStyleIdx="5" presStyleCnt="6"/>
      <dgm:spPr/>
    </dgm:pt>
    <dgm:pt modelId="{953BFB9A-EC6E-4974-993A-9755416CB08C}" type="pres">
      <dgm:prSet presAssocID="{465CD379-1F90-436B-B0A5-39E70B580E68}" presName="hierChild3" presStyleCnt="0"/>
      <dgm:spPr/>
    </dgm:pt>
    <dgm:pt modelId="{C2D5373B-44C7-4AA6-85EF-D0AAEEC5A845}" type="pres">
      <dgm:prSet presAssocID="{48CB3E78-31CD-4552-878C-345D47C4A6AD}" presName="bgShapesFlow" presStyleCnt="0"/>
      <dgm:spPr/>
    </dgm:pt>
  </dgm:ptLst>
  <dgm:cxnLst>
    <dgm:cxn modelId="{7FF74307-A905-46FE-9D59-CC2157DBBF3B}" type="presOf" srcId="{46C50B49-2358-4E7F-96E2-FC42E7876F18}" destId="{73D2752D-1A89-40A0-944B-BCF532C7D27F}" srcOrd="0" destOrd="0" presId="urn:microsoft.com/office/officeart/2005/8/layout/hierarchy6"/>
    <dgm:cxn modelId="{47159A0B-E982-4E3A-B36B-218762E3AF5E}" type="presOf" srcId="{DE32C1EF-1897-41CB-87C5-0B5E0BA5B353}" destId="{AEE9C5C7-9F3E-451A-9CAB-51E0EB412591}" srcOrd="0" destOrd="0" presId="urn:microsoft.com/office/officeart/2005/8/layout/hierarchy6"/>
    <dgm:cxn modelId="{9CA3F10F-BD7F-4E1D-BF20-1CFF729D3808}" srcId="{8765AFCC-6224-4F6F-BC5C-4E2EA57BBA2D}" destId="{471933A4-24B3-4899-9ADB-3F9954A1A057}" srcOrd="0" destOrd="0" parTransId="{15334ADC-214C-4A85-B005-44C95DE726A3}" sibTransId="{39831492-8690-4B8D-B942-C2F2B702EAE4}"/>
    <dgm:cxn modelId="{759D0312-F6A4-4580-9676-34A2D58FB631}" type="presOf" srcId="{465CD379-1F90-436B-B0A5-39E70B580E68}" destId="{24DEB0F7-D352-41F5-B4A7-ADDE3B4DFCBA}" srcOrd="0" destOrd="0" presId="urn:microsoft.com/office/officeart/2005/8/layout/hierarchy6"/>
    <dgm:cxn modelId="{BEDE6E15-7770-4A17-BDBD-86057EF4B08B}" srcId="{471933A4-24B3-4899-9ADB-3F9954A1A057}" destId="{90D79628-DA39-43C2-A33E-7A65E988F71A}" srcOrd="1" destOrd="0" parTransId="{140E482E-622A-4AA7-AB2D-57F5EA9AB710}" sibTransId="{CF6499BC-7BF7-4588-BEDD-D0128795985A}"/>
    <dgm:cxn modelId="{DA104E1D-6AE7-4E3B-967E-060EB31A05D3}" srcId="{48CB3E78-31CD-4552-878C-345D47C4A6AD}" destId="{8765AFCC-6224-4F6F-BC5C-4E2EA57BBA2D}" srcOrd="0" destOrd="0" parTransId="{3C51D4D8-F2E2-4254-886E-0595EEA5F6E0}" sibTransId="{D404E59C-DFD7-42FD-B6C5-B6E77167181A}"/>
    <dgm:cxn modelId="{12EF5F2F-740A-4EAC-B4CB-A7A9083507B4}" type="presOf" srcId="{A7789667-EC13-4751-A765-B42CCD3AA76A}" destId="{628E3A7B-6FD3-46A2-8856-C3FBE4AA4A72}" srcOrd="0" destOrd="0" presId="urn:microsoft.com/office/officeart/2005/8/layout/hierarchy6"/>
    <dgm:cxn modelId="{7FCC7E43-5352-40C7-A2EB-7C4A304EF261}" type="presOf" srcId="{8765AFCC-6224-4F6F-BC5C-4E2EA57BBA2D}" destId="{6047A657-B634-46F1-9C96-1F8A4BE2F053}" srcOrd="0" destOrd="0" presId="urn:microsoft.com/office/officeart/2005/8/layout/hierarchy6"/>
    <dgm:cxn modelId="{6F2D8866-FD1E-41B8-98EF-9108F261A7D3}" srcId="{471933A4-24B3-4899-9ADB-3F9954A1A057}" destId="{F3301306-47B6-4495-87E5-CFAD43958B3E}" srcOrd="0" destOrd="0" parTransId="{DE32C1EF-1897-41CB-87C5-0B5E0BA5B353}" sibTransId="{F618550A-10BF-4054-935C-F99360DDF3F7}"/>
    <dgm:cxn modelId="{4AF3276D-BBDD-4DC4-87BE-F51046D1197D}" srcId="{46C50B49-2358-4E7F-96E2-FC42E7876F18}" destId="{150ED1C2-1A99-4F82-BE13-303DE4CEE781}" srcOrd="0" destOrd="0" parTransId="{4F8B7C15-78F6-43EA-81B1-A00B3A9567CC}" sibTransId="{764BAB82-61B2-440D-B97C-2B45D5CAC1C7}"/>
    <dgm:cxn modelId="{94E31956-BD18-4FA5-9999-425BB68BD44F}" type="presOf" srcId="{150ED1C2-1A99-4F82-BE13-303DE4CEE781}" destId="{24B51592-BB9E-4C42-8718-8060CA88EF40}" srcOrd="0" destOrd="0" presId="urn:microsoft.com/office/officeart/2005/8/layout/hierarchy6"/>
    <dgm:cxn modelId="{36D01079-51D7-473E-BB12-003021A180F5}" srcId="{46C50B49-2358-4E7F-96E2-FC42E7876F18}" destId="{465CD379-1F90-436B-B0A5-39E70B580E68}" srcOrd="2" destOrd="0" parTransId="{E11A77B7-316A-4A00-94E5-119E8021766F}" sibTransId="{A0F07953-B884-4FB2-9801-C179760E0CBD}"/>
    <dgm:cxn modelId="{CF46797A-BA35-42FF-84F3-A496E0964AC8}" type="presOf" srcId="{A982F4F9-0AA5-4845-81A5-7E852CF7D498}" destId="{4A3134E5-AFB0-4E97-8687-9E4DE100FE20}" srcOrd="0" destOrd="0" presId="urn:microsoft.com/office/officeart/2005/8/layout/hierarchy6"/>
    <dgm:cxn modelId="{DA5A0785-8C8B-47D6-86DD-55BCCEAEA392}" type="presOf" srcId="{A62DE6A2-7E54-4F55-93AB-9547191CC353}" destId="{19950323-5FC5-4217-A70B-8FF2678B89DB}" srcOrd="0" destOrd="0" presId="urn:microsoft.com/office/officeart/2005/8/layout/hierarchy6"/>
    <dgm:cxn modelId="{5C17B086-1423-434F-A028-A83492313218}" type="presOf" srcId="{90D79628-DA39-43C2-A33E-7A65E988F71A}" destId="{DD98F8DA-3B0F-462A-A889-52794666D806}" srcOrd="0" destOrd="0" presId="urn:microsoft.com/office/officeart/2005/8/layout/hierarchy6"/>
    <dgm:cxn modelId="{48ED198C-D7E3-47A8-8618-8D4869A974E9}" srcId="{471933A4-24B3-4899-9ADB-3F9954A1A057}" destId="{A982F4F9-0AA5-4845-81A5-7E852CF7D498}" srcOrd="2" destOrd="0" parTransId="{A62DE6A2-7E54-4F55-93AB-9547191CC353}" sibTransId="{C0303630-FED0-47AA-9C4E-B76271EF213E}"/>
    <dgm:cxn modelId="{44DE1797-DFFD-49CD-BD18-D8212D31B94A}" type="presOf" srcId="{E11A77B7-316A-4A00-94E5-119E8021766F}" destId="{31A85278-FDA7-48F8-BB68-46438601EC15}" srcOrd="0" destOrd="0" presId="urn:microsoft.com/office/officeart/2005/8/layout/hierarchy6"/>
    <dgm:cxn modelId="{E9BCB398-FCCB-461B-BC7C-680500367692}" srcId="{8765AFCC-6224-4F6F-BC5C-4E2EA57BBA2D}" destId="{46C50B49-2358-4E7F-96E2-FC42E7876F18}" srcOrd="1" destOrd="0" parTransId="{A7789667-EC13-4751-A765-B42CCD3AA76A}" sibTransId="{A263EC76-3CD2-4CAB-97A2-DC2BC827F263}"/>
    <dgm:cxn modelId="{429716A1-CD15-41EF-8A30-9663AA090AB4}" type="presOf" srcId="{48CB3E78-31CD-4552-878C-345D47C4A6AD}" destId="{977ED7E4-B034-45A2-8A18-10E46AB486C1}" srcOrd="0" destOrd="0" presId="urn:microsoft.com/office/officeart/2005/8/layout/hierarchy6"/>
    <dgm:cxn modelId="{B4EE80AA-A1FB-41AB-B27E-46CF38164027}" type="presOf" srcId="{140E482E-622A-4AA7-AB2D-57F5EA9AB710}" destId="{1EAC2DC7-9422-414D-BAD5-A271F64694D6}" srcOrd="0" destOrd="0" presId="urn:microsoft.com/office/officeart/2005/8/layout/hierarchy6"/>
    <dgm:cxn modelId="{955C87AD-3D8B-4110-9AC3-960F6080BE82}" type="presOf" srcId="{54EDC624-3420-4714-943C-2C818A3E40A4}" destId="{10D9C6D3-2C1E-4BF1-A765-1B530710AE88}" srcOrd="0" destOrd="0" presId="urn:microsoft.com/office/officeart/2005/8/layout/hierarchy6"/>
    <dgm:cxn modelId="{9FFE6FBB-F8BF-424B-BA78-E0B99CFC5232}" type="presOf" srcId="{801F489B-AE16-4B7F-9B23-81A16E429556}" destId="{2D86B9A2-047D-4009-B144-1041ADEC5A2A}" srcOrd="0" destOrd="0" presId="urn:microsoft.com/office/officeart/2005/8/layout/hierarchy6"/>
    <dgm:cxn modelId="{B46C4EBD-7B8D-4336-B531-6F83430A6581}" type="presOf" srcId="{F3301306-47B6-4495-87E5-CFAD43958B3E}" destId="{A67DE7C6-E60A-4727-A44F-A5F0616B6508}" srcOrd="0" destOrd="0" presId="urn:microsoft.com/office/officeart/2005/8/layout/hierarchy6"/>
    <dgm:cxn modelId="{FA424CC1-2C24-495F-9B57-0EBE59512D0F}" srcId="{46C50B49-2358-4E7F-96E2-FC42E7876F18}" destId="{54EDC624-3420-4714-943C-2C818A3E40A4}" srcOrd="1" destOrd="0" parTransId="{801F489B-AE16-4B7F-9B23-81A16E429556}" sibTransId="{167A4EA3-917A-450A-8DB3-D085455C0E06}"/>
    <dgm:cxn modelId="{C044A4E2-B9D4-4506-84D9-983B60E01F35}" type="presOf" srcId="{15334ADC-214C-4A85-B005-44C95DE726A3}" destId="{EAF4A4DA-ECAF-46EB-B1FA-BE3561431D21}" srcOrd="0" destOrd="0" presId="urn:microsoft.com/office/officeart/2005/8/layout/hierarchy6"/>
    <dgm:cxn modelId="{45EE62F5-7657-440C-A271-7E648F39B52E}" type="presOf" srcId="{4F8B7C15-78F6-43EA-81B1-A00B3A9567CC}" destId="{FD889227-0CDF-4918-951E-643D3FCC07CB}" srcOrd="0" destOrd="0" presId="urn:microsoft.com/office/officeart/2005/8/layout/hierarchy6"/>
    <dgm:cxn modelId="{1BC29CF7-0746-4D22-B020-95AE0AF88F84}" type="presOf" srcId="{471933A4-24B3-4899-9ADB-3F9954A1A057}" destId="{AA56C2A7-A0AE-4B64-9413-22CC789A77AF}" srcOrd="0" destOrd="0" presId="urn:microsoft.com/office/officeart/2005/8/layout/hierarchy6"/>
    <dgm:cxn modelId="{ABED03AE-3F23-4754-8E62-2F75C84A493C}" type="presParOf" srcId="{977ED7E4-B034-45A2-8A18-10E46AB486C1}" destId="{DF338498-BA1A-4F35-A766-04EC3C037735}" srcOrd="0" destOrd="0" presId="urn:microsoft.com/office/officeart/2005/8/layout/hierarchy6"/>
    <dgm:cxn modelId="{7DCC97D4-DD0A-43D3-BE74-CE33CA8A018D}" type="presParOf" srcId="{DF338498-BA1A-4F35-A766-04EC3C037735}" destId="{9CF01B95-A96D-4773-ADE2-D28DA66296E4}" srcOrd="0" destOrd="0" presId="urn:microsoft.com/office/officeart/2005/8/layout/hierarchy6"/>
    <dgm:cxn modelId="{26D0BF8F-CDC6-4ABF-BE18-D1B338487C6C}" type="presParOf" srcId="{9CF01B95-A96D-4773-ADE2-D28DA66296E4}" destId="{59C7EF07-B0BD-4B69-ACB4-2C74425A8737}" srcOrd="0" destOrd="0" presId="urn:microsoft.com/office/officeart/2005/8/layout/hierarchy6"/>
    <dgm:cxn modelId="{95A643F7-9911-46BB-9C86-9176D8CCCB37}" type="presParOf" srcId="{59C7EF07-B0BD-4B69-ACB4-2C74425A8737}" destId="{6047A657-B634-46F1-9C96-1F8A4BE2F053}" srcOrd="0" destOrd="0" presId="urn:microsoft.com/office/officeart/2005/8/layout/hierarchy6"/>
    <dgm:cxn modelId="{C14A4DF7-984A-45D5-B819-7B150D91C02A}" type="presParOf" srcId="{59C7EF07-B0BD-4B69-ACB4-2C74425A8737}" destId="{6FAB6CD6-47E0-4B3C-AAC9-928F96ED8C61}" srcOrd="1" destOrd="0" presId="urn:microsoft.com/office/officeart/2005/8/layout/hierarchy6"/>
    <dgm:cxn modelId="{C653E207-163B-43B3-9BB0-C9B5D43AA34F}" type="presParOf" srcId="{6FAB6CD6-47E0-4B3C-AAC9-928F96ED8C61}" destId="{EAF4A4DA-ECAF-46EB-B1FA-BE3561431D21}" srcOrd="0" destOrd="0" presId="urn:microsoft.com/office/officeart/2005/8/layout/hierarchy6"/>
    <dgm:cxn modelId="{17F2C3DC-F95F-4A15-8BB2-37C3E3E00B70}" type="presParOf" srcId="{6FAB6CD6-47E0-4B3C-AAC9-928F96ED8C61}" destId="{1017179F-92F5-492E-9A9C-C3C556A7CCB0}" srcOrd="1" destOrd="0" presId="urn:microsoft.com/office/officeart/2005/8/layout/hierarchy6"/>
    <dgm:cxn modelId="{45CF4766-3F87-4E13-8649-B3D1221BECF7}" type="presParOf" srcId="{1017179F-92F5-492E-9A9C-C3C556A7CCB0}" destId="{AA56C2A7-A0AE-4B64-9413-22CC789A77AF}" srcOrd="0" destOrd="0" presId="urn:microsoft.com/office/officeart/2005/8/layout/hierarchy6"/>
    <dgm:cxn modelId="{1643096F-B98E-4023-B648-7C18B8E08BC6}" type="presParOf" srcId="{1017179F-92F5-492E-9A9C-C3C556A7CCB0}" destId="{23EB64F9-6A8E-470B-A19C-267561B604A1}" srcOrd="1" destOrd="0" presId="urn:microsoft.com/office/officeart/2005/8/layout/hierarchy6"/>
    <dgm:cxn modelId="{250EAB62-897D-4E9E-A674-8F8672246F4C}" type="presParOf" srcId="{23EB64F9-6A8E-470B-A19C-267561B604A1}" destId="{AEE9C5C7-9F3E-451A-9CAB-51E0EB412591}" srcOrd="0" destOrd="0" presId="urn:microsoft.com/office/officeart/2005/8/layout/hierarchy6"/>
    <dgm:cxn modelId="{6402CFC0-94F0-48A2-8692-30D0856EF069}" type="presParOf" srcId="{23EB64F9-6A8E-470B-A19C-267561B604A1}" destId="{6ACDA5B0-6D68-4A8A-AB64-3B671A58820D}" srcOrd="1" destOrd="0" presId="urn:microsoft.com/office/officeart/2005/8/layout/hierarchy6"/>
    <dgm:cxn modelId="{B8CE1C88-DA30-4854-A9B3-0DB1BDB3494B}" type="presParOf" srcId="{6ACDA5B0-6D68-4A8A-AB64-3B671A58820D}" destId="{A67DE7C6-E60A-4727-A44F-A5F0616B6508}" srcOrd="0" destOrd="0" presId="urn:microsoft.com/office/officeart/2005/8/layout/hierarchy6"/>
    <dgm:cxn modelId="{304CAE75-CDA0-4DD0-97B8-75FA57036A6D}" type="presParOf" srcId="{6ACDA5B0-6D68-4A8A-AB64-3B671A58820D}" destId="{92C8A662-6551-4287-9AD5-29A8F6A99B2A}" srcOrd="1" destOrd="0" presId="urn:microsoft.com/office/officeart/2005/8/layout/hierarchy6"/>
    <dgm:cxn modelId="{95A3EC73-40BB-4F2C-8D2A-39A95A7708CC}" type="presParOf" srcId="{23EB64F9-6A8E-470B-A19C-267561B604A1}" destId="{1EAC2DC7-9422-414D-BAD5-A271F64694D6}" srcOrd="2" destOrd="0" presId="urn:microsoft.com/office/officeart/2005/8/layout/hierarchy6"/>
    <dgm:cxn modelId="{4AC8815C-065D-4F3B-87BF-286889F3987C}" type="presParOf" srcId="{23EB64F9-6A8E-470B-A19C-267561B604A1}" destId="{CE59095B-8E35-4701-8DF4-AA64C1D5A4C4}" srcOrd="3" destOrd="0" presId="urn:microsoft.com/office/officeart/2005/8/layout/hierarchy6"/>
    <dgm:cxn modelId="{66F784A8-7F40-4230-8336-F4D256D6EC0D}" type="presParOf" srcId="{CE59095B-8E35-4701-8DF4-AA64C1D5A4C4}" destId="{DD98F8DA-3B0F-462A-A889-52794666D806}" srcOrd="0" destOrd="0" presId="urn:microsoft.com/office/officeart/2005/8/layout/hierarchy6"/>
    <dgm:cxn modelId="{F63B17DF-E90B-42F6-8640-74B3AFEEAE99}" type="presParOf" srcId="{CE59095B-8E35-4701-8DF4-AA64C1D5A4C4}" destId="{7793B6C9-3A20-4959-B73C-4900BEE94CF9}" srcOrd="1" destOrd="0" presId="urn:microsoft.com/office/officeart/2005/8/layout/hierarchy6"/>
    <dgm:cxn modelId="{B7E098B3-BF6B-4B8A-B21B-DA1A2B0233D2}" type="presParOf" srcId="{23EB64F9-6A8E-470B-A19C-267561B604A1}" destId="{19950323-5FC5-4217-A70B-8FF2678B89DB}" srcOrd="4" destOrd="0" presId="urn:microsoft.com/office/officeart/2005/8/layout/hierarchy6"/>
    <dgm:cxn modelId="{2AD61271-62CE-485A-B385-68C949C76A8E}" type="presParOf" srcId="{23EB64F9-6A8E-470B-A19C-267561B604A1}" destId="{BDBF251A-0CB3-476D-AB69-AD68B0FAFA48}" srcOrd="5" destOrd="0" presId="urn:microsoft.com/office/officeart/2005/8/layout/hierarchy6"/>
    <dgm:cxn modelId="{6A35FB05-3D3A-480D-B21D-94FF52B399B9}" type="presParOf" srcId="{BDBF251A-0CB3-476D-AB69-AD68B0FAFA48}" destId="{4A3134E5-AFB0-4E97-8687-9E4DE100FE20}" srcOrd="0" destOrd="0" presId="urn:microsoft.com/office/officeart/2005/8/layout/hierarchy6"/>
    <dgm:cxn modelId="{BD170EC6-71FC-4A4B-AF91-C0710AAD2474}" type="presParOf" srcId="{BDBF251A-0CB3-476D-AB69-AD68B0FAFA48}" destId="{1ECBC8C3-72A3-4042-B67F-8B240BA42DFA}" srcOrd="1" destOrd="0" presId="urn:microsoft.com/office/officeart/2005/8/layout/hierarchy6"/>
    <dgm:cxn modelId="{57887665-6A97-498F-B54D-C609DA40100E}" type="presParOf" srcId="{6FAB6CD6-47E0-4B3C-AAC9-928F96ED8C61}" destId="{628E3A7B-6FD3-46A2-8856-C3FBE4AA4A72}" srcOrd="2" destOrd="0" presId="urn:microsoft.com/office/officeart/2005/8/layout/hierarchy6"/>
    <dgm:cxn modelId="{115E63C5-EA14-4348-B04B-0D61DA3EFEED}" type="presParOf" srcId="{6FAB6CD6-47E0-4B3C-AAC9-928F96ED8C61}" destId="{C3AB3053-6E46-41EF-BC66-E40F869EC52C}" srcOrd="3" destOrd="0" presId="urn:microsoft.com/office/officeart/2005/8/layout/hierarchy6"/>
    <dgm:cxn modelId="{C92845EE-8382-42B1-A5C7-CA09B9755ED5}" type="presParOf" srcId="{C3AB3053-6E46-41EF-BC66-E40F869EC52C}" destId="{73D2752D-1A89-40A0-944B-BCF532C7D27F}" srcOrd="0" destOrd="0" presId="urn:microsoft.com/office/officeart/2005/8/layout/hierarchy6"/>
    <dgm:cxn modelId="{082AFDA7-450D-401A-A803-35ED24AC1358}" type="presParOf" srcId="{C3AB3053-6E46-41EF-BC66-E40F869EC52C}" destId="{E9B10309-87F3-4522-B1D3-3B2A3052C3C2}" srcOrd="1" destOrd="0" presId="urn:microsoft.com/office/officeart/2005/8/layout/hierarchy6"/>
    <dgm:cxn modelId="{2D5824AA-D9DB-436E-BC0E-08CBD5C2C78F}" type="presParOf" srcId="{E9B10309-87F3-4522-B1D3-3B2A3052C3C2}" destId="{FD889227-0CDF-4918-951E-643D3FCC07CB}" srcOrd="0" destOrd="0" presId="urn:microsoft.com/office/officeart/2005/8/layout/hierarchy6"/>
    <dgm:cxn modelId="{FEC37089-6DAE-45BE-89F0-AD6D28ABE095}" type="presParOf" srcId="{E9B10309-87F3-4522-B1D3-3B2A3052C3C2}" destId="{5978A44D-4BD2-4D32-8606-B8D10893DC0D}" srcOrd="1" destOrd="0" presId="urn:microsoft.com/office/officeart/2005/8/layout/hierarchy6"/>
    <dgm:cxn modelId="{32CD4BFC-DA24-4465-B09D-6750E8B25E76}" type="presParOf" srcId="{5978A44D-4BD2-4D32-8606-B8D10893DC0D}" destId="{24B51592-BB9E-4C42-8718-8060CA88EF40}" srcOrd="0" destOrd="0" presId="urn:microsoft.com/office/officeart/2005/8/layout/hierarchy6"/>
    <dgm:cxn modelId="{75151088-F0B0-439A-9937-D06DF89EC93A}" type="presParOf" srcId="{5978A44D-4BD2-4D32-8606-B8D10893DC0D}" destId="{4839B70B-3B9D-4812-8545-4034C5BF0D66}" srcOrd="1" destOrd="0" presId="urn:microsoft.com/office/officeart/2005/8/layout/hierarchy6"/>
    <dgm:cxn modelId="{398B2FE0-8F16-4654-80CA-F11D9732EE3F}" type="presParOf" srcId="{E9B10309-87F3-4522-B1D3-3B2A3052C3C2}" destId="{2D86B9A2-047D-4009-B144-1041ADEC5A2A}" srcOrd="2" destOrd="0" presId="urn:microsoft.com/office/officeart/2005/8/layout/hierarchy6"/>
    <dgm:cxn modelId="{A8120D2F-3EF5-4E63-A369-B96073F6D212}" type="presParOf" srcId="{E9B10309-87F3-4522-B1D3-3B2A3052C3C2}" destId="{C5210ACE-80CC-4D0B-93FF-E51FF0001DC5}" srcOrd="3" destOrd="0" presId="urn:microsoft.com/office/officeart/2005/8/layout/hierarchy6"/>
    <dgm:cxn modelId="{81813D91-3E54-4DD8-9EC9-B4BA6E0B5E33}" type="presParOf" srcId="{C5210ACE-80CC-4D0B-93FF-E51FF0001DC5}" destId="{10D9C6D3-2C1E-4BF1-A765-1B530710AE88}" srcOrd="0" destOrd="0" presId="urn:microsoft.com/office/officeart/2005/8/layout/hierarchy6"/>
    <dgm:cxn modelId="{1B1AB9CF-FC47-4CF1-B918-475A2A61F620}" type="presParOf" srcId="{C5210ACE-80CC-4D0B-93FF-E51FF0001DC5}" destId="{79352DEC-0A3E-4FC9-9134-7A3ACD209651}" srcOrd="1" destOrd="0" presId="urn:microsoft.com/office/officeart/2005/8/layout/hierarchy6"/>
    <dgm:cxn modelId="{8C398601-4CE6-4A24-A14C-4A265FED94CA}" type="presParOf" srcId="{E9B10309-87F3-4522-B1D3-3B2A3052C3C2}" destId="{31A85278-FDA7-48F8-BB68-46438601EC15}" srcOrd="4" destOrd="0" presId="urn:microsoft.com/office/officeart/2005/8/layout/hierarchy6"/>
    <dgm:cxn modelId="{4C1792E0-178B-4F0C-BFBA-DA23E1CCE6B0}" type="presParOf" srcId="{E9B10309-87F3-4522-B1D3-3B2A3052C3C2}" destId="{92327D79-5B05-4345-B979-AAFBD665C813}" srcOrd="5" destOrd="0" presId="urn:microsoft.com/office/officeart/2005/8/layout/hierarchy6"/>
    <dgm:cxn modelId="{08AD022A-BE17-4318-943C-2A641D93652F}" type="presParOf" srcId="{92327D79-5B05-4345-B979-AAFBD665C813}" destId="{24DEB0F7-D352-41F5-B4A7-ADDE3B4DFCBA}" srcOrd="0" destOrd="0" presId="urn:microsoft.com/office/officeart/2005/8/layout/hierarchy6"/>
    <dgm:cxn modelId="{CA4D1F42-4D44-4842-8DE6-C17B3A621EB4}" type="presParOf" srcId="{92327D79-5B05-4345-B979-AAFBD665C813}" destId="{953BFB9A-EC6E-4974-993A-9755416CB08C}" srcOrd="1" destOrd="0" presId="urn:microsoft.com/office/officeart/2005/8/layout/hierarchy6"/>
    <dgm:cxn modelId="{5414BBBD-81E5-40A0-9C5B-E4CEE85EF430}" type="presParOf" srcId="{977ED7E4-B034-45A2-8A18-10E46AB486C1}" destId="{C2D5373B-44C7-4AA6-85EF-D0AAEEC5A845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8EAAAF3-9659-4C78-9B6E-BCA5159CE5AF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</dgm:pt>
    <dgm:pt modelId="{2C969905-1C76-4AB8-8F3E-23E449EB4E9D}">
      <dgm:prSet phldrT="[Text]"/>
      <dgm:spPr/>
      <dgm:t>
        <a:bodyPr/>
        <a:lstStyle/>
        <a:p>
          <a:r>
            <a:rPr lang="en-US" dirty="0"/>
            <a:t>Immediate targets</a:t>
          </a:r>
        </a:p>
      </dgm:t>
    </dgm:pt>
    <dgm:pt modelId="{F3F32DBA-8AE4-4421-BFFD-984B916F0688}" type="parTrans" cxnId="{7CC46953-3693-4BEB-8B68-31CDD9A8D76A}">
      <dgm:prSet/>
      <dgm:spPr/>
      <dgm:t>
        <a:bodyPr/>
        <a:lstStyle/>
        <a:p>
          <a:endParaRPr lang="en-US"/>
        </a:p>
      </dgm:t>
    </dgm:pt>
    <dgm:pt modelId="{A91DADFE-6977-49FD-92B9-3469E219969F}" type="sibTrans" cxnId="{7CC46953-3693-4BEB-8B68-31CDD9A8D76A}">
      <dgm:prSet/>
      <dgm:spPr/>
      <dgm:t>
        <a:bodyPr/>
        <a:lstStyle/>
        <a:p>
          <a:endParaRPr lang="en-US"/>
        </a:p>
      </dgm:t>
    </dgm:pt>
    <dgm:pt modelId="{396B52FE-865F-404E-ADAE-50932C01B5C5}">
      <dgm:prSet phldrT="[Text]"/>
      <dgm:spPr/>
      <dgm:t>
        <a:bodyPr/>
        <a:lstStyle/>
        <a:p>
          <a:r>
            <a:rPr lang="en-US" dirty="0"/>
            <a:t>Intermediate targets</a:t>
          </a:r>
        </a:p>
      </dgm:t>
    </dgm:pt>
    <dgm:pt modelId="{491ECC1C-E0C1-43B7-B534-6324167F49B8}" type="parTrans" cxnId="{CA24D70D-60E4-4A44-9E48-80B6751BA299}">
      <dgm:prSet/>
      <dgm:spPr/>
      <dgm:t>
        <a:bodyPr/>
        <a:lstStyle/>
        <a:p>
          <a:endParaRPr lang="en-US"/>
        </a:p>
      </dgm:t>
    </dgm:pt>
    <dgm:pt modelId="{3190B39A-1C64-4B38-B748-AA7700F3CD82}" type="sibTrans" cxnId="{CA24D70D-60E4-4A44-9E48-80B6751BA299}">
      <dgm:prSet/>
      <dgm:spPr/>
      <dgm:t>
        <a:bodyPr/>
        <a:lstStyle/>
        <a:p>
          <a:endParaRPr lang="en-US"/>
        </a:p>
      </dgm:t>
    </dgm:pt>
    <dgm:pt modelId="{F67D9FD5-D98A-41D9-AFBE-2263895BBC8B}">
      <dgm:prSet phldrT="[Text]"/>
      <dgm:spPr/>
      <dgm:t>
        <a:bodyPr/>
        <a:lstStyle/>
        <a:p>
          <a:r>
            <a:rPr lang="en-US" dirty="0"/>
            <a:t>Final objective</a:t>
          </a:r>
        </a:p>
      </dgm:t>
    </dgm:pt>
    <dgm:pt modelId="{70AD1347-11CE-4883-86DA-E01412EEBDFB}" type="parTrans" cxnId="{9D60669B-79E8-4D9F-9C6A-6FD453922275}">
      <dgm:prSet/>
      <dgm:spPr/>
      <dgm:t>
        <a:bodyPr/>
        <a:lstStyle/>
        <a:p>
          <a:endParaRPr lang="en-US"/>
        </a:p>
      </dgm:t>
    </dgm:pt>
    <dgm:pt modelId="{E36FBF91-38AE-40D5-A2A5-7ECCA3F66985}" type="sibTrans" cxnId="{9D60669B-79E8-4D9F-9C6A-6FD453922275}">
      <dgm:prSet/>
      <dgm:spPr/>
      <dgm:t>
        <a:bodyPr/>
        <a:lstStyle/>
        <a:p>
          <a:endParaRPr lang="en-US"/>
        </a:p>
      </dgm:t>
    </dgm:pt>
    <dgm:pt modelId="{0D8AE347-2C68-4E53-952A-6A2426E64FB5}">
      <dgm:prSet/>
      <dgm:spPr/>
      <dgm:t>
        <a:bodyPr/>
        <a:lstStyle/>
        <a:p>
          <a:r>
            <a:rPr lang="en-US" dirty="0"/>
            <a:t>Interest rates</a:t>
          </a:r>
        </a:p>
      </dgm:t>
    </dgm:pt>
    <dgm:pt modelId="{D6FA4B18-6932-4C45-B52E-B8E0653761D2}" type="parTrans" cxnId="{1735D761-9092-4575-A8C7-8157A380CB05}">
      <dgm:prSet/>
      <dgm:spPr/>
      <dgm:t>
        <a:bodyPr/>
        <a:lstStyle/>
        <a:p>
          <a:endParaRPr lang="en-US"/>
        </a:p>
      </dgm:t>
    </dgm:pt>
    <dgm:pt modelId="{F65AAEFD-2353-4F2E-8907-D4B27D1E966E}" type="sibTrans" cxnId="{1735D761-9092-4575-A8C7-8157A380CB05}">
      <dgm:prSet/>
      <dgm:spPr/>
      <dgm:t>
        <a:bodyPr/>
        <a:lstStyle/>
        <a:p>
          <a:endParaRPr lang="en-US"/>
        </a:p>
      </dgm:t>
    </dgm:pt>
    <dgm:pt modelId="{EE6972F8-AF79-423F-A8BF-1B5F66DC76F7}">
      <dgm:prSet/>
      <dgm:spPr/>
      <dgm:t>
        <a:bodyPr/>
        <a:lstStyle/>
        <a:p>
          <a:r>
            <a:rPr lang="en-US" dirty="0"/>
            <a:t>Monetary aggregate</a:t>
          </a:r>
        </a:p>
      </dgm:t>
    </dgm:pt>
    <dgm:pt modelId="{BAB2F151-85B5-42A1-A859-2F02E7A55642}" type="parTrans" cxnId="{FA7412E1-DBCC-44B1-A11A-D8AF503E46D6}">
      <dgm:prSet/>
      <dgm:spPr/>
      <dgm:t>
        <a:bodyPr/>
        <a:lstStyle/>
        <a:p>
          <a:endParaRPr lang="en-US"/>
        </a:p>
      </dgm:t>
    </dgm:pt>
    <dgm:pt modelId="{7D57D100-D9F7-4A3E-BD2B-ED65DF6D32CF}" type="sibTrans" cxnId="{FA7412E1-DBCC-44B1-A11A-D8AF503E46D6}">
      <dgm:prSet/>
      <dgm:spPr/>
      <dgm:t>
        <a:bodyPr/>
        <a:lstStyle/>
        <a:p>
          <a:endParaRPr lang="en-US"/>
        </a:p>
      </dgm:t>
    </dgm:pt>
    <dgm:pt modelId="{499E61CF-3A51-4FA7-BFBD-DE48DE13D203}">
      <dgm:prSet/>
      <dgm:spPr/>
      <dgm:t>
        <a:bodyPr/>
        <a:lstStyle/>
        <a:p>
          <a:r>
            <a:rPr lang="en-US" dirty="0"/>
            <a:t>Stable GDP growth</a:t>
          </a:r>
        </a:p>
      </dgm:t>
    </dgm:pt>
    <dgm:pt modelId="{82E36CF4-E52E-4ECF-BE9A-DFF596BA5800}" type="parTrans" cxnId="{B7554C15-D01B-4150-891E-0237B80661A7}">
      <dgm:prSet/>
      <dgm:spPr/>
      <dgm:t>
        <a:bodyPr/>
        <a:lstStyle/>
        <a:p>
          <a:endParaRPr lang="en-US"/>
        </a:p>
      </dgm:t>
    </dgm:pt>
    <dgm:pt modelId="{5FB741FB-19E3-48F2-AC45-BD7B2D790136}" type="sibTrans" cxnId="{B7554C15-D01B-4150-891E-0237B80661A7}">
      <dgm:prSet/>
      <dgm:spPr/>
      <dgm:t>
        <a:bodyPr/>
        <a:lstStyle/>
        <a:p>
          <a:endParaRPr lang="en-US"/>
        </a:p>
      </dgm:t>
    </dgm:pt>
    <dgm:pt modelId="{710C6582-2065-4391-9173-A21BF9A4F470}">
      <dgm:prSet/>
      <dgm:spPr/>
      <dgm:t>
        <a:bodyPr/>
        <a:lstStyle/>
        <a:p>
          <a:r>
            <a:rPr lang="en-US" dirty="0"/>
            <a:t>Price level stability</a:t>
          </a:r>
        </a:p>
      </dgm:t>
    </dgm:pt>
    <dgm:pt modelId="{2E4E755B-30F9-4630-9D09-0BCE84EBC627}" type="parTrans" cxnId="{3146A007-A470-42F9-9ACC-294A04F03ADE}">
      <dgm:prSet/>
      <dgm:spPr/>
      <dgm:t>
        <a:bodyPr/>
        <a:lstStyle/>
        <a:p>
          <a:endParaRPr lang="en-US"/>
        </a:p>
      </dgm:t>
    </dgm:pt>
    <dgm:pt modelId="{D136DD22-D9D0-462E-BC3D-6514A0C6DF13}" type="sibTrans" cxnId="{3146A007-A470-42F9-9ACC-294A04F03ADE}">
      <dgm:prSet/>
      <dgm:spPr/>
      <dgm:t>
        <a:bodyPr/>
        <a:lstStyle/>
        <a:p>
          <a:endParaRPr lang="en-US"/>
        </a:p>
      </dgm:t>
    </dgm:pt>
    <dgm:pt modelId="{55AB1F8E-8BCF-4309-84C8-53109F077432}">
      <dgm:prSet/>
      <dgm:spPr/>
      <dgm:t>
        <a:bodyPr/>
        <a:lstStyle/>
        <a:p>
          <a:r>
            <a:rPr lang="en-US" dirty="0"/>
            <a:t>Tools</a:t>
          </a:r>
        </a:p>
      </dgm:t>
    </dgm:pt>
    <dgm:pt modelId="{31C7602A-8CCA-4E74-A0FE-110AC8F6F27D}" type="parTrans" cxnId="{FD163341-D446-401F-A1A7-DD95FA368400}">
      <dgm:prSet/>
      <dgm:spPr/>
      <dgm:t>
        <a:bodyPr/>
        <a:lstStyle/>
        <a:p>
          <a:endParaRPr lang="en-US"/>
        </a:p>
      </dgm:t>
    </dgm:pt>
    <dgm:pt modelId="{92E36397-0755-45D8-BDA0-A54D1D4E6CEF}" type="sibTrans" cxnId="{FD163341-D446-401F-A1A7-DD95FA368400}">
      <dgm:prSet/>
      <dgm:spPr/>
      <dgm:t>
        <a:bodyPr/>
        <a:lstStyle/>
        <a:p>
          <a:endParaRPr lang="en-US"/>
        </a:p>
      </dgm:t>
    </dgm:pt>
    <dgm:pt modelId="{D5D3805B-4BA1-4370-8B42-6719BAC9752C}">
      <dgm:prSet/>
      <dgm:spPr/>
      <dgm:t>
        <a:bodyPr/>
        <a:lstStyle/>
        <a:p>
          <a:r>
            <a:rPr lang="en-US" dirty="0"/>
            <a:t>Monetary regime</a:t>
          </a:r>
        </a:p>
      </dgm:t>
    </dgm:pt>
    <dgm:pt modelId="{9B8C4322-1896-463B-A48C-27722AAA2799}" type="parTrans" cxnId="{BF0CB988-E8CA-4BCA-A51E-D2BB62DF5B12}">
      <dgm:prSet/>
      <dgm:spPr/>
      <dgm:t>
        <a:bodyPr/>
        <a:lstStyle/>
        <a:p>
          <a:endParaRPr lang="en-US"/>
        </a:p>
      </dgm:t>
    </dgm:pt>
    <dgm:pt modelId="{ED642291-268A-4555-9973-A6FE74C07901}" type="sibTrans" cxnId="{BF0CB988-E8CA-4BCA-A51E-D2BB62DF5B12}">
      <dgm:prSet/>
      <dgm:spPr/>
      <dgm:t>
        <a:bodyPr/>
        <a:lstStyle/>
        <a:p>
          <a:endParaRPr lang="en-US"/>
        </a:p>
      </dgm:t>
    </dgm:pt>
    <dgm:pt modelId="{676F5259-1811-49F2-AEED-4E953F8DF1CD}" type="pres">
      <dgm:prSet presAssocID="{D8EAAAF3-9659-4C78-9B6E-BCA5159CE5AF}" presName="Name0" presStyleCnt="0">
        <dgm:presLayoutVars>
          <dgm:dir/>
          <dgm:resizeHandles val="exact"/>
        </dgm:presLayoutVars>
      </dgm:prSet>
      <dgm:spPr/>
    </dgm:pt>
    <dgm:pt modelId="{A996BBA7-6B7E-4E8C-B9C3-C76D8208FD9D}" type="pres">
      <dgm:prSet presAssocID="{2C969905-1C76-4AB8-8F3E-23E449EB4E9D}" presName="node" presStyleLbl="node1" presStyleIdx="0" presStyleCnt="3">
        <dgm:presLayoutVars>
          <dgm:bulletEnabled val="1"/>
        </dgm:presLayoutVars>
      </dgm:prSet>
      <dgm:spPr/>
    </dgm:pt>
    <dgm:pt modelId="{D01AE2A5-440B-4E6E-9EC3-8AC5E8DBFE49}" type="pres">
      <dgm:prSet presAssocID="{A91DADFE-6977-49FD-92B9-3469E219969F}" presName="sibTrans" presStyleLbl="sibTrans2D1" presStyleIdx="0" presStyleCnt="2"/>
      <dgm:spPr/>
    </dgm:pt>
    <dgm:pt modelId="{96F36E33-0F37-4265-BA34-1E481ED242C2}" type="pres">
      <dgm:prSet presAssocID="{A91DADFE-6977-49FD-92B9-3469E219969F}" presName="connectorText" presStyleLbl="sibTrans2D1" presStyleIdx="0" presStyleCnt="2"/>
      <dgm:spPr/>
    </dgm:pt>
    <dgm:pt modelId="{2260AA35-4BCF-4015-92F1-9C89372B02A3}" type="pres">
      <dgm:prSet presAssocID="{396B52FE-865F-404E-ADAE-50932C01B5C5}" presName="node" presStyleLbl="node1" presStyleIdx="1" presStyleCnt="3">
        <dgm:presLayoutVars>
          <dgm:bulletEnabled val="1"/>
        </dgm:presLayoutVars>
      </dgm:prSet>
      <dgm:spPr/>
    </dgm:pt>
    <dgm:pt modelId="{3087A679-35A1-4764-AC55-E7279A7EB757}" type="pres">
      <dgm:prSet presAssocID="{3190B39A-1C64-4B38-B748-AA7700F3CD82}" presName="sibTrans" presStyleLbl="sibTrans2D1" presStyleIdx="1" presStyleCnt="2"/>
      <dgm:spPr/>
    </dgm:pt>
    <dgm:pt modelId="{9B4EF75F-AC9C-4CCB-BB57-D7CEC9D15277}" type="pres">
      <dgm:prSet presAssocID="{3190B39A-1C64-4B38-B748-AA7700F3CD82}" presName="connectorText" presStyleLbl="sibTrans2D1" presStyleIdx="1" presStyleCnt="2"/>
      <dgm:spPr/>
    </dgm:pt>
    <dgm:pt modelId="{E5C51F80-6297-432F-8328-481425343DB8}" type="pres">
      <dgm:prSet presAssocID="{F67D9FD5-D98A-41D9-AFBE-2263895BBC8B}" presName="node" presStyleLbl="node1" presStyleIdx="2" presStyleCnt="3">
        <dgm:presLayoutVars>
          <dgm:bulletEnabled val="1"/>
        </dgm:presLayoutVars>
      </dgm:prSet>
      <dgm:spPr/>
    </dgm:pt>
  </dgm:ptLst>
  <dgm:cxnLst>
    <dgm:cxn modelId="{3146A007-A470-42F9-9ACC-294A04F03ADE}" srcId="{F67D9FD5-D98A-41D9-AFBE-2263895BBC8B}" destId="{710C6582-2065-4391-9173-A21BF9A4F470}" srcOrd="1" destOrd="0" parTransId="{2E4E755B-30F9-4630-9D09-0BCE84EBC627}" sibTransId="{D136DD22-D9D0-462E-BC3D-6514A0C6DF13}"/>
    <dgm:cxn modelId="{CA24D70D-60E4-4A44-9E48-80B6751BA299}" srcId="{D8EAAAF3-9659-4C78-9B6E-BCA5159CE5AF}" destId="{396B52FE-865F-404E-ADAE-50932C01B5C5}" srcOrd="1" destOrd="0" parTransId="{491ECC1C-E0C1-43B7-B534-6324167F49B8}" sibTransId="{3190B39A-1C64-4B38-B748-AA7700F3CD82}"/>
    <dgm:cxn modelId="{B7554C15-D01B-4150-891E-0237B80661A7}" srcId="{F67D9FD5-D98A-41D9-AFBE-2263895BBC8B}" destId="{499E61CF-3A51-4FA7-BFBD-DE48DE13D203}" srcOrd="0" destOrd="0" parTransId="{82E36CF4-E52E-4ECF-BE9A-DFF596BA5800}" sibTransId="{5FB741FB-19E3-48F2-AC45-BD7B2D790136}"/>
    <dgm:cxn modelId="{D9416119-10C2-4F9A-BD35-8C5081FD5934}" type="presOf" srcId="{A91DADFE-6977-49FD-92B9-3469E219969F}" destId="{D01AE2A5-440B-4E6E-9EC3-8AC5E8DBFE49}" srcOrd="0" destOrd="0" presId="urn:microsoft.com/office/officeart/2005/8/layout/process1"/>
    <dgm:cxn modelId="{FD163341-D446-401F-A1A7-DD95FA368400}" srcId="{2C969905-1C76-4AB8-8F3E-23E449EB4E9D}" destId="{55AB1F8E-8BCF-4309-84C8-53109F077432}" srcOrd="0" destOrd="0" parTransId="{31C7602A-8CCA-4E74-A0FE-110AC8F6F27D}" sibTransId="{92E36397-0755-45D8-BDA0-A54D1D4E6CEF}"/>
    <dgm:cxn modelId="{1735D761-9092-4575-A8C7-8157A380CB05}" srcId="{396B52FE-865F-404E-ADAE-50932C01B5C5}" destId="{0D8AE347-2C68-4E53-952A-6A2426E64FB5}" srcOrd="0" destOrd="0" parTransId="{D6FA4B18-6932-4C45-B52E-B8E0653761D2}" sibTransId="{F65AAEFD-2353-4F2E-8907-D4B27D1E966E}"/>
    <dgm:cxn modelId="{ED90E550-90CF-4817-A856-EEE5A443C9F2}" type="presOf" srcId="{55AB1F8E-8BCF-4309-84C8-53109F077432}" destId="{A996BBA7-6B7E-4E8C-B9C3-C76D8208FD9D}" srcOrd="0" destOrd="1" presId="urn:microsoft.com/office/officeart/2005/8/layout/process1"/>
    <dgm:cxn modelId="{7242B651-836D-4752-B954-758D668B868C}" type="presOf" srcId="{F67D9FD5-D98A-41D9-AFBE-2263895BBC8B}" destId="{E5C51F80-6297-432F-8328-481425343DB8}" srcOrd="0" destOrd="0" presId="urn:microsoft.com/office/officeart/2005/8/layout/process1"/>
    <dgm:cxn modelId="{7CC46953-3693-4BEB-8B68-31CDD9A8D76A}" srcId="{D8EAAAF3-9659-4C78-9B6E-BCA5159CE5AF}" destId="{2C969905-1C76-4AB8-8F3E-23E449EB4E9D}" srcOrd="0" destOrd="0" parTransId="{F3F32DBA-8AE4-4421-BFFD-984B916F0688}" sibTransId="{A91DADFE-6977-49FD-92B9-3469E219969F}"/>
    <dgm:cxn modelId="{9E7EF97C-BED8-4679-8516-2799B326AB1D}" type="presOf" srcId="{710C6582-2065-4391-9173-A21BF9A4F470}" destId="{E5C51F80-6297-432F-8328-481425343DB8}" srcOrd="0" destOrd="2" presId="urn:microsoft.com/office/officeart/2005/8/layout/process1"/>
    <dgm:cxn modelId="{BF0CB988-E8CA-4BCA-A51E-D2BB62DF5B12}" srcId="{2C969905-1C76-4AB8-8F3E-23E449EB4E9D}" destId="{D5D3805B-4BA1-4370-8B42-6719BAC9752C}" srcOrd="1" destOrd="0" parTransId="{9B8C4322-1896-463B-A48C-27722AAA2799}" sibTransId="{ED642291-268A-4555-9973-A6FE74C07901}"/>
    <dgm:cxn modelId="{1A3B4A8E-DBDE-48D2-A839-A524C3C4FE70}" type="presOf" srcId="{2C969905-1C76-4AB8-8F3E-23E449EB4E9D}" destId="{A996BBA7-6B7E-4E8C-B9C3-C76D8208FD9D}" srcOrd="0" destOrd="0" presId="urn:microsoft.com/office/officeart/2005/8/layout/process1"/>
    <dgm:cxn modelId="{3D5A9792-3046-479F-BE56-55BD3DEC734C}" type="presOf" srcId="{0D8AE347-2C68-4E53-952A-6A2426E64FB5}" destId="{2260AA35-4BCF-4015-92F1-9C89372B02A3}" srcOrd="0" destOrd="1" presId="urn:microsoft.com/office/officeart/2005/8/layout/process1"/>
    <dgm:cxn modelId="{3CAEED99-6179-4AE1-BA48-97BD3A4CC014}" type="presOf" srcId="{3190B39A-1C64-4B38-B748-AA7700F3CD82}" destId="{9B4EF75F-AC9C-4CCB-BB57-D7CEC9D15277}" srcOrd="1" destOrd="0" presId="urn:microsoft.com/office/officeart/2005/8/layout/process1"/>
    <dgm:cxn modelId="{9D60669B-79E8-4D9F-9C6A-6FD453922275}" srcId="{D8EAAAF3-9659-4C78-9B6E-BCA5159CE5AF}" destId="{F67D9FD5-D98A-41D9-AFBE-2263895BBC8B}" srcOrd="2" destOrd="0" parTransId="{70AD1347-11CE-4883-86DA-E01412EEBDFB}" sibTransId="{E36FBF91-38AE-40D5-A2A5-7ECCA3F66985}"/>
    <dgm:cxn modelId="{F40BD1AE-D9E0-4478-BF16-C6B0DDD8D219}" type="presOf" srcId="{396B52FE-865F-404E-ADAE-50932C01B5C5}" destId="{2260AA35-4BCF-4015-92F1-9C89372B02A3}" srcOrd="0" destOrd="0" presId="urn:microsoft.com/office/officeart/2005/8/layout/process1"/>
    <dgm:cxn modelId="{686BFBC5-F0B0-42FC-BDFF-6A1B3FF1C565}" type="presOf" srcId="{499E61CF-3A51-4FA7-BFBD-DE48DE13D203}" destId="{E5C51F80-6297-432F-8328-481425343DB8}" srcOrd="0" destOrd="1" presId="urn:microsoft.com/office/officeart/2005/8/layout/process1"/>
    <dgm:cxn modelId="{FA7412E1-DBCC-44B1-A11A-D8AF503E46D6}" srcId="{396B52FE-865F-404E-ADAE-50932C01B5C5}" destId="{EE6972F8-AF79-423F-A8BF-1B5F66DC76F7}" srcOrd="1" destOrd="0" parTransId="{BAB2F151-85B5-42A1-A859-2F02E7A55642}" sibTransId="{7D57D100-D9F7-4A3E-BD2B-ED65DF6D32CF}"/>
    <dgm:cxn modelId="{81DCE7E5-6516-411E-8AA0-1119C53CB801}" type="presOf" srcId="{3190B39A-1C64-4B38-B748-AA7700F3CD82}" destId="{3087A679-35A1-4764-AC55-E7279A7EB757}" srcOrd="0" destOrd="0" presId="urn:microsoft.com/office/officeart/2005/8/layout/process1"/>
    <dgm:cxn modelId="{E0A144F0-C2CF-4353-92F3-5251AEA4E02F}" type="presOf" srcId="{D8EAAAF3-9659-4C78-9B6E-BCA5159CE5AF}" destId="{676F5259-1811-49F2-AEED-4E953F8DF1CD}" srcOrd="0" destOrd="0" presId="urn:microsoft.com/office/officeart/2005/8/layout/process1"/>
    <dgm:cxn modelId="{1357F5F0-1C76-4B2C-9F52-ED08F03E1138}" type="presOf" srcId="{EE6972F8-AF79-423F-A8BF-1B5F66DC76F7}" destId="{2260AA35-4BCF-4015-92F1-9C89372B02A3}" srcOrd="0" destOrd="2" presId="urn:microsoft.com/office/officeart/2005/8/layout/process1"/>
    <dgm:cxn modelId="{19AFD0F9-0BFF-43D6-B8C9-A9C0F9521271}" type="presOf" srcId="{A91DADFE-6977-49FD-92B9-3469E219969F}" destId="{96F36E33-0F37-4265-BA34-1E481ED242C2}" srcOrd="1" destOrd="0" presId="urn:microsoft.com/office/officeart/2005/8/layout/process1"/>
    <dgm:cxn modelId="{028B68FE-3C41-45D8-8565-B39E5FCDA82E}" type="presOf" srcId="{D5D3805B-4BA1-4370-8B42-6719BAC9752C}" destId="{A996BBA7-6B7E-4E8C-B9C3-C76D8208FD9D}" srcOrd="0" destOrd="2" presId="urn:microsoft.com/office/officeart/2005/8/layout/process1"/>
    <dgm:cxn modelId="{614260FD-2C75-48B7-9082-7804FA6286B7}" type="presParOf" srcId="{676F5259-1811-49F2-AEED-4E953F8DF1CD}" destId="{A996BBA7-6B7E-4E8C-B9C3-C76D8208FD9D}" srcOrd="0" destOrd="0" presId="urn:microsoft.com/office/officeart/2005/8/layout/process1"/>
    <dgm:cxn modelId="{006C2EEE-47EC-47A3-BB58-53A716A12E34}" type="presParOf" srcId="{676F5259-1811-49F2-AEED-4E953F8DF1CD}" destId="{D01AE2A5-440B-4E6E-9EC3-8AC5E8DBFE49}" srcOrd="1" destOrd="0" presId="urn:microsoft.com/office/officeart/2005/8/layout/process1"/>
    <dgm:cxn modelId="{0D0FCB85-4869-43C6-BB29-F8AD048E46BE}" type="presParOf" srcId="{D01AE2A5-440B-4E6E-9EC3-8AC5E8DBFE49}" destId="{96F36E33-0F37-4265-BA34-1E481ED242C2}" srcOrd="0" destOrd="0" presId="urn:microsoft.com/office/officeart/2005/8/layout/process1"/>
    <dgm:cxn modelId="{CE057467-2AB0-42CC-A818-AC12002D47AD}" type="presParOf" srcId="{676F5259-1811-49F2-AEED-4E953F8DF1CD}" destId="{2260AA35-4BCF-4015-92F1-9C89372B02A3}" srcOrd="2" destOrd="0" presId="urn:microsoft.com/office/officeart/2005/8/layout/process1"/>
    <dgm:cxn modelId="{E2F241A0-56CD-42D6-92C1-6C4FF1453AF6}" type="presParOf" srcId="{676F5259-1811-49F2-AEED-4E953F8DF1CD}" destId="{3087A679-35A1-4764-AC55-E7279A7EB757}" srcOrd="3" destOrd="0" presId="urn:microsoft.com/office/officeart/2005/8/layout/process1"/>
    <dgm:cxn modelId="{A58690C6-B905-48B0-AC22-5976B0AA3D39}" type="presParOf" srcId="{3087A679-35A1-4764-AC55-E7279A7EB757}" destId="{9B4EF75F-AC9C-4CCB-BB57-D7CEC9D15277}" srcOrd="0" destOrd="0" presId="urn:microsoft.com/office/officeart/2005/8/layout/process1"/>
    <dgm:cxn modelId="{A3B9474A-7C70-4125-BF6D-0E5D95E105C0}" type="presParOf" srcId="{676F5259-1811-49F2-AEED-4E953F8DF1CD}" destId="{E5C51F80-6297-432F-8328-481425343DB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3D31100-846D-4C68-B76C-BCC11A981A0F}" type="doc">
      <dgm:prSet loTypeId="urn:microsoft.com/office/officeart/2005/8/layout/hChevron3" loCatId="process" qsTypeId="urn:microsoft.com/office/officeart/2005/8/quickstyle/simple1" qsCatId="simple" csTypeId="urn:microsoft.com/office/officeart/2005/8/colors/accent1_3" csCatId="accent1" phldr="1"/>
      <dgm:spPr/>
    </dgm:pt>
    <dgm:pt modelId="{889DBD03-3B13-4A98-AE65-1F89E955E7EF}">
      <dgm:prSet phldrT="[Text]"/>
      <dgm:spPr/>
      <dgm:t>
        <a:bodyPr/>
        <a:lstStyle/>
        <a:p>
          <a:r>
            <a:rPr lang="en-US" dirty="0"/>
            <a:t>Short-term interest rate</a:t>
          </a:r>
        </a:p>
      </dgm:t>
    </dgm:pt>
    <dgm:pt modelId="{F3C3C4B7-6F9B-49D2-A5D2-93051E8B90DE}" type="parTrans" cxnId="{176808D3-1A8F-40B9-832D-431D4D71E438}">
      <dgm:prSet/>
      <dgm:spPr/>
      <dgm:t>
        <a:bodyPr/>
        <a:lstStyle/>
        <a:p>
          <a:endParaRPr lang="en-US"/>
        </a:p>
      </dgm:t>
    </dgm:pt>
    <dgm:pt modelId="{AF211DA6-299D-4FC7-B9C2-9FD65FB11901}" type="sibTrans" cxnId="{176808D3-1A8F-40B9-832D-431D4D71E438}">
      <dgm:prSet/>
      <dgm:spPr/>
      <dgm:t>
        <a:bodyPr/>
        <a:lstStyle/>
        <a:p>
          <a:endParaRPr lang="en-US"/>
        </a:p>
      </dgm:t>
    </dgm:pt>
    <dgm:pt modelId="{5BE6A169-1539-4B08-BE32-DCEAC2B2448A}">
      <dgm:prSet phldrT="[Text]"/>
      <dgm:spPr/>
      <dgm:t>
        <a:bodyPr/>
        <a:lstStyle/>
        <a:p>
          <a:r>
            <a:rPr lang="en-US" dirty="0"/>
            <a:t>Long-term interest rate</a:t>
          </a:r>
        </a:p>
      </dgm:t>
    </dgm:pt>
    <dgm:pt modelId="{75F29BE2-4329-4F62-BF85-4E9734475E76}" type="parTrans" cxnId="{11B55BBC-F012-4BFB-BF41-61F153AC9751}">
      <dgm:prSet/>
      <dgm:spPr/>
      <dgm:t>
        <a:bodyPr/>
        <a:lstStyle/>
        <a:p>
          <a:endParaRPr lang="en-US"/>
        </a:p>
      </dgm:t>
    </dgm:pt>
    <dgm:pt modelId="{4D1BB3DC-47A1-4A77-90E0-2A37654DF1C2}" type="sibTrans" cxnId="{11B55BBC-F012-4BFB-BF41-61F153AC9751}">
      <dgm:prSet/>
      <dgm:spPr/>
      <dgm:t>
        <a:bodyPr/>
        <a:lstStyle/>
        <a:p>
          <a:endParaRPr lang="en-US"/>
        </a:p>
      </dgm:t>
    </dgm:pt>
    <dgm:pt modelId="{A5A7EC43-6B6A-4E13-85BA-CC916B9E1BBB}">
      <dgm:prSet phldrT="[Text]"/>
      <dgm:spPr/>
      <dgm:t>
        <a:bodyPr/>
        <a:lstStyle/>
        <a:p>
          <a:r>
            <a:rPr lang="en-US" dirty="0"/>
            <a:t>Lending</a:t>
          </a:r>
        </a:p>
      </dgm:t>
    </dgm:pt>
    <dgm:pt modelId="{45A489E3-D761-4AA3-8E97-C9B76E6FEBB9}" type="parTrans" cxnId="{282EC1B1-538E-4668-B810-65B0F3200EC7}">
      <dgm:prSet/>
      <dgm:spPr/>
      <dgm:t>
        <a:bodyPr/>
        <a:lstStyle/>
        <a:p>
          <a:endParaRPr lang="en-US"/>
        </a:p>
      </dgm:t>
    </dgm:pt>
    <dgm:pt modelId="{8D3D0693-2CDC-47DF-9E40-F1567903FC53}" type="sibTrans" cxnId="{282EC1B1-538E-4668-B810-65B0F3200EC7}">
      <dgm:prSet/>
      <dgm:spPr/>
      <dgm:t>
        <a:bodyPr/>
        <a:lstStyle/>
        <a:p>
          <a:endParaRPr lang="en-US"/>
        </a:p>
      </dgm:t>
    </dgm:pt>
    <dgm:pt modelId="{FC9A41D7-2BEE-4482-9BFC-962AF5130159}">
      <dgm:prSet phldrT="[Text]"/>
      <dgm:spPr/>
      <dgm:t>
        <a:bodyPr/>
        <a:lstStyle/>
        <a:p>
          <a:r>
            <a:rPr lang="en-US" dirty="0"/>
            <a:t>Economic activity</a:t>
          </a:r>
        </a:p>
      </dgm:t>
    </dgm:pt>
    <dgm:pt modelId="{1F41C5D7-38F6-467E-865E-2EFB653BF3C4}" type="parTrans" cxnId="{C9CD16CD-B13D-4C22-83F0-0D548378981A}">
      <dgm:prSet/>
      <dgm:spPr/>
      <dgm:t>
        <a:bodyPr/>
        <a:lstStyle/>
        <a:p>
          <a:endParaRPr lang="en-US"/>
        </a:p>
      </dgm:t>
    </dgm:pt>
    <dgm:pt modelId="{D67B9A70-EACC-4279-89DC-9E761C3831E7}" type="sibTrans" cxnId="{C9CD16CD-B13D-4C22-83F0-0D548378981A}">
      <dgm:prSet/>
      <dgm:spPr/>
      <dgm:t>
        <a:bodyPr/>
        <a:lstStyle/>
        <a:p>
          <a:endParaRPr lang="en-US"/>
        </a:p>
      </dgm:t>
    </dgm:pt>
    <dgm:pt modelId="{D616DDEA-A42F-4909-BEA9-BE42042A4882}">
      <dgm:prSet phldrT="[Text]"/>
      <dgm:spPr/>
      <dgm:t>
        <a:bodyPr/>
        <a:lstStyle/>
        <a:p>
          <a:r>
            <a:rPr lang="en-US" dirty="0"/>
            <a:t>Output and unemployment</a:t>
          </a:r>
        </a:p>
      </dgm:t>
    </dgm:pt>
    <dgm:pt modelId="{EE81166C-7485-4B31-AA25-B5E2A17C8B28}" type="parTrans" cxnId="{322E6F3A-4496-4000-89AE-6397645C1DB2}">
      <dgm:prSet/>
      <dgm:spPr/>
      <dgm:t>
        <a:bodyPr/>
        <a:lstStyle/>
        <a:p>
          <a:endParaRPr lang="en-US"/>
        </a:p>
      </dgm:t>
    </dgm:pt>
    <dgm:pt modelId="{65B3C648-2FCE-4E23-8178-EB5FCEB46147}" type="sibTrans" cxnId="{322E6F3A-4496-4000-89AE-6397645C1DB2}">
      <dgm:prSet/>
      <dgm:spPr/>
      <dgm:t>
        <a:bodyPr/>
        <a:lstStyle/>
        <a:p>
          <a:endParaRPr lang="en-US"/>
        </a:p>
      </dgm:t>
    </dgm:pt>
    <dgm:pt modelId="{33C014B2-7AFC-45ED-9A12-E7D068A5325B}" type="pres">
      <dgm:prSet presAssocID="{33D31100-846D-4C68-B76C-BCC11A981A0F}" presName="Name0" presStyleCnt="0">
        <dgm:presLayoutVars>
          <dgm:dir/>
          <dgm:resizeHandles val="exact"/>
        </dgm:presLayoutVars>
      </dgm:prSet>
      <dgm:spPr/>
    </dgm:pt>
    <dgm:pt modelId="{CAA9C853-5DF6-4DC8-9EA8-285BF5AA6FB6}" type="pres">
      <dgm:prSet presAssocID="{889DBD03-3B13-4A98-AE65-1F89E955E7EF}" presName="parTxOnly" presStyleLbl="node1" presStyleIdx="0" presStyleCnt="5">
        <dgm:presLayoutVars>
          <dgm:bulletEnabled val="1"/>
        </dgm:presLayoutVars>
      </dgm:prSet>
      <dgm:spPr/>
    </dgm:pt>
    <dgm:pt modelId="{787FC31E-AF3C-478D-8A6D-94F7DF01C97C}" type="pres">
      <dgm:prSet presAssocID="{AF211DA6-299D-4FC7-B9C2-9FD65FB11901}" presName="parSpace" presStyleCnt="0"/>
      <dgm:spPr/>
    </dgm:pt>
    <dgm:pt modelId="{76E66842-DB9E-47DA-B218-CF964280AB82}" type="pres">
      <dgm:prSet presAssocID="{5BE6A169-1539-4B08-BE32-DCEAC2B2448A}" presName="parTxOnly" presStyleLbl="node1" presStyleIdx="1" presStyleCnt="5">
        <dgm:presLayoutVars>
          <dgm:bulletEnabled val="1"/>
        </dgm:presLayoutVars>
      </dgm:prSet>
      <dgm:spPr/>
    </dgm:pt>
    <dgm:pt modelId="{068526E8-4215-4326-960F-C183329E6314}" type="pres">
      <dgm:prSet presAssocID="{4D1BB3DC-47A1-4A77-90E0-2A37654DF1C2}" presName="parSpace" presStyleCnt="0"/>
      <dgm:spPr/>
    </dgm:pt>
    <dgm:pt modelId="{F30949D0-474E-4797-B6B1-B038159C29C8}" type="pres">
      <dgm:prSet presAssocID="{A5A7EC43-6B6A-4E13-85BA-CC916B9E1BBB}" presName="parTxOnly" presStyleLbl="node1" presStyleIdx="2" presStyleCnt="5">
        <dgm:presLayoutVars>
          <dgm:bulletEnabled val="1"/>
        </dgm:presLayoutVars>
      </dgm:prSet>
      <dgm:spPr/>
    </dgm:pt>
    <dgm:pt modelId="{CD17A0A8-6ACB-446F-9F66-AC28CEF2C04F}" type="pres">
      <dgm:prSet presAssocID="{8D3D0693-2CDC-47DF-9E40-F1567903FC53}" presName="parSpace" presStyleCnt="0"/>
      <dgm:spPr/>
    </dgm:pt>
    <dgm:pt modelId="{63D199CB-8508-49CA-9B89-298C88723C82}" type="pres">
      <dgm:prSet presAssocID="{FC9A41D7-2BEE-4482-9BFC-962AF5130159}" presName="parTxOnly" presStyleLbl="node1" presStyleIdx="3" presStyleCnt="5">
        <dgm:presLayoutVars>
          <dgm:bulletEnabled val="1"/>
        </dgm:presLayoutVars>
      </dgm:prSet>
      <dgm:spPr/>
    </dgm:pt>
    <dgm:pt modelId="{AF6EDB20-7AF0-46DF-AEB6-292550272C0D}" type="pres">
      <dgm:prSet presAssocID="{D67B9A70-EACC-4279-89DC-9E761C3831E7}" presName="parSpace" presStyleCnt="0"/>
      <dgm:spPr/>
    </dgm:pt>
    <dgm:pt modelId="{4D1CFFCC-DFC2-451F-A968-8DA0497C8201}" type="pres">
      <dgm:prSet presAssocID="{D616DDEA-A42F-4909-BEA9-BE42042A4882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6CF7B023-A071-4D6E-8217-831D0F187B76}" type="presOf" srcId="{FC9A41D7-2BEE-4482-9BFC-962AF5130159}" destId="{63D199CB-8508-49CA-9B89-298C88723C82}" srcOrd="0" destOrd="0" presId="urn:microsoft.com/office/officeart/2005/8/layout/hChevron3"/>
    <dgm:cxn modelId="{322E6F3A-4496-4000-89AE-6397645C1DB2}" srcId="{33D31100-846D-4C68-B76C-BCC11A981A0F}" destId="{D616DDEA-A42F-4909-BEA9-BE42042A4882}" srcOrd="4" destOrd="0" parTransId="{EE81166C-7485-4B31-AA25-B5E2A17C8B28}" sibTransId="{65B3C648-2FCE-4E23-8178-EB5FCEB46147}"/>
    <dgm:cxn modelId="{94ABE57C-D68E-4540-9AEF-FD231BE4F41E}" type="presOf" srcId="{D616DDEA-A42F-4909-BEA9-BE42042A4882}" destId="{4D1CFFCC-DFC2-451F-A968-8DA0497C8201}" srcOrd="0" destOrd="0" presId="urn:microsoft.com/office/officeart/2005/8/layout/hChevron3"/>
    <dgm:cxn modelId="{282EC1B1-538E-4668-B810-65B0F3200EC7}" srcId="{33D31100-846D-4C68-B76C-BCC11A981A0F}" destId="{A5A7EC43-6B6A-4E13-85BA-CC916B9E1BBB}" srcOrd="2" destOrd="0" parTransId="{45A489E3-D761-4AA3-8E97-C9B76E6FEBB9}" sibTransId="{8D3D0693-2CDC-47DF-9E40-F1567903FC53}"/>
    <dgm:cxn modelId="{11B55BBC-F012-4BFB-BF41-61F153AC9751}" srcId="{33D31100-846D-4C68-B76C-BCC11A981A0F}" destId="{5BE6A169-1539-4B08-BE32-DCEAC2B2448A}" srcOrd="1" destOrd="0" parTransId="{75F29BE2-4329-4F62-BF85-4E9734475E76}" sibTransId="{4D1BB3DC-47A1-4A77-90E0-2A37654DF1C2}"/>
    <dgm:cxn modelId="{872CF9C4-4BBC-4E79-AEE6-490F60E942F8}" type="presOf" srcId="{889DBD03-3B13-4A98-AE65-1F89E955E7EF}" destId="{CAA9C853-5DF6-4DC8-9EA8-285BF5AA6FB6}" srcOrd="0" destOrd="0" presId="urn:microsoft.com/office/officeart/2005/8/layout/hChevron3"/>
    <dgm:cxn modelId="{C9CD16CD-B13D-4C22-83F0-0D548378981A}" srcId="{33D31100-846D-4C68-B76C-BCC11A981A0F}" destId="{FC9A41D7-2BEE-4482-9BFC-962AF5130159}" srcOrd="3" destOrd="0" parTransId="{1F41C5D7-38F6-467E-865E-2EFB653BF3C4}" sibTransId="{D67B9A70-EACC-4279-89DC-9E761C3831E7}"/>
    <dgm:cxn modelId="{176808D3-1A8F-40B9-832D-431D4D71E438}" srcId="{33D31100-846D-4C68-B76C-BCC11A981A0F}" destId="{889DBD03-3B13-4A98-AE65-1F89E955E7EF}" srcOrd="0" destOrd="0" parTransId="{F3C3C4B7-6F9B-49D2-A5D2-93051E8B90DE}" sibTransId="{AF211DA6-299D-4FC7-B9C2-9FD65FB11901}"/>
    <dgm:cxn modelId="{AE5D52DB-56E9-440D-8A37-ADCF50AD3540}" type="presOf" srcId="{33D31100-846D-4C68-B76C-BCC11A981A0F}" destId="{33C014B2-7AFC-45ED-9A12-E7D068A5325B}" srcOrd="0" destOrd="0" presId="urn:microsoft.com/office/officeart/2005/8/layout/hChevron3"/>
    <dgm:cxn modelId="{63CD63E5-A5A2-4658-8DE1-BA04F1A1FF8F}" type="presOf" srcId="{A5A7EC43-6B6A-4E13-85BA-CC916B9E1BBB}" destId="{F30949D0-474E-4797-B6B1-B038159C29C8}" srcOrd="0" destOrd="0" presId="urn:microsoft.com/office/officeart/2005/8/layout/hChevron3"/>
    <dgm:cxn modelId="{DB4F9CE6-FBC2-46D6-ACB1-A1A91AEBFFD5}" type="presOf" srcId="{5BE6A169-1539-4B08-BE32-DCEAC2B2448A}" destId="{76E66842-DB9E-47DA-B218-CF964280AB82}" srcOrd="0" destOrd="0" presId="urn:microsoft.com/office/officeart/2005/8/layout/hChevron3"/>
    <dgm:cxn modelId="{7DF92B14-F23F-4445-A99F-9DEFB2C9371D}" type="presParOf" srcId="{33C014B2-7AFC-45ED-9A12-E7D068A5325B}" destId="{CAA9C853-5DF6-4DC8-9EA8-285BF5AA6FB6}" srcOrd="0" destOrd="0" presId="urn:microsoft.com/office/officeart/2005/8/layout/hChevron3"/>
    <dgm:cxn modelId="{1B113760-D0A1-4657-BA64-75E404C7593C}" type="presParOf" srcId="{33C014B2-7AFC-45ED-9A12-E7D068A5325B}" destId="{787FC31E-AF3C-478D-8A6D-94F7DF01C97C}" srcOrd="1" destOrd="0" presId="urn:microsoft.com/office/officeart/2005/8/layout/hChevron3"/>
    <dgm:cxn modelId="{96E72E15-BCDB-4AF9-82DA-A3A692C9A071}" type="presParOf" srcId="{33C014B2-7AFC-45ED-9A12-E7D068A5325B}" destId="{76E66842-DB9E-47DA-B218-CF964280AB82}" srcOrd="2" destOrd="0" presId="urn:microsoft.com/office/officeart/2005/8/layout/hChevron3"/>
    <dgm:cxn modelId="{C314B4B4-0702-400B-81C9-86605A3CC0C9}" type="presParOf" srcId="{33C014B2-7AFC-45ED-9A12-E7D068A5325B}" destId="{068526E8-4215-4326-960F-C183329E6314}" srcOrd="3" destOrd="0" presId="urn:microsoft.com/office/officeart/2005/8/layout/hChevron3"/>
    <dgm:cxn modelId="{6223BE2B-6720-423C-8C7E-2EFD613C291F}" type="presParOf" srcId="{33C014B2-7AFC-45ED-9A12-E7D068A5325B}" destId="{F30949D0-474E-4797-B6B1-B038159C29C8}" srcOrd="4" destOrd="0" presId="urn:microsoft.com/office/officeart/2005/8/layout/hChevron3"/>
    <dgm:cxn modelId="{AD7D047C-0B34-46C2-B6F0-976ADD066D17}" type="presParOf" srcId="{33C014B2-7AFC-45ED-9A12-E7D068A5325B}" destId="{CD17A0A8-6ACB-446F-9F66-AC28CEF2C04F}" srcOrd="5" destOrd="0" presId="urn:microsoft.com/office/officeart/2005/8/layout/hChevron3"/>
    <dgm:cxn modelId="{A47CD01D-DB62-4DED-9F15-67D877F8CA6C}" type="presParOf" srcId="{33C014B2-7AFC-45ED-9A12-E7D068A5325B}" destId="{63D199CB-8508-49CA-9B89-298C88723C82}" srcOrd="6" destOrd="0" presId="urn:microsoft.com/office/officeart/2005/8/layout/hChevron3"/>
    <dgm:cxn modelId="{CC6BE3AF-CA76-4F83-BE4B-A5847A1A262C}" type="presParOf" srcId="{33C014B2-7AFC-45ED-9A12-E7D068A5325B}" destId="{AF6EDB20-7AF0-46DF-AEB6-292550272C0D}" srcOrd="7" destOrd="0" presId="urn:microsoft.com/office/officeart/2005/8/layout/hChevron3"/>
    <dgm:cxn modelId="{4E9EEF7D-4008-4BA8-9D71-2B2A49AE640D}" type="presParOf" srcId="{33C014B2-7AFC-45ED-9A12-E7D068A5325B}" destId="{4D1CFFCC-DFC2-451F-A968-8DA0497C8201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24885B0-C8DD-4CB1-9880-31DC09BCCC36}" type="doc">
      <dgm:prSet loTypeId="urn:microsoft.com/office/officeart/2005/8/layout/hierarchy4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801673F-8F47-43F6-986C-375BDB21232E}">
      <dgm:prSet phldrT="[Text]"/>
      <dgm:spPr/>
      <dgm:t>
        <a:bodyPr/>
        <a:lstStyle/>
        <a:p>
          <a:r>
            <a:rPr lang="en-US" dirty="0"/>
            <a:t>Monetary policy</a:t>
          </a:r>
        </a:p>
      </dgm:t>
    </dgm:pt>
    <dgm:pt modelId="{7B1CB265-F884-4C28-860D-D8D2E05CA51C}" type="parTrans" cxnId="{FF8706D7-A85C-4B30-B2CE-BF89E98A4D56}">
      <dgm:prSet/>
      <dgm:spPr/>
      <dgm:t>
        <a:bodyPr/>
        <a:lstStyle/>
        <a:p>
          <a:endParaRPr lang="en-US"/>
        </a:p>
      </dgm:t>
    </dgm:pt>
    <dgm:pt modelId="{17040D1D-2294-4594-9C18-D13832A8C298}" type="sibTrans" cxnId="{FF8706D7-A85C-4B30-B2CE-BF89E98A4D56}">
      <dgm:prSet/>
      <dgm:spPr/>
      <dgm:t>
        <a:bodyPr/>
        <a:lstStyle/>
        <a:p>
          <a:endParaRPr lang="en-US"/>
        </a:p>
      </dgm:t>
    </dgm:pt>
    <dgm:pt modelId="{EEC3C1F8-2233-4C9F-A129-156B5FB1A42A}">
      <dgm:prSet phldrT="[Text]"/>
      <dgm:spPr/>
      <dgm:t>
        <a:bodyPr/>
        <a:lstStyle/>
        <a:p>
          <a:r>
            <a:rPr lang="en-US" dirty="0"/>
            <a:t>Term</a:t>
          </a:r>
        </a:p>
      </dgm:t>
    </dgm:pt>
    <dgm:pt modelId="{48B282AB-41E7-47AF-B4FD-B13EEFE9D79F}" type="parTrans" cxnId="{13317A57-4714-4311-8F4D-975A753D03F8}">
      <dgm:prSet/>
      <dgm:spPr/>
      <dgm:t>
        <a:bodyPr/>
        <a:lstStyle/>
        <a:p>
          <a:endParaRPr lang="en-US"/>
        </a:p>
      </dgm:t>
    </dgm:pt>
    <dgm:pt modelId="{20E4B9EC-9C14-47ED-81DD-A115B48054C9}" type="sibTrans" cxnId="{13317A57-4714-4311-8F4D-975A753D03F8}">
      <dgm:prSet/>
      <dgm:spPr/>
      <dgm:t>
        <a:bodyPr/>
        <a:lstStyle/>
        <a:p>
          <a:endParaRPr lang="en-US"/>
        </a:p>
      </dgm:t>
    </dgm:pt>
    <dgm:pt modelId="{3CECD9AE-2481-4687-BC89-5C6B017CE217}">
      <dgm:prSet phldrT="[Text]"/>
      <dgm:spPr/>
      <dgm:t>
        <a:bodyPr/>
        <a:lstStyle/>
        <a:p>
          <a:r>
            <a:rPr lang="en-US" dirty="0"/>
            <a:t>Conventional (short-term)</a:t>
          </a:r>
        </a:p>
      </dgm:t>
    </dgm:pt>
    <dgm:pt modelId="{79B74141-63BA-4405-AD9B-E45114DA638A}" type="parTrans" cxnId="{FE244333-E07C-4495-A2D0-FD51883C1D9D}">
      <dgm:prSet/>
      <dgm:spPr/>
      <dgm:t>
        <a:bodyPr/>
        <a:lstStyle/>
        <a:p>
          <a:endParaRPr lang="en-US"/>
        </a:p>
      </dgm:t>
    </dgm:pt>
    <dgm:pt modelId="{487BD621-CDA4-4E31-B43E-5DCD883F6DC3}" type="sibTrans" cxnId="{FE244333-E07C-4495-A2D0-FD51883C1D9D}">
      <dgm:prSet/>
      <dgm:spPr/>
      <dgm:t>
        <a:bodyPr/>
        <a:lstStyle/>
        <a:p>
          <a:endParaRPr lang="en-US"/>
        </a:p>
      </dgm:t>
    </dgm:pt>
    <dgm:pt modelId="{0ACCDF57-67A7-43BC-96EB-A389957DEA4C}">
      <dgm:prSet phldrT="[Text]"/>
      <dgm:spPr/>
      <dgm:t>
        <a:bodyPr/>
        <a:lstStyle/>
        <a:p>
          <a:r>
            <a:rPr lang="en-US" dirty="0"/>
            <a:t>Unconventional (long-term)</a:t>
          </a:r>
        </a:p>
      </dgm:t>
    </dgm:pt>
    <dgm:pt modelId="{5F01991B-8135-4422-B581-B7EBEE7459AC}" type="parTrans" cxnId="{C1F08487-F5DA-432E-97F3-D8F7C335EB95}">
      <dgm:prSet/>
      <dgm:spPr/>
      <dgm:t>
        <a:bodyPr/>
        <a:lstStyle/>
        <a:p>
          <a:endParaRPr lang="en-US"/>
        </a:p>
      </dgm:t>
    </dgm:pt>
    <dgm:pt modelId="{EAE95442-6C0C-416F-BF18-3CCDB3E1DA40}" type="sibTrans" cxnId="{C1F08487-F5DA-432E-97F3-D8F7C335EB95}">
      <dgm:prSet/>
      <dgm:spPr/>
      <dgm:t>
        <a:bodyPr/>
        <a:lstStyle/>
        <a:p>
          <a:endParaRPr lang="en-US"/>
        </a:p>
      </dgm:t>
    </dgm:pt>
    <dgm:pt modelId="{F43F58EB-C927-4214-B587-8313307D5C20}">
      <dgm:prSet phldrT="[Text]"/>
      <dgm:spPr/>
      <dgm:t>
        <a:bodyPr/>
        <a:lstStyle/>
        <a:p>
          <a:r>
            <a:rPr lang="en-US" dirty="0"/>
            <a:t>Systems</a:t>
          </a:r>
        </a:p>
      </dgm:t>
    </dgm:pt>
    <dgm:pt modelId="{282796CE-0126-43E3-9E49-77452990B4A7}" type="parTrans" cxnId="{3EEA52E8-9F42-4C84-B206-B326F0B386DB}">
      <dgm:prSet/>
      <dgm:spPr/>
      <dgm:t>
        <a:bodyPr/>
        <a:lstStyle/>
        <a:p>
          <a:endParaRPr lang="en-US"/>
        </a:p>
      </dgm:t>
    </dgm:pt>
    <dgm:pt modelId="{94EED5C0-CF2A-4DFA-ADDE-5D1A4AF8269F}" type="sibTrans" cxnId="{3EEA52E8-9F42-4C84-B206-B326F0B386DB}">
      <dgm:prSet/>
      <dgm:spPr/>
      <dgm:t>
        <a:bodyPr/>
        <a:lstStyle/>
        <a:p>
          <a:endParaRPr lang="en-US"/>
        </a:p>
      </dgm:t>
    </dgm:pt>
    <dgm:pt modelId="{CE9169DE-9128-401A-88B0-6C4F82A99279}">
      <dgm:prSet phldrT="[Text]"/>
      <dgm:spPr/>
      <dgm:t>
        <a:bodyPr/>
        <a:lstStyle/>
        <a:p>
          <a:r>
            <a:rPr lang="en-US" dirty="0"/>
            <a:t>Corridor</a:t>
          </a:r>
        </a:p>
      </dgm:t>
    </dgm:pt>
    <dgm:pt modelId="{1472C5E0-BFF8-4F16-9730-EE492FA6C3BA}" type="parTrans" cxnId="{5F28E04F-8ABC-4ADF-9C4D-08D9A0866916}">
      <dgm:prSet/>
      <dgm:spPr/>
      <dgm:t>
        <a:bodyPr/>
        <a:lstStyle/>
        <a:p>
          <a:endParaRPr lang="en-US"/>
        </a:p>
      </dgm:t>
    </dgm:pt>
    <dgm:pt modelId="{66F34EE6-2FC2-4EFF-8EED-BBC61281EAAA}" type="sibTrans" cxnId="{5F28E04F-8ABC-4ADF-9C4D-08D9A0866916}">
      <dgm:prSet/>
      <dgm:spPr/>
      <dgm:t>
        <a:bodyPr/>
        <a:lstStyle/>
        <a:p>
          <a:endParaRPr lang="en-US"/>
        </a:p>
      </dgm:t>
    </dgm:pt>
    <dgm:pt modelId="{63B37FF7-F94A-47B7-8B9E-5453CF37980C}">
      <dgm:prSet phldrT="[Text]"/>
      <dgm:spPr/>
      <dgm:t>
        <a:bodyPr/>
        <a:lstStyle/>
        <a:p>
          <a:r>
            <a:rPr lang="en-US" dirty="0"/>
            <a:t>Floor</a:t>
          </a:r>
        </a:p>
      </dgm:t>
    </dgm:pt>
    <dgm:pt modelId="{878B340C-83ED-43D3-B2A6-51BF3F4380FB}" type="parTrans" cxnId="{D3D4B4D2-C460-477E-83EA-DF8DCDC615EE}">
      <dgm:prSet/>
      <dgm:spPr/>
      <dgm:t>
        <a:bodyPr/>
        <a:lstStyle/>
        <a:p>
          <a:endParaRPr lang="en-US"/>
        </a:p>
      </dgm:t>
    </dgm:pt>
    <dgm:pt modelId="{AB2B4305-BA1B-4D42-9C05-279862750CB0}" type="sibTrans" cxnId="{D3D4B4D2-C460-477E-83EA-DF8DCDC615EE}">
      <dgm:prSet/>
      <dgm:spPr/>
      <dgm:t>
        <a:bodyPr/>
        <a:lstStyle/>
        <a:p>
          <a:endParaRPr lang="en-US"/>
        </a:p>
      </dgm:t>
    </dgm:pt>
    <dgm:pt modelId="{BBC6723D-A230-497B-B9FD-379DE4479C22}" type="pres">
      <dgm:prSet presAssocID="{824885B0-C8DD-4CB1-9880-31DC09BCCC36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0B67E31-F060-4C44-8D40-BDFD2D5964AA}" type="pres">
      <dgm:prSet presAssocID="{2801673F-8F47-43F6-986C-375BDB21232E}" presName="vertOne" presStyleCnt="0"/>
      <dgm:spPr/>
    </dgm:pt>
    <dgm:pt modelId="{1AA5C860-A633-4532-AC41-6C078DF22049}" type="pres">
      <dgm:prSet presAssocID="{2801673F-8F47-43F6-986C-375BDB21232E}" presName="txOne" presStyleLbl="node0" presStyleIdx="0" presStyleCnt="1">
        <dgm:presLayoutVars>
          <dgm:chPref val="3"/>
        </dgm:presLayoutVars>
      </dgm:prSet>
      <dgm:spPr/>
    </dgm:pt>
    <dgm:pt modelId="{2280D8A0-C05A-4432-8AE1-836BD54A8186}" type="pres">
      <dgm:prSet presAssocID="{2801673F-8F47-43F6-986C-375BDB21232E}" presName="parTransOne" presStyleCnt="0"/>
      <dgm:spPr/>
    </dgm:pt>
    <dgm:pt modelId="{3EF22A5F-90BC-4D0A-95CC-D840849C8464}" type="pres">
      <dgm:prSet presAssocID="{2801673F-8F47-43F6-986C-375BDB21232E}" presName="horzOne" presStyleCnt="0"/>
      <dgm:spPr/>
    </dgm:pt>
    <dgm:pt modelId="{A8FB22A5-728A-4BD9-A547-2414A383B666}" type="pres">
      <dgm:prSet presAssocID="{EEC3C1F8-2233-4C9F-A129-156B5FB1A42A}" presName="vertTwo" presStyleCnt="0"/>
      <dgm:spPr/>
    </dgm:pt>
    <dgm:pt modelId="{1DA8FBBE-5FF7-4297-A956-10CFE1EABC3A}" type="pres">
      <dgm:prSet presAssocID="{EEC3C1F8-2233-4C9F-A129-156B5FB1A42A}" presName="txTwo" presStyleLbl="node2" presStyleIdx="0" presStyleCnt="2">
        <dgm:presLayoutVars>
          <dgm:chPref val="3"/>
        </dgm:presLayoutVars>
      </dgm:prSet>
      <dgm:spPr/>
    </dgm:pt>
    <dgm:pt modelId="{CFC9AED8-D6D6-4B9E-92BA-44686A56192F}" type="pres">
      <dgm:prSet presAssocID="{EEC3C1F8-2233-4C9F-A129-156B5FB1A42A}" presName="parTransTwo" presStyleCnt="0"/>
      <dgm:spPr/>
    </dgm:pt>
    <dgm:pt modelId="{D8236193-DCCF-4EE9-B250-19AFDD7C4C67}" type="pres">
      <dgm:prSet presAssocID="{EEC3C1F8-2233-4C9F-A129-156B5FB1A42A}" presName="horzTwo" presStyleCnt="0"/>
      <dgm:spPr/>
    </dgm:pt>
    <dgm:pt modelId="{2249D685-FAC9-4FB0-8452-A101EA25B6B6}" type="pres">
      <dgm:prSet presAssocID="{3CECD9AE-2481-4687-BC89-5C6B017CE217}" presName="vertThree" presStyleCnt="0"/>
      <dgm:spPr/>
    </dgm:pt>
    <dgm:pt modelId="{A9BFE1EF-5C62-414D-B25E-493FB805E839}" type="pres">
      <dgm:prSet presAssocID="{3CECD9AE-2481-4687-BC89-5C6B017CE217}" presName="txThree" presStyleLbl="node3" presStyleIdx="0" presStyleCnt="4">
        <dgm:presLayoutVars>
          <dgm:chPref val="3"/>
        </dgm:presLayoutVars>
      </dgm:prSet>
      <dgm:spPr/>
    </dgm:pt>
    <dgm:pt modelId="{B273905E-565F-464D-953E-53ACAD28057C}" type="pres">
      <dgm:prSet presAssocID="{3CECD9AE-2481-4687-BC89-5C6B017CE217}" presName="horzThree" presStyleCnt="0"/>
      <dgm:spPr/>
    </dgm:pt>
    <dgm:pt modelId="{A9F0F451-D818-4B5F-A4BB-5BEF4FA522BF}" type="pres">
      <dgm:prSet presAssocID="{487BD621-CDA4-4E31-B43E-5DCD883F6DC3}" presName="sibSpaceThree" presStyleCnt="0"/>
      <dgm:spPr/>
    </dgm:pt>
    <dgm:pt modelId="{445EE915-C55D-41BF-8ED4-F377ED1A6404}" type="pres">
      <dgm:prSet presAssocID="{0ACCDF57-67A7-43BC-96EB-A389957DEA4C}" presName="vertThree" presStyleCnt="0"/>
      <dgm:spPr/>
    </dgm:pt>
    <dgm:pt modelId="{16042D29-D41E-4B95-AC34-FF50B2E5CE0D}" type="pres">
      <dgm:prSet presAssocID="{0ACCDF57-67A7-43BC-96EB-A389957DEA4C}" presName="txThree" presStyleLbl="node3" presStyleIdx="1" presStyleCnt="4">
        <dgm:presLayoutVars>
          <dgm:chPref val="3"/>
        </dgm:presLayoutVars>
      </dgm:prSet>
      <dgm:spPr/>
    </dgm:pt>
    <dgm:pt modelId="{3EFBA832-CB06-4459-B768-DD12AD0B224D}" type="pres">
      <dgm:prSet presAssocID="{0ACCDF57-67A7-43BC-96EB-A389957DEA4C}" presName="horzThree" presStyleCnt="0"/>
      <dgm:spPr/>
    </dgm:pt>
    <dgm:pt modelId="{85BAEE93-3FCB-4108-8663-C80FEAB741B6}" type="pres">
      <dgm:prSet presAssocID="{20E4B9EC-9C14-47ED-81DD-A115B48054C9}" presName="sibSpaceTwo" presStyleCnt="0"/>
      <dgm:spPr/>
    </dgm:pt>
    <dgm:pt modelId="{0ABA0C56-4486-4C20-A218-EA3687D32F88}" type="pres">
      <dgm:prSet presAssocID="{F43F58EB-C927-4214-B587-8313307D5C20}" presName="vertTwo" presStyleCnt="0"/>
      <dgm:spPr/>
    </dgm:pt>
    <dgm:pt modelId="{C02FA76C-015B-425C-80D4-821E12D6DE95}" type="pres">
      <dgm:prSet presAssocID="{F43F58EB-C927-4214-B587-8313307D5C20}" presName="txTwo" presStyleLbl="node2" presStyleIdx="1" presStyleCnt="2">
        <dgm:presLayoutVars>
          <dgm:chPref val="3"/>
        </dgm:presLayoutVars>
      </dgm:prSet>
      <dgm:spPr/>
    </dgm:pt>
    <dgm:pt modelId="{38E65C8F-F6F9-481D-ADDA-38C026616314}" type="pres">
      <dgm:prSet presAssocID="{F43F58EB-C927-4214-B587-8313307D5C20}" presName="parTransTwo" presStyleCnt="0"/>
      <dgm:spPr/>
    </dgm:pt>
    <dgm:pt modelId="{E8EFB97B-D1E0-45A2-B994-26F9D4D6FB36}" type="pres">
      <dgm:prSet presAssocID="{F43F58EB-C927-4214-B587-8313307D5C20}" presName="horzTwo" presStyleCnt="0"/>
      <dgm:spPr/>
    </dgm:pt>
    <dgm:pt modelId="{86FA183C-77DA-4BEB-A7A6-42FD4B8F26E2}" type="pres">
      <dgm:prSet presAssocID="{CE9169DE-9128-401A-88B0-6C4F82A99279}" presName="vertThree" presStyleCnt="0"/>
      <dgm:spPr/>
    </dgm:pt>
    <dgm:pt modelId="{EB8620A0-FB37-4F4E-975E-6A5453C366B9}" type="pres">
      <dgm:prSet presAssocID="{CE9169DE-9128-401A-88B0-6C4F82A99279}" presName="txThree" presStyleLbl="node3" presStyleIdx="2" presStyleCnt="4">
        <dgm:presLayoutVars>
          <dgm:chPref val="3"/>
        </dgm:presLayoutVars>
      </dgm:prSet>
      <dgm:spPr/>
    </dgm:pt>
    <dgm:pt modelId="{4B543FD4-0114-4B99-8CE0-89B0DC6E4ADD}" type="pres">
      <dgm:prSet presAssocID="{CE9169DE-9128-401A-88B0-6C4F82A99279}" presName="horzThree" presStyleCnt="0"/>
      <dgm:spPr/>
    </dgm:pt>
    <dgm:pt modelId="{6879548E-294D-4207-9B38-CD4D1D65CFC0}" type="pres">
      <dgm:prSet presAssocID="{66F34EE6-2FC2-4EFF-8EED-BBC61281EAAA}" presName="sibSpaceThree" presStyleCnt="0"/>
      <dgm:spPr/>
    </dgm:pt>
    <dgm:pt modelId="{833C1421-BCA5-48CD-A221-1413338FE270}" type="pres">
      <dgm:prSet presAssocID="{63B37FF7-F94A-47B7-8B9E-5453CF37980C}" presName="vertThree" presStyleCnt="0"/>
      <dgm:spPr/>
    </dgm:pt>
    <dgm:pt modelId="{E83D9F35-00F7-4228-BD69-1065C01E3348}" type="pres">
      <dgm:prSet presAssocID="{63B37FF7-F94A-47B7-8B9E-5453CF37980C}" presName="txThree" presStyleLbl="node3" presStyleIdx="3" presStyleCnt="4">
        <dgm:presLayoutVars>
          <dgm:chPref val="3"/>
        </dgm:presLayoutVars>
      </dgm:prSet>
      <dgm:spPr/>
    </dgm:pt>
    <dgm:pt modelId="{89A4F967-5E37-427B-81FA-F339730A6761}" type="pres">
      <dgm:prSet presAssocID="{63B37FF7-F94A-47B7-8B9E-5453CF37980C}" presName="horzThree" presStyleCnt="0"/>
      <dgm:spPr/>
    </dgm:pt>
  </dgm:ptLst>
  <dgm:cxnLst>
    <dgm:cxn modelId="{1C0A5F07-D89D-46E7-8127-78682C0B5ECC}" type="presOf" srcId="{2801673F-8F47-43F6-986C-375BDB21232E}" destId="{1AA5C860-A633-4532-AC41-6C078DF22049}" srcOrd="0" destOrd="0" presId="urn:microsoft.com/office/officeart/2005/8/layout/hierarchy4"/>
    <dgm:cxn modelId="{FE244333-E07C-4495-A2D0-FD51883C1D9D}" srcId="{EEC3C1F8-2233-4C9F-A129-156B5FB1A42A}" destId="{3CECD9AE-2481-4687-BC89-5C6B017CE217}" srcOrd="0" destOrd="0" parTransId="{79B74141-63BA-4405-AD9B-E45114DA638A}" sibTransId="{487BD621-CDA4-4E31-B43E-5DCD883F6DC3}"/>
    <dgm:cxn modelId="{2CC41538-FDCF-48E9-BB5B-E2FBD3FB013C}" type="presOf" srcId="{63B37FF7-F94A-47B7-8B9E-5453CF37980C}" destId="{E83D9F35-00F7-4228-BD69-1065C01E3348}" srcOrd="0" destOrd="0" presId="urn:microsoft.com/office/officeart/2005/8/layout/hierarchy4"/>
    <dgm:cxn modelId="{5F28E04F-8ABC-4ADF-9C4D-08D9A0866916}" srcId="{F43F58EB-C927-4214-B587-8313307D5C20}" destId="{CE9169DE-9128-401A-88B0-6C4F82A99279}" srcOrd="0" destOrd="0" parTransId="{1472C5E0-BFF8-4F16-9730-EE492FA6C3BA}" sibTransId="{66F34EE6-2FC2-4EFF-8EED-BBC61281EAAA}"/>
    <dgm:cxn modelId="{13317A57-4714-4311-8F4D-975A753D03F8}" srcId="{2801673F-8F47-43F6-986C-375BDB21232E}" destId="{EEC3C1F8-2233-4C9F-A129-156B5FB1A42A}" srcOrd="0" destOrd="0" parTransId="{48B282AB-41E7-47AF-B4FD-B13EEFE9D79F}" sibTransId="{20E4B9EC-9C14-47ED-81DD-A115B48054C9}"/>
    <dgm:cxn modelId="{929C6383-CC88-4942-BFE0-EDBD838104CD}" type="presOf" srcId="{EEC3C1F8-2233-4C9F-A129-156B5FB1A42A}" destId="{1DA8FBBE-5FF7-4297-A956-10CFE1EABC3A}" srcOrd="0" destOrd="0" presId="urn:microsoft.com/office/officeart/2005/8/layout/hierarchy4"/>
    <dgm:cxn modelId="{C1F08487-F5DA-432E-97F3-D8F7C335EB95}" srcId="{EEC3C1F8-2233-4C9F-A129-156B5FB1A42A}" destId="{0ACCDF57-67A7-43BC-96EB-A389957DEA4C}" srcOrd="1" destOrd="0" parTransId="{5F01991B-8135-4422-B581-B7EBEE7459AC}" sibTransId="{EAE95442-6C0C-416F-BF18-3CCDB3E1DA40}"/>
    <dgm:cxn modelId="{32EFB19D-1069-49EB-866F-A812F884883C}" type="presOf" srcId="{3CECD9AE-2481-4687-BC89-5C6B017CE217}" destId="{A9BFE1EF-5C62-414D-B25E-493FB805E839}" srcOrd="0" destOrd="0" presId="urn:microsoft.com/office/officeart/2005/8/layout/hierarchy4"/>
    <dgm:cxn modelId="{F2B0BDAD-4E78-460D-A38A-012EB4E2D1F1}" type="presOf" srcId="{824885B0-C8DD-4CB1-9880-31DC09BCCC36}" destId="{BBC6723D-A230-497B-B9FD-379DE4479C22}" srcOrd="0" destOrd="0" presId="urn:microsoft.com/office/officeart/2005/8/layout/hierarchy4"/>
    <dgm:cxn modelId="{D3D4B4D2-C460-477E-83EA-DF8DCDC615EE}" srcId="{F43F58EB-C927-4214-B587-8313307D5C20}" destId="{63B37FF7-F94A-47B7-8B9E-5453CF37980C}" srcOrd="1" destOrd="0" parTransId="{878B340C-83ED-43D3-B2A6-51BF3F4380FB}" sibTransId="{AB2B4305-BA1B-4D42-9C05-279862750CB0}"/>
    <dgm:cxn modelId="{EAFE48D5-645B-4F46-9DFF-64EB3BF3F9D6}" type="presOf" srcId="{F43F58EB-C927-4214-B587-8313307D5C20}" destId="{C02FA76C-015B-425C-80D4-821E12D6DE95}" srcOrd="0" destOrd="0" presId="urn:microsoft.com/office/officeart/2005/8/layout/hierarchy4"/>
    <dgm:cxn modelId="{FF8706D7-A85C-4B30-B2CE-BF89E98A4D56}" srcId="{824885B0-C8DD-4CB1-9880-31DC09BCCC36}" destId="{2801673F-8F47-43F6-986C-375BDB21232E}" srcOrd="0" destOrd="0" parTransId="{7B1CB265-F884-4C28-860D-D8D2E05CA51C}" sibTransId="{17040D1D-2294-4594-9C18-D13832A8C298}"/>
    <dgm:cxn modelId="{3EEA52E8-9F42-4C84-B206-B326F0B386DB}" srcId="{2801673F-8F47-43F6-986C-375BDB21232E}" destId="{F43F58EB-C927-4214-B587-8313307D5C20}" srcOrd="1" destOrd="0" parTransId="{282796CE-0126-43E3-9E49-77452990B4A7}" sibTransId="{94EED5C0-CF2A-4DFA-ADDE-5D1A4AF8269F}"/>
    <dgm:cxn modelId="{F4785BED-FD2C-4190-BB6B-0EEC3561F218}" type="presOf" srcId="{0ACCDF57-67A7-43BC-96EB-A389957DEA4C}" destId="{16042D29-D41E-4B95-AC34-FF50B2E5CE0D}" srcOrd="0" destOrd="0" presId="urn:microsoft.com/office/officeart/2005/8/layout/hierarchy4"/>
    <dgm:cxn modelId="{81AE54FF-3741-4A59-A051-D401BBACAADF}" type="presOf" srcId="{CE9169DE-9128-401A-88B0-6C4F82A99279}" destId="{EB8620A0-FB37-4F4E-975E-6A5453C366B9}" srcOrd="0" destOrd="0" presId="urn:microsoft.com/office/officeart/2005/8/layout/hierarchy4"/>
    <dgm:cxn modelId="{5A1E4D82-DDE1-4595-BD49-65BB90FBA813}" type="presParOf" srcId="{BBC6723D-A230-497B-B9FD-379DE4479C22}" destId="{60B67E31-F060-4C44-8D40-BDFD2D5964AA}" srcOrd="0" destOrd="0" presId="urn:microsoft.com/office/officeart/2005/8/layout/hierarchy4"/>
    <dgm:cxn modelId="{47F89901-D5E1-497D-8673-3CBFD61BD5B4}" type="presParOf" srcId="{60B67E31-F060-4C44-8D40-BDFD2D5964AA}" destId="{1AA5C860-A633-4532-AC41-6C078DF22049}" srcOrd="0" destOrd="0" presId="urn:microsoft.com/office/officeart/2005/8/layout/hierarchy4"/>
    <dgm:cxn modelId="{D1B56C13-45E2-41A9-833A-9AF0C924F831}" type="presParOf" srcId="{60B67E31-F060-4C44-8D40-BDFD2D5964AA}" destId="{2280D8A0-C05A-4432-8AE1-836BD54A8186}" srcOrd="1" destOrd="0" presId="urn:microsoft.com/office/officeart/2005/8/layout/hierarchy4"/>
    <dgm:cxn modelId="{B61F98DC-EEF7-414E-859C-F8ED236B76B2}" type="presParOf" srcId="{60B67E31-F060-4C44-8D40-BDFD2D5964AA}" destId="{3EF22A5F-90BC-4D0A-95CC-D840849C8464}" srcOrd="2" destOrd="0" presId="urn:microsoft.com/office/officeart/2005/8/layout/hierarchy4"/>
    <dgm:cxn modelId="{269F51EB-81CB-459C-9141-474C63F0110C}" type="presParOf" srcId="{3EF22A5F-90BC-4D0A-95CC-D840849C8464}" destId="{A8FB22A5-728A-4BD9-A547-2414A383B666}" srcOrd="0" destOrd="0" presId="urn:microsoft.com/office/officeart/2005/8/layout/hierarchy4"/>
    <dgm:cxn modelId="{09C58117-5CFE-4425-97FC-A7DA1719C37E}" type="presParOf" srcId="{A8FB22A5-728A-4BD9-A547-2414A383B666}" destId="{1DA8FBBE-5FF7-4297-A956-10CFE1EABC3A}" srcOrd="0" destOrd="0" presId="urn:microsoft.com/office/officeart/2005/8/layout/hierarchy4"/>
    <dgm:cxn modelId="{00102FC7-1D7A-4366-B859-564329A0042F}" type="presParOf" srcId="{A8FB22A5-728A-4BD9-A547-2414A383B666}" destId="{CFC9AED8-D6D6-4B9E-92BA-44686A56192F}" srcOrd="1" destOrd="0" presId="urn:microsoft.com/office/officeart/2005/8/layout/hierarchy4"/>
    <dgm:cxn modelId="{80C1DFE0-9D09-4345-B65C-4885D9C15E46}" type="presParOf" srcId="{A8FB22A5-728A-4BD9-A547-2414A383B666}" destId="{D8236193-DCCF-4EE9-B250-19AFDD7C4C67}" srcOrd="2" destOrd="0" presId="urn:microsoft.com/office/officeart/2005/8/layout/hierarchy4"/>
    <dgm:cxn modelId="{A124942F-0D4D-4688-890E-391730B98135}" type="presParOf" srcId="{D8236193-DCCF-4EE9-B250-19AFDD7C4C67}" destId="{2249D685-FAC9-4FB0-8452-A101EA25B6B6}" srcOrd="0" destOrd="0" presId="urn:microsoft.com/office/officeart/2005/8/layout/hierarchy4"/>
    <dgm:cxn modelId="{CC8F6084-9EA8-4E82-A4AB-58FD3011931F}" type="presParOf" srcId="{2249D685-FAC9-4FB0-8452-A101EA25B6B6}" destId="{A9BFE1EF-5C62-414D-B25E-493FB805E839}" srcOrd="0" destOrd="0" presId="urn:microsoft.com/office/officeart/2005/8/layout/hierarchy4"/>
    <dgm:cxn modelId="{DEE53968-315E-452C-A92D-61250AFC1811}" type="presParOf" srcId="{2249D685-FAC9-4FB0-8452-A101EA25B6B6}" destId="{B273905E-565F-464D-953E-53ACAD28057C}" srcOrd="1" destOrd="0" presId="urn:microsoft.com/office/officeart/2005/8/layout/hierarchy4"/>
    <dgm:cxn modelId="{2B24E3EA-FBD3-43C6-864E-982BC946B8F3}" type="presParOf" srcId="{D8236193-DCCF-4EE9-B250-19AFDD7C4C67}" destId="{A9F0F451-D818-4B5F-A4BB-5BEF4FA522BF}" srcOrd="1" destOrd="0" presId="urn:microsoft.com/office/officeart/2005/8/layout/hierarchy4"/>
    <dgm:cxn modelId="{DDE40B66-FFB2-406C-BA55-2E3A5BDE50AD}" type="presParOf" srcId="{D8236193-DCCF-4EE9-B250-19AFDD7C4C67}" destId="{445EE915-C55D-41BF-8ED4-F377ED1A6404}" srcOrd="2" destOrd="0" presId="urn:microsoft.com/office/officeart/2005/8/layout/hierarchy4"/>
    <dgm:cxn modelId="{230C28FC-6D19-487D-91E0-A07A4B15046E}" type="presParOf" srcId="{445EE915-C55D-41BF-8ED4-F377ED1A6404}" destId="{16042D29-D41E-4B95-AC34-FF50B2E5CE0D}" srcOrd="0" destOrd="0" presId="urn:microsoft.com/office/officeart/2005/8/layout/hierarchy4"/>
    <dgm:cxn modelId="{609277A0-9572-418E-BC7A-A0F0EC9A2101}" type="presParOf" srcId="{445EE915-C55D-41BF-8ED4-F377ED1A6404}" destId="{3EFBA832-CB06-4459-B768-DD12AD0B224D}" srcOrd="1" destOrd="0" presId="urn:microsoft.com/office/officeart/2005/8/layout/hierarchy4"/>
    <dgm:cxn modelId="{5F40F226-497E-4DF0-933A-507AF43BC66A}" type="presParOf" srcId="{3EF22A5F-90BC-4D0A-95CC-D840849C8464}" destId="{85BAEE93-3FCB-4108-8663-C80FEAB741B6}" srcOrd="1" destOrd="0" presId="urn:microsoft.com/office/officeart/2005/8/layout/hierarchy4"/>
    <dgm:cxn modelId="{16572EE9-8B0A-4D72-929B-B7BB65830424}" type="presParOf" srcId="{3EF22A5F-90BC-4D0A-95CC-D840849C8464}" destId="{0ABA0C56-4486-4C20-A218-EA3687D32F88}" srcOrd="2" destOrd="0" presId="urn:microsoft.com/office/officeart/2005/8/layout/hierarchy4"/>
    <dgm:cxn modelId="{07106474-C900-401B-B222-962B36667339}" type="presParOf" srcId="{0ABA0C56-4486-4C20-A218-EA3687D32F88}" destId="{C02FA76C-015B-425C-80D4-821E12D6DE95}" srcOrd="0" destOrd="0" presId="urn:microsoft.com/office/officeart/2005/8/layout/hierarchy4"/>
    <dgm:cxn modelId="{3C1A14A0-BCCA-4BFF-8C71-6CC55E712531}" type="presParOf" srcId="{0ABA0C56-4486-4C20-A218-EA3687D32F88}" destId="{38E65C8F-F6F9-481D-ADDA-38C026616314}" srcOrd="1" destOrd="0" presId="urn:microsoft.com/office/officeart/2005/8/layout/hierarchy4"/>
    <dgm:cxn modelId="{637D3B7A-34FF-45A0-8074-B3EF5DBF0DD9}" type="presParOf" srcId="{0ABA0C56-4486-4C20-A218-EA3687D32F88}" destId="{E8EFB97B-D1E0-45A2-B994-26F9D4D6FB36}" srcOrd="2" destOrd="0" presId="urn:microsoft.com/office/officeart/2005/8/layout/hierarchy4"/>
    <dgm:cxn modelId="{6DB2FE84-A6E5-4A0D-A15F-4CF2B3B56215}" type="presParOf" srcId="{E8EFB97B-D1E0-45A2-B994-26F9D4D6FB36}" destId="{86FA183C-77DA-4BEB-A7A6-42FD4B8F26E2}" srcOrd="0" destOrd="0" presId="urn:microsoft.com/office/officeart/2005/8/layout/hierarchy4"/>
    <dgm:cxn modelId="{4270B3AF-E6B6-474F-A324-BA37E79A3646}" type="presParOf" srcId="{86FA183C-77DA-4BEB-A7A6-42FD4B8F26E2}" destId="{EB8620A0-FB37-4F4E-975E-6A5453C366B9}" srcOrd="0" destOrd="0" presId="urn:microsoft.com/office/officeart/2005/8/layout/hierarchy4"/>
    <dgm:cxn modelId="{ED16875D-F36A-4E9B-8103-AF2C920649EE}" type="presParOf" srcId="{86FA183C-77DA-4BEB-A7A6-42FD4B8F26E2}" destId="{4B543FD4-0114-4B99-8CE0-89B0DC6E4ADD}" srcOrd="1" destOrd="0" presId="urn:microsoft.com/office/officeart/2005/8/layout/hierarchy4"/>
    <dgm:cxn modelId="{BD599D4B-CDA0-4A67-928A-0DEF324135B4}" type="presParOf" srcId="{E8EFB97B-D1E0-45A2-B994-26F9D4D6FB36}" destId="{6879548E-294D-4207-9B38-CD4D1D65CFC0}" srcOrd="1" destOrd="0" presId="urn:microsoft.com/office/officeart/2005/8/layout/hierarchy4"/>
    <dgm:cxn modelId="{494F80FB-05B1-4631-AF7A-021F5E49E228}" type="presParOf" srcId="{E8EFB97B-D1E0-45A2-B994-26F9D4D6FB36}" destId="{833C1421-BCA5-48CD-A221-1413338FE270}" srcOrd="2" destOrd="0" presId="urn:microsoft.com/office/officeart/2005/8/layout/hierarchy4"/>
    <dgm:cxn modelId="{661B36BF-E776-4AC7-B912-08C6A88F40E0}" type="presParOf" srcId="{833C1421-BCA5-48CD-A221-1413338FE270}" destId="{E83D9F35-00F7-4228-BD69-1065C01E3348}" srcOrd="0" destOrd="0" presId="urn:microsoft.com/office/officeart/2005/8/layout/hierarchy4"/>
    <dgm:cxn modelId="{C16C9D51-C8E8-4640-A3B9-ABD1047C538C}" type="presParOf" srcId="{833C1421-BCA5-48CD-A221-1413338FE270}" destId="{89A4F967-5E37-427B-81FA-F339730A6761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2D3877-D1D2-41E2-ADEF-F9A6BDAF7D6F}">
      <dsp:nvSpPr>
        <dsp:cNvPr id="0" name=""/>
        <dsp:cNvSpPr/>
      </dsp:nvSpPr>
      <dsp:spPr>
        <a:xfrm>
          <a:off x="0" y="179044"/>
          <a:ext cx="1314449" cy="110059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Stage 1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Commodity money</a:t>
          </a:r>
        </a:p>
      </dsp:txBody>
      <dsp:txXfrm>
        <a:off x="32235" y="211279"/>
        <a:ext cx="1249979" cy="1036125"/>
      </dsp:txXfrm>
    </dsp:sp>
    <dsp:sp modelId="{950EC3EE-9990-42AF-B69C-D3241C7E77A6}">
      <dsp:nvSpPr>
        <dsp:cNvPr id="0" name=""/>
        <dsp:cNvSpPr/>
      </dsp:nvSpPr>
      <dsp:spPr>
        <a:xfrm>
          <a:off x="1445895" y="566350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445895" y="631547"/>
        <a:ext cx="195064" cy="195589"/>
      </dsp:txXfrm>
    </dsp:sp>
    <dsp:sp modelId="{7299276D-2C10-4018-AE4F-1912D50C1B4A}">
      <dsp:nvSpPr>
        <dsp:cNvPr id="0" name=""/>
        <dsp:cNvSpPr/>
      </dsp:nvSpPr>
      <dsp:spPr>
        <a:xfrm>
          <a:off x="1840230" y="179044"/>
          <a:ext cx="1314449" cy="11005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Stage 2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Free banking</a:t>
          </a:r>
        </a:p>
      </dsp:txBody>
      <dsp:txXfrm>
        <a:off x="1872465" y="211279"/>
        <a:ext cx="1249979" cy="1036125"/>
      </dsp:txXfrm>
    </dsp:sp>
    <dsp:sp modelId="{AA98B340-5888-4FFD-91BF-8EDA18336060}">
      <dsp:nvSpPr>
        <dsp:cNvPr id="0" name=""/>
        <dsp:cNvSpPr/>
      </dsp:nvSpPr>
      <dsp:spPr>
        <a:xfrm>
          <a:off x="3286125" y="566350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286125" y="631547"/>
        <a:ext cx="195064" cy="195589"/>
      </dsp:txXfrm>
    </dsp:sp>
    <dsp:sp modelId="{8FDB06E1-318E-4BBE-96A0-76278DE5D9C3}">
      <dsp:nvSpPr>
        <dsp:cNvPr id="0" name=""/>
        <dsp:cNvSpPr/>
      </dsp:nvSpPr>
      <dsp:spPr>
        <a:xfrm>
          <a:off x="3680460" y="179044"/>
          <a:ext cx="1314449" cy="110059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Stage 3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Classic gold standard</a:t>
          </a:r>
        </a:p>
      </dsp:txBody>
      <dsp:txXfrm>
        <a:off x="3712695" y="211279"/>
        <a:ext cx="1249979" cy="1036125"/>
      </dsp:txXfrm>
    </dsp:sp>
    <dsp:sp modelId="{DB4EADF8-28EB-490D-80F5-F3A92B8376F6}">
      <dsp:nvSpPr>
        <dsp:cNvPr id="0" name=""/>
        <dsp:cNvSpPr/>
      </dsp:nvSpPr>
      <dsp:spPr>
        <a:xfrm>
          <a:off x="5126355" y="566350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126355" y="631547"/>
        <a:ext cx="195064" cy="195589"/>
      </dsp:txXfrm>
    </dsp:sp>
    <dsp:sp modelId="{D71E7CC6-B541-48B5-B5A9-9A7E1FEDDE09}">
      <dsp:nvSpPr>
        <dsp:cNvPr id="0" name=""/>
        <dsp:cNvSpPr/>
      </dsp:nvSpPr>
      <dsp:spPr>
        <a:xfrm>
          <a:off x="5520690" y="179044"/>
          <a:ext cx="1314449" cy="110059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Stage 4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Bretton Woods System</a:t>
          </a:r>
        </a:p>
      </dsp:txBody>
      <dsp:txXfrm>
        <a:off x="5552925" y="211279"/>
        <a:ext cx="1249979" cy="1036125"/>
      </dsp:txXfrm>
    </dsp:sp>
    <dsp:sp modelId="{CC0A9359-C884-431B-85C1-F36A2C00867C}">
      <dsp:nvSpPr>
        <dsp:cNvPr id="0" name=""/>
        <dsp:cNvSpPr/>
      </dsp:nvSpPr>
      <dsp:spPr>
        <a:xfrm>
          <a:off x="6966585" y="566350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966585" y="631547"/>
        <a:ext cx="195064" cy="195589"/>
      </dsp:txXfrm>
    </dsp:sp>
    <dsp:sp modelId="{5D80EEC5-F634-4317-BD82-E39F2E53DB07}">
      <dsp:nvSpPr>
        <dsp:cNvPr id="0" name=""/>
        <dsp:cNvSpPr/>
      </dsp:nvSpPr>
      <dsp:spPr>
        <a:xfrm>
          <a:off x="7360920" y="179044"/>
          <a:ext cx="1314449" cy="110059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Stage 5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Fiat money</a:t>
          </a:r>
        </a:p>
      </dsp:txBody>
      <dsp:txXfrm>
        <a:off x="7393155" y="211279"/>
        <a:ext cx="1249979" cy="1036125"/>
      </dsp:txXfrm>
    </dsp:sp>
    <dsp:sp modelId="{95C223DD-3D7E-470C-B8EF-590686B38E29}">
      <dsp:nvSpPr>
        <dsp:cNvPr id="0" name=""/>
        <dsp:cNvSpPr/>
      </dsp:nvSpPr>
      <dsp:spPr>
        <a:xfrm>
          <a:off x="8806814" y="566350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6814" y="631547"/>
        <a:ext cx="195064" cy="195589"/>
      </dsp:txXfrm>
    </dsp:sp>
    <dsp:sp modelId="{6A855441-6775-4A22-8652-9B103594F6A9}">
      <dsp:nvSpPr>
        <dsp:cNvPr id="0" name=""/>
        <dsp:cNvSpPr/>
      </dsp:nvSpPr>
      <dsp:spPr>
        <a:xfrm>
          <a:off x="9201149" y="179044"/>
          <a:ext cx="1314449" cy="1100595"/>
        </a:xfrm>
        <a:prstGeom prst="roundRect">
          <a:avLst>
            <a:gd name="adj" fmla="val 10000"/>
          </a:avLst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Stage 6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The future of money?</a:t>
          </a:r>
        </a:p>
      </dsp:txBody>
      <dsp:txXfrm>
        <a:off x="9233384" y="211279"/>
        <a:ext cx="1249979" cy="10361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47A657-B634-46F1-9C96-1F8A4BE2F053}">
      <dsp:nvSpPr>
        <dsp:cNvPr id="0" name=""/>
        <dsp:cNvSpPr/>
      </dsp:nvSpPr>
      <dsp:spPr>
        <a:xfrm>
          <a:off x="4556931" y="106810"/>
          <a:ext cx="1401737" cy="9344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Money in the broader sense</a:t>
          </a:r>
        </a:p>
      </dsp:txBody>
      <dsp:txXfrm>
        <a:off x="4584301" y="134180"/>
        <a:ext cx="1346997" cy="879751"/>
      </dsp:txXfrm>
    </dsp:sp>
    <dsp:sp modelId="{EAF4A4DA-ECAF-46EB-B1FA-BE3561431D21}">
      <dsp:nvSpPr>
        <dsp:cNvPr id="0" name=""/>
        <dsp:cNvSpPr/>
      </dsp:nvSpPr>
      <dsp:spPr>
        <a:xfrm>
          <a:off x="2524411" y="1041301"/>
          <a:ext cx="2733388" cy="373796"/>
        </a:xfrm>
        <a:custGeom>
          <a:avLst/>
          <a:gdLst/>
          <a:ahLst/>
          <a:cxnLst/>
          <a:rect l="0" t="0" r="0" b="0"/>
          <a:pathLst>
            <a:path>
              <a:moveTo>
                <a:pt x="2733388" y="0"/>
              </a:moveTo>
              <a:lnTo>
                <a:pt x="2733388" y="186898"/>
              </a:lnTo>
              <a:lnTo>
                <a:pt x="0" y="186898"/>
              </a:lnTo>
              <a:lnTo>
                <a:pt x="0" y="3737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56C2A7-A0AE-4B64-9413-22CC789A77AF}">
      <dsp:nvSpPr>
        <dsp:cNvPr id="0" name=""/>
        <dsp:cNvSpPr/>
      </dsp:nvSpPr>
      <dsp:spPr>
        <a:xfrm>
          <a:off x="1823542" y="1415098"/>
          <a:ext cx="1401737" cy="934491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Money in the narrower sense</a:t>
          </a:r>
        </a:p>
      </dsp:txBody>
      <dsp:txXfrm>
        <a:off x="1850912" y="1442468"/>
        <a:ext cx="1346997" cy="879751"/>
      </dsp:txXfrm>
    </dsp:sp>
    <dsp:sp modelId="{AEE9C5C7-9F3E-451A-9CAB-51E0EB412591}">
      <dsp:nvSpPr>
        <dsp:cNvPr id="0" name=""/>
        <dsp:cNvSpPr/>
      </dsp:nvSpPr>
      <dsp:spPr>
        <a:xfrm>
          <a:off x="702152" y="2349590"/>
          <a:ext cx="1822259" cy="373796"/>
        </a:xfrm>
        <a:custGeom>
          <a:avLst/>
          <a:gdLst/>
          <a:ahLst/>
          <a:cxnLst/>
          <a:rect l="0" t="0" r="0" b="0"/>
          <a:pathLst>
            <a:path>
              <a:moveTo>
                <a:pt x="1822259" y="0"/>
              </a:moveTo>
              <a:lnTo>
                <a:pt x="1822259" y="186898"/>
              </a:lnTo>
              <a:lnTo>
                <a:pt x="0" y="186898"/>
              </a:lnTo>
              <a:lnTo>
                <a:pt x="0" y="37379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7DE7C6-E60A-4727-A44F-A5F0616B6508}">
      <dsp:nvSpPr>
        <dsp:cNvPr id="0" name=""/>
        <dsp:cNvSpPr/>
      </dsp:nvSpPr>
      <dsp:spPr>
        <a:xfrm>
          <a:off x="1283" y="2723387"/>
          <a:ext cx="1401737" cy="934491"/>
        </a:xfrm>
        <a:prstGeom prst="roundRect">
          <a:avLst>
            <a:gd name="adj" fmla="val 10000"/>
          </a:avLst>
        </a:prstGeom>
        <a:solidFill>
          <a:schemeClr val="accent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Commodity money</a:t>
          </a:r>
        </a:p>
      </dsp:txBody>
      <dsp:txXfrm>
        <a:off x="28653" y="2750757"/>
        <a:ext cx="1346997" cy="879751"/>
      </dsp:txXfrm>
    </dsp:sp>
    <dsp:sp modelId="{1EAC2DC7-9422-414D-BAD5-A271F64694D6}">
      <dsp:nvSpPr>
        <dsp:cNvPr id="0" name=""/>
        <dsp:cNvSpPr/>
      </dsp:nvSpPr>
      <dsp:spPr>
        <a:xfrm>
          <a:off x="2475453" y="2349590"/>
          <a:ext cx="91440" cy="373796"/>
        </a:xfrm>
        <a:custGeom>
          <a:avLst/>
          <a:gdLst/>
          <a:ahLst/>
          <a:cxnLst/>
          <a:rect l="0" t="0" r="0" b="0"/>
          <a:pathLst>
            <a:path>
              <a:moveTo>
                <a:pt x="48958" y="0"/>
              </a:moveTo>
              <a:lnTo>
                <a:pt x="48958" y="186898"/>
              </a:lnTo>
              <a:lnTo>
                <a:pt x="45720" y="186898"/>
              </a:lnTo>
              <a:lnTo>
                <a:pt x="45720" y="37379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98F8DA-3B0F-462A-A889-52794666D806}">
      <dsp:nvSpPr>
        <dsp:cNvPr id="0" name=""/>
        <dsp:cNvSpPr/>
      </dsp:nvSpPr>
      <dsp:spPr>
        <a:xfrm>
          <a:off x="1820304" y="2723387"/>
          <a:ext cx="1401737" cy="934491"/>
        </a:xfrm>
        <a:prstGeom prst="roundRect">
          <a:avLst>
            <a:gd name="adj" fmla="val 10000"/>
          </a:avLst>
        </a:prstGeom>
        <a:solidFill>
          <a:schemeClr val="accent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Fiat money</a:t>
          </a:r>
        </a:p>
      </dsp:txBody>
      <dsp:txXfrm>
        <a:off x="1847674" y="2750757"/>
        <a:ext cx="1346997" cy="879751"/>
      </dsp:txXfrm>
    </dsp:sp>
    <dsp:sp modelId="{19950323-5FC5-4217-A70B-8FF2678B89DB}">
      <dsp:nvSpPr>
        <dsp:cNvPr id="0" name=""/>
        <dsp:cNvSpPr/>
      </dsp:nvSpPr>
      <dsp:spPr>
        <a:xfrm>
          <a:off x="2524411" y="2349590"/>
          <a:ext cx="1822259" cy="3737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6898"/>
              </a:lnTo>
              <a:lnTo>
                <a:pt x="1822259" y="186898"/>
              </a:lnTo>
              <a:lnTo>
                <a:pt x="1822259" y="37379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3134E5-AFB0-4E97-8687-9E4DE100FE20}">
      <dsp:nvSpPr>
        <dsp:cNvPr id="0" name=""/>
        <dsp:cNvSpPr/>
      </dsp:nvSpPr>
      <dsp:spPr>
        <a:xfrm>
          <a:off x="3645801" y="2723387"/>
          <a:ext cx="1401737" cy="934491"/>
        </a:xfrm>
        <a:prstGeom prst="roundRect">
          <a:avLst>
            <a:gd name="adj" fmla="val 10000"/>
          </a:avLst>
        </a:prstGeom>
        <a:solidFill>
          <a:schemeClr val="accent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Digital money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(Bitcoin)</a:t>
          </a:r>
        </a:p>
      </dsp:txBody>
      <dsp:txXfrm>
        <a:off x="3673171" y="2750757"/>
        <a:ext cx="1346997" cy="879751"/>
      </dsp:txXfrm>
    </dsp:sp>
    <dsp:sp modelId="{628E3A7B-6FD3-46A2-8856-C3FBE4AA4A72}">
      <dsp:nvSpPr>
        <dsp:cNvPr id="0" name=""/>
        <dsp:cNvSpPr/>
      </dsp:nvSpPr>
      <dsp:spPr>
        <a:xfrm>
          <a:off x="5257800" y="1041301"/>
          <a:ext cx="2733388" cy="3737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6898"/>
              </a:lnTo>
              <a:lnTo>
                <a:pt x="2733388" y="186898"/>
              </a:lnTo>
              <a:lnTo>
                <a:pt x="2733388" y="3737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D2752D-1A89-40A0-944B-BCF532C7D27F}">
      <dsp:nvSpPr>
        <dsp:cNvPr id="0" name=""/>
        <dsp:cNvSpPr/>
      </dsp:nvSpPr>
      <dsp:spPr>
        <a:xfrm>
          <a:off x="7290319" y="1415098"/>
          <a:ext cx="1401737" cy="934491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Money-substitutes</a:t>
          </a:r>
        </a:p>
      </dsp:txBody>
      <dsp:txXfrm>
        <a:off x="7317689" y="1442468"/>
        <a:ext cx="1346997" cy="879751"/>
      </dsp:txXfrm>
    </dsp:sp>
    <dsp:sp modelId="{FD889227-0CDF-4918-951E-643D3FCC07CB}">
      <dsp:nvSpPr>
        <dsp:cNvPr id="0" name=""/>
        <dsp:cNvSpPr/>
      </dsp:nvSpPr>
      <dsp:spPr>
        <a:xfrm>
          <a:off x="6168929" y="2349590"/>
          <a:ext cx="1822259" cy="373796"/>
        </a:xfrm>
        <a:custGeom>
          <a:avLst/>
          <a:gdLst/>
          <a:ahLst/>
          <a:cxnLst/>
          <a:rect l="0" t="0" r="0" b="0"/>
          <a:pathLst>
            <a:path>
              <a:moveTo>
                <a:pt x="1822259" y="0"/>
              </a:moveTo>
              <a:lnTo>
                <a:pt x="1822259" y="186898"/>
              </a:lnTo>
              <a:lnTo>
                <a:pt x="0" y="186898"/>
              </a:lnTo>
              <a:lnTo>
                <a:pt x="0" y="37379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B51592-BB9E-4C42-8718-8060CA88EF40}">
      <dsp:nvSpPr>
        <dsp:cNvPr id="0" name=""/>
        <dsp:cNvSpPr/>
      </dsp:nvSpPr>
      <dsp:spPr>
        <a:xfrm>
          <a:off x="5468060" y="2723387"/>
          <a:ext cx="1401737" cy="934491"/>
        </a:xfrm>
        <a:prstGeom prst="roundRect">
          <a:avLst>
            <a:gd name="adj" fmla="val 10000"/>
          </a:avLst>
        </a:prstGeom>
        <a:solidFill>
          <a:schemeClr val="accent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Checks</a:t>
          </a:r>
        </a:p>
      </dsp:txBody>
      <dsp:txXfrm>
        <a:off x="5495430" y="2750757"/>
        <a:ext cx="1346997" cy="879751"/>
      </dsp:txXfrm>
    </dsp:sp>
    <dsp:sp modelId="{2D86B9A2-047D-4009-B144-1041ADEC5A2A}">
      <dsp:nvSpPr>
        <dsp:cNvPr id="0" name=""/>
        <dsp:cNvSpPr/>
      </dsp:nvSpPr>
      <dsp:spPr>
        <a:xfrm>
          <a:off x="7945468" y="2349590"/>
          <a:ext cx="91440" cy="37379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379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D9C6D3-2C1E-4BF1-A765-1B530710AE88}">
      <dsp:nvSpPr>
        <dsp:cNvPr id="0" name=""/>
        <dsp:cNvSpPr/>
      </dsp:nvSpPr>
      <dsp:spPr>
        <a:xfrm>
          <a:off x="7290319" y="2723387"/>
          <a:ext cx="1401737" cy="934491"/>
        </a:xfrm>
        <a:prstGeom prst="roundRect">
          <a:avLst>
            <a:gd name="adj" fmla="val 10000"/>
          </a:avLst>
        </a:prstGeom>
        <a:solidFill>
          <a:schemeClr val="accent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Bank deposits</a:t>
          </a:r>
        </a:p>
      </dsp:txBody>
      <dsp:txXfrm>
        <a:off x="7317689" y="2750757"/>
        <a:ext cx="1346997" cy="879751"/>
      </dsp:txXfrm>
    </dsp:sp>
    <dsp:sp modelId="{31A85278-FDA7-48F8-BB68-46438601EC15}">
      <dsp:nvSpPr>
        <dsp:cNvPr id="0" name=""/>
        <dsp:cNvSpPr/>
      </dsp:nvSpPr>
      <dsp:spPr>
        <a:xfrm>
          <a:off x="7991188" y="2349590"/>
          <a:ext cx="1822259" cy="3737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6898"/>
              </a:lnTo>
              <a:lnTo>
                <a:pt x="1822259" y="186898"/>
              </a:lnTo>
              <a:lnTo>
                <a:pt x="1822259" y="37379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DEB0F7-D352-41F5-B4A7-ADDE3B4DFCBA}">
      <dsp:nvSpPr>
        <dsp:cNvPr id="0" name=""/>
        <dsp:cNvSpPr/>
      </dsp:nvSpPr>
      <dsp:spPr>
        <a:xfrm>
          <a:off x="9112578" y="2723387"/>
          <a:ext cx="1401737" cy="934491"/>
        </a:xfrm>
        <a:prstGeom prst="roundRect">
          <a:avLst>
            <a:gd name="adj" fmla="val 10000"/>
          </a:avLst>
        </a:prstGeom>
        <a:solidFill>
          <a:schemeClr val="accent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Money certificates</a:t>
          </a:r>
        </a:p>
      </dsp:txBody>
      <dsp:txXfrm>
        <a:off x="9139948" y="2750757"/>
        <a:ext cx="1346997" cy="8797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96BBA7-6B7E-4E8C-B9C3-C76D8208FD9D}">
      <dsp:nvSpPr>
        <dsp:cNvPr id="0" name=""/>
        <dsp:cNvSpPr/>
      </dsp:nvSpPr>
      <dsp:spPr>
        <a:xfrm>
          <a:off x="9242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Immediate targets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Tools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Monetary regime</a:t>
          </a:r>
        </a:p>
      </dsp:txBody>
      <dsp:txXfrm>
        <a:off x="57787" y="1395494"/>
        <a:ext cx="2665308" cy="1560349"/>
      </dsp:txXfrm>
    </dsp:sp>
    <dsp:sp modelId="{D01AE2A5-440B-4E6E-9EC3-8AC5E8DBFE49}">
      <dsp:nvSpPr>
        <dsp:cNvPr id="0" name=""/>
        <dsp:cNvSpPr/>
      </dsp:nvSpPr>
      <dsp:spPr>
        <a:xfrm>
          <a:off x="3047880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047880" y="1970146"/>
        <a:ext cx="409940" cy="411044"/>
      </dsp:txXfrm>
    </dsp:sp>
    <dsp:sp modelId="{2260AA35-4BCF-4015-92F1-9C89372B02A3}">
      <dsp:nvSpPr>
        <dsp:cNvPr id="0" name=""/>
        <dsp:cNvSpPr/>
      </dsp:nvSpPr>
      <dsp:spPr>
        <a:xfrm>
          <a:off x="3876600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Intermediate targets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Interest rates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Monetary aggregate</a:t>
          </a:r>
        </a:p>
      </dsp:txBody>
      <dsp:txXfrm>
        <a:off x="3925145" y="1395494"/>
        <a:ext cx="2665308" cy="1560349"/>
      </dsp:txXfrm>
    </dsp:sp>
    <dsp:sp modelId="{3087A679-35A1-4764-AC55-E7279A7EB757}">
      <dsp:nvSpPr>
        <dsp:cNvPr id="0" name=""/>
        <dsp:cNvSpPr/>
      </dsp:nvSpPr>
      <dsp:spPr>
        <a:xfrm>
          <a:off x="6915239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915239" y="1970146"/>
        <a:ext cx="409940" cy="411044"/>
      </dsp:txXfrm>
    </dsp:sp>
    <dsp:sp modelId="{E5C51F80-6297-432F-8328-481425343DB8}">
      <dsp:nvSpPr>
        <dsp:cNvPr id="0" name=""/>
        <dsp:cNvSpPr/>
      </dsp:nvSpPr>
      <dsp:spPr>
        <a:xfrm>
          <a:off x="7743958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Final objective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Stable GDP growth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Price level stability</a:t>
          </a:r>
        </a:p>
      </dsp:txBody>
      <dsp:txXfrm>
        <a:off x="7792503" y="1395494"/>
        <a:ext cx="2665308" cy="15603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A9C853-5DF6-4DC8-9EA8-285BF5AA6FB6}">
      <dsp:nvSpPr>
        <dsp:cNvPr id="0" name=""/>
        <dsp:cNvSpPr/>
      </dsp:nvSpPr>
      <dsp:spPr>
        <a:xfrm>
          <a:off x="1250" y="412146"/>
          <a:ext cx="2437804" cy="975121"/>
        </a:xfrm>
        <a:prstGeom prst="homePlate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Short-term interest rate</a:t>
          </a:r>
        </a:p>
      </dsp:txBody>
      <dsp:txXfrm>
        <a:off x="1250" y="412146"/>
        <a:ext cx="2194024" cy="975121"/>
      </dsp:txXfrm>
    </dsp:sp>
    <dsp:sp modelId="{76E66842-DB9E-47DA-B218-CF964280AB82}">
      <dsp:nvSpPr>
        <dsp:cNvPr id="0" name=""/>
        <dsp:cNvSpPr/>
      </dsp:nvSpPr>
      <dsp:spPr>
        <a:xfrm>
          <a:off x="1951493" y="412146"/>
          <a:ext cx="2437804" cy="975121"/>
        </a:xfrm>
        <a:prstGeom prst="chevron">
          <a:avLst/>
        </a:prstGeom>
        <a:solidFill>
          <a:schemeClr val="accent1">
            <a:shade val="80000"/>
            <a:hueOff val="41415"/>
            <a:satOff val="-4018"/>
            <a:lumOff val="96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Long-term interest rate</a:t>
          </a:r>
        </a:p>
      </dsp:txBody>
      <dsp:txXfrm>
        <a:off x="2439054" y="412146"/>
        <a:ext cx="1462683" cy="975121"/>
      </dsp:txXfrm>
    </dsp:sp>
    <dsp:sp modelId="{F30949D0-474E-4797-B6B1-B038159C29C8}">
      <dsp:nvSpPr>
        <dsp:cNvPr id="0" name=""/>
        <dsp:cNvSpPr/>
      </dsp:nvSpPr>
      <dsp:spPr>
        <a:xfrm>
          <a:off x="3901737" y="412146"/>
          <a:ext cx="2437804" cy="975121"/>
        </a:xfrm>
        <a:prstGeom prst="chevron">
          <a:avLst/>
        </a:prstGeom>
        <a:solidFill>
          <a:schemeClr val="accent1">
            <a:shade val="80000"/>
            <a:hueOff val="82830"/>
            <a:satOff val="-8036"/>
            <a:lumOff val="192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Lending</a:t>
          </a:r>
        </a:p>
      </dsp:txBody>
      <dsp:txXfrm>
        <a:off x="4389298" y="412146"/>
        <a:ext cx="1462683" cy="975121"/>
      </dsp:txXfrm>
    </dsp:sp>
    <dsp:sp modelId="{63D199CB-8508-49CA-9B89-298C88723C82}">
      <dsp:nvSpPr>
        <dsp:cNvPr id="0" name=""/>
        <dsp:cNvSpPr/>
      </dsp:nvSpPr>
      <dsp:spPr>
        <a:xfrm>
          <a:off x="5851981" y="412146"/>
          <a:ext cx="2437804" cy="975121"/>
        </a:xfrm>
        <a:prstGeom prst="chevron">
          <a:avLst/>
        </a:prstGeom>
        <a:solidFill>
          <a:schemeClr val="accent1">
            <a:shade val="80000"/>
            <a:hueOff val="124245"/>
            <a:satOff val="-12054"/>
            <a:lumOff val="289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Economic activity</a:t>
          </a:r>
        </a:p>
      </dsp:txBody>
      <dsp:txXfrm>
        <a:off x="6339542" y="412146"/>
        <a:ext cx="1462683" cy="975121"/>
      </dsp:txXfrm>
    </dsp:sp>
    <dsp:sp modelId="{4D1CFFCC-DFC2-451F-A968-8DA0497C8201}">
      <dsp:nvSpPr>
        <dsp:cNvPr id="0" name=""/>
        <dsp:cNvSpPr/>
      </dsp:nvSpPr>
      <dsp:spPr>
        <a:xfrm>
          <a:off x="7802225" y="412146"/>
          <a:ext cx="2437804" cy="975121"/>
        </a:xfrm>
        <a:prstGeom prst="chevron">
          <a:avLst/>
        </a:prstGeom>
        <a:solidFill>
          <a:schemeClr val="accent1">
            <a:shade val="80000"/>
            <a:hueOff val="165660"/>
            <a:satOff val="-16072"/>
            <a:lumOff val="385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Output and unemployment</a:t>
          </a:r>
        </a:p>
      </dsp:txBody>
      <dsp:txXfrm>
        <a:off x="8289786" y="412146"/>
        <a:ext cx="1462683" cy="9751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A5C860-A633-4532-AC41-6C078DF22049}">
      <dsp:nvSpPr>
        <dsp:cNvPr id="0" name=""/>
        <dsp:cNvSpPr/>
      </dsp:nvSpPr>
      <dsp:spPr>
        <a:xfrm>
          <a:off x="3881" y="600"/>
          <a:ext cx="10507836" cy="13300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 dirty="0"/>
            <a:t>Monetary policy</a:t>
          </a:r>
        </a:p>
      </dsp:txBody>
      <dsp:txXfrm>
        <a:off x="42837" y="39556"/>
        <a:ext cx="10429924" cy="1252135"/>
      </dsp:txXfrm>
    </dsp:sp>
    <dsp:sp modelId="{1DA8FBBE-5FF7-4297-A956-10CFE1EABC3A}">
      <dsp:nvSpPr>
        <dsp:cNvPr id="0" name=""/>
        <dsp:cNvSpPr/>
      </dsp:nvSpPr>
      <dsp:spPr>
        <a:xfrm>
          <a:off x="3881" y="1510645"/>
          <a:ext cx="5148033" cy="133004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 dirty="0"/>
            <a:t>Term</a:t>
          </a:r>
        </a:p>
      </dsp:txBody>
      <dsp:txXfrm>
        <a:off x="42837" y="1549601"/>
        <a:ext cx="5070121" cy="1252135"/>
      </dsp:txXfrm>
    </dsp:sp>
    <dsp:sp modelId="{A9BFE1EF-5C62-414D-B25E-493FB805E839}">
      <dsp:nvSpPr>
        <dsp:cNvPr id="0" name=""/>
        <dsp:cNvSpPr/>
      </dsp:nvSpPr>
      <dsp:spPr>
        <a:xfrm>
          <a:off x="3881" y="3020690"/>
          <a:ext cx="2521074" cy="133004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Conventional (short-term)</a:t>
          </a:r>
        </a:p>
      </dsp:txBody>
      <dsp:txXfrm>
        <a:off x="42837" y="3059646"/>
        <a:ext cx="2443162" cy="1252135"/>
      </dsp:txXfrm>
    </dsp:sp>
    <dsp:sp modelId="{16042D29-D41E-4B95-AC34-FF50B2E5CE0D}">
      <dsp:nvSpPr>
        <dsp:cNvPr id="0" name=""/>
        <dsp:cNvSpPr/>
      </dsp:nvSpPr>
      <dsp:spPr>
        <a:xfrm>
          <a:off x="2630840" y="3020690"/>
          <a:ext cx="2521074" cy="133004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Unconventional (long-term)</a:t>
          </a:r>
        </a:p>
      </dsp:txBody>
      <dsp:txXfrm>
        <a:off x="2669796" y="3059646"/>
        <a:ext cx="2443162" cy="1252135"/>
      </dsp:txXfrm>
    </dsp:sp>
    <dsp:sp modelId="{C02FA76C-015B-425C-80D4-821E12D6DE95}">
      <dsp:nvSpPr>
        <dsp:cNvPr id="0" name=""/>
        <dsp:cNvSpPr/>
      </dsp:nvSpPr>
      <dsp:spPr>
        <a:xfrm>
          <a:off x="5363685" y="1510645"/>
          <a:ext cx="5148033" cy="133004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 dirty="0"/>
            <a:t>Systems</a:t>
          </a:r>
        </a:p>
      </dsp:txBody>
      <dsp:txXfrm>
        <a:off x="5402641" y="1549601"/>
        <a:ext cx="5070121" cy="1252135"/>
      </dsp:txXfrm>
    </dsp:sp>
    <dsp:sp modelId="{EB8620A0-FB37-4F4E-975E-6A5453C366B9}">
      <dsp:nvSpPr>
        <dsp:cNvPr id="0" name=""/>
        <dsp:cNvSpPr/>
      </dsp:nvSpPr>
      <dsp:spPr>
        <a:xfrm>
          <a:off x="5363685" y="3020690"/>
          <a:ext cx="2521074" cy="133004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Corridor</a:t>
          </a:r>
        </a:p>
      </dsp:txBody>
      <dsp:txXfrm>
        <a:off x="5402641" y="3059646"/>
        <a:ext cx="2443162" cy="1252135"/>
      </dsp:txXfrm>
    </dsp:sp>
    <dsp:sp modelId="{E83D9F35-00F7-4228-BD69-1065C01E3348}">
      <dsp:nvSpPr>
        <dsp:cNvPr id="0" name=""/>
        <dsp:cNvSpPr/>
      </dsp:nvSpPr>
      <dsp:spPr>
        <a:xfrm>
          <a:off x="7990644" y="3020690"/>
          <a:ext cx="2521074" cy="133004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Floor</a:t>
          </a:r>
        </a:p>
      </dsp:txBody>
      <dsp:txXfrm>
        <a:off x="8029600" y="3059646"/>
        <a:ext cx="2443162" cy="12521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0.77539</cdr:x>
      <cdr:y>0.03024</cdr:y>
    </cdr:from>
    <cdr:to>
      <cdr:x>0.85553</cdr:x>
      <cdr:y>0.0593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7709A2BF-61DC-524D-CB84-376B5C73A027}"/>
            </a:ext>
          </a:extLst>
        </cdr:cNvPr>
        <cdr:cNvSpPr txBox="1"/>
      </cdr:nvSpPr>
      <cdr:spPr>
        <a:xfrm xmlns:a="http://schemas.openxmlformats.org/drawingml/2006/main">
          <a:off x="9453513" y="207382"/>
          <a:ext cx="977066" cy="199293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</cdr:spPr>
      <cdr:txBody>
        <a:bodyPr xmlns:a="http://schemas.openxmlformats.org/drawingml/2006/main" vertOverflow="clip" wrap="none" rtlCol="0" anchor="ctr"/>
        <a:lstStyle xmlns:a="http://schemas.openxmlformats.org/drawingml/2006/main"/>
        <a:p xmlns:a="http://schemas.openxmlformats.org/drawingml/2006/main">
          <a:pPr algn="l"/>
          <a:r>
            <a:rPr lang="en-US" sz="1200" dirty="0">
              <a:solidFill>
                <a:schemeClr val="accent1"/>
              </a:solidFill>
              <a:latin typeface="Roboto Condensed" panose="02000000000000000000" pitchFamily="2" charset="0"/>
              <a:ea typeface="Roboto Condensed" panose="02000000000000000000" pitchFamily="2" charset="0"/>
            </a:rPr>
            <a:t>Italy (4)</a:t>
          </a:r>
        </a:p>
      </cdr:txBody>
    </cdr:sp>
  </cdr:relSizeAnchor>
  <cdr:relSizeAnchor xmlns:cdr="http://schemas.openxmlformats.org/drawingml/2006/chartDrawing">
    <cdr:from>
      <cdr:x>0.77539</cdr:x>
      <cdr:y>0.11831</cdr:y>
    </cdr:from>
    <cdr:to>
      <cdr:x>0.85553</cdr:x>
      <cdr:y>0.14737</cdr:y>
    </cdr:to>
    <cdr:sp macro="" textlink="">
      <cdr:nvSpPr>
        <cdr:cNvPr id="3" name="TextBox 1">
          <a:extLst xmlns:a="http://schemas.openxmlformats.org/drawingml/2006/main">
            <a:ext uri="{FF2B5EF4-FFF2-40B4-BE49-F238E27FC236}">
              <a16:creationId xmlns:a16="http://schemas.microsoft.com/office/drawing/2014/main" id="{0F862069-99B9-A0D1-4196-3FC224428A9C}"/>
            </a:ext>
          </a:extLst>
        </cdr:cNvPr>
        <cdr:cNvSpPr txBox="1"/>
      </cdr:nvSpPr>
      <cdr:spPr>
        <a:xfrm xmlns:a="http://schemas.openxmlformats.org/drawingml/2006/main">
          <a:off x="9453513" y="811391"/>
          <a:ext cx="977066" cy="199293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</cdr:spPr>
      <cdr:txBody>
        <a:bodyPr xmlns:a="http://schemas.openxmlformats.org/drawingml/2006/main" wrap="none" rtlCol="0" anchor="ctr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200" dirty="0">
              <a:solidFill>
                <a:schemeClr val="accent1"/>
              </a:solidFill>
              <a:latin typeface="Roboto Condensed" panose="02000000000000000000" pitchFamily="2" charset="0"/>
              <a:ea typeface="Roboto Condensed" panose="02000000000000000000" pitchFamily="2" charset="0"/>
            </a:rPr>
            <a:t>Germany (5)</a:t>
          </a:r>
        </a:p>
      </cdr:txBody>
    </cdr:sp>
  </cdr:relSizeAnchor>
  <cdr:relSizeAnchor xmlns:cdr="http://schemas.openxmlformats.org/drawingml/2006/chartDrawing">
    <cdr:from>
      <cdr:x>0.77539</cdr:x>
      <cdr:y>0.20639</cdr:y>
    </cdr:from>
    <cdr:to>
      <cdr:x>0.85553</cdr:x>
      <cdr:y>0.23545</cdr:y>
    </cdr:to>
    <cdr:sp macro="" textlink="">
      <cdr:nvSpPr>
        <cdr:cNvPr id="4" name="TextBox 1">
          <a:extLst xmlns:a="http://schemas.openxmlformats.org/drawingml/2006/main">
            <a:ext uri="{FF2B5EF4-FFF2-40B4-BE49-F238E27FC236}">
              <a16:creationId xmlns:a16="http://schemas.microsoft.com/office/drawing/2014/main" id="{FA4B7A3B-CD99-A2C6-307D-7CBF57DD0572}"/>
            </a:ext>
          </a:extLst>
        </cdr:cNvPr>
        <cdr:cNvSpPr txBox="1"/>
      </cdr:nvSpPr>
      <cdr:spPr>
        <a:xfrm xmlns:a="http://schemas.openxmlformats.org/drawingml/2006/main">
          <a:off x="9453513" y="1415400"/>
          <a:ext cx="977066" cy="199294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</cdr:spPr>
      <cdr:txBody>
        <a:bodyPr xmlns:a="http://schemas.openxmlformats.org/drawingml/2006/main" wrap="none" rtlCol="0" anchor="ctr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200" dirty="0">
              <a:solidFill>
                <a:schemeClr val="accent1"/>
              </a:solidFill>
              <a:latin typeface="Roboto Condensed" panose="02000000000000000000" pitchFamily="2" charset="0"/>
              <a:ea typeface="Roboto Condensed" panose="02000000000000000000" pitchFamily="2" charset="0"/>
            </a:rPr>
            <a:t>France (6)</a:t>
          </a:r>
        </a:p>
      </cdr:txBody>
    </cdr:sp>
  </cdr:relSizeAnchor>
  <cdr:relSizeAnchor xmlns:cdr="http://schemas.openxmlformats.org/drawingml/2006/chartDrawing">
    <cdr:from>
      <cdr:x>0.77539</cdr:x>
      <cdr:y>0.29446</cdr:y>
    </cdr:from>
    <cdr:to>
      <cdr:x>0.85553</cdr:x>
      <cdr:y>0.32352</cdr:y>
    </cdr:to>
    <cdr:sp macro="" textlink="">
      <cdr:nvSpPr>
        <cdr:cNvPr id="5" name="TextBox 1">
          <a:extLst xmlns:a="http://schemas.openxmlformats.org/drawingml/2006/main">
            <a:ext uri="{FF2B5EF4-FFF2-40B4-BE49-F238E27FC236}">
              <a16:creationId xmlns:a16="http://schemas.microsoft.com/office/drawing/2014/main" id="{FA4B7A3B-CD99-A2C6-307D-7CBF57DD0572}"/>
            </a:ext>
          </a:extLst>
        </cdr:cNvPr>
        <cdr:cNvSpPr txBox="1"/>
      </cdr:nvSpPr>
      <cdr:spPr>
        <a:xfrm xmlns:a="http://schemas.openxmlformats.org/drawingml/2006/main">
          <a:off x="9453513" y="2019410"/>
          <a:ext cx="977066" cy="199294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</cdr:spPr>
      <cdr:txBody>
        <a:bodyPr xmlns:a="http://schemas.openxmlformats.org/drawingml/2006/main" wrap="none" rtlCol="0" anchor="ctr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200" dirty="0">
              <a:solidFill>
                <a:schemeClr val="accent1"/>
              </a:solidFill>
              <a:latin typeface="Roboto Condensed" panose="02000000000000000000" pitchFamily="2" charset="0"/>
              <a:ea typeface="Roboto Condensed" panose="02000000000000000000" pitchFamily="2" charset="0"/>
            </a:rPr>
            <a:t>England (8)</a:t>
          </a:r>
        </a:p>
      </cdr:txBody>
    </cdr:sp>
  </cdr:relSizeAnchor>
  <cdr:relSizeAnchor xmlns:cdr="http://schemas.openxmlformats.org/drawingml/2006/chartDrawing">
    <cdr:from>
      <cdr:x>0.77539</cdr:x>
      <cdr:y>0.38253</cdr:y>
    </cdr:from>
    <cdr:to>
      <cdr:x>0.85553</cdr:x>
      <cdr:y>0.41159</cdr:y>
    </cdr:to>
    <cdr:sp macro="" textlink="">
      <cdr:nvSpPr>
        <cdr:cNvPr id="6" name="TextBox 1">
          <a:extLst xmlns:a="http://schemas.openxmlformats.org/drawingml/2006/main">
            <a:ext uri="{FF2B5EF4-FFF2-40B4-BE49-F238E27FC236}">
              <a16:creationId xmlns:a16="http://schemas.microsoft.com/office/drawing/2014/main" id="{FA4B7A3B-CD99-A2C6-307D-7CBF57DD0572}"/>
            </a:ext>
          </a:extLst>
        </cdr:cNvPr>
        <cdr:cNvSpPr txBox="1"/>
      </cdr:nvSpPr>
      <cdr:spPr>
        <a:xfrm xmlns:a="http://schemas.openxmlformats.org/drawingml/2006/main">
          <a:off x="9453513" y="2623419"/>
          <a:ext cx="977066" cy="199294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</cdr:spPr>
      <cdr:txBody>
        <a:bodyPr xmlns:a="http://schemas.openxmlformats.org/drawingml/2006/main" wrap="none" rtlCol="0" anchor="ctr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200" dirty="0">
              <a:solidFill>
                <a:schemeClr val="accent1"/>
              </a:solidFill>
              <a:latin typeface="Roboto Condensed" panose="02000000000000000000" pitchFamily="2" charset="0"/>
              <a:ea typeface="Roboto Condensed" panose="02000000000000000000" pitchFamily="2" charset="0"/>
            </a:rPr>
            <a:t>United States (19)</a:t>
          </a:r>
        </a:p>
      </cdr:txBody>
    </cdr:sp>
  </cdr:relSizeAnchor>
  <cdr:relSizeAnchor xmlns:cdr="http://schemas.openxmlformats.org/drawingml/2006/chartDrawing">
    <cdr:from>
      <cdr:x>0.77539</cdr:x>
      <cdr:y>0.47094</cdr:y>
    </cdr:from>
    <cdr:to>
      <cdr:x>0.85553</cdr:x>
      <cdr:y>0.5</cdr:y>
    </cdr:to>
    <cdr:sp macro="" textlink="">
      <cdr:nvSpPr>
        <cdr:cNvPr id="7" name="TextBox 1">
          <a:extLst xmlns:a="http://schemas.openxmlformats.org/drawingml/2006/main">
            <a:ext uri="{FF2B5EF4-FFF2-40B4-BE49-F238E27FC236}">
              <a16:creationId xmlns:a16="http://schemas.microsoft.com/office/drawing/2014/main" id="{FA4B7A3B-CD99-A2C6-307D-7CBF57DD0572}"/>
            </a:ext>
          </a:extLst>
        </cdr:cNvPr>
        <cdr:cNvSpPr txBox="1"/>
      </cdr:nvSpPr>
      <cdr:spPr>
        <a:xfrm xmlns:a="http://schemas.openxmlformats.org/drawingml/2006/main">
          <a:off x="9453513" y="3229707"/>
          <a:ext cx="977066" cy="199293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</cdr:spPr>
      <cdr:txBody>
        <a:bodyPr xmlns:a="http://schemas.openxmlformats.org/drawingml/2006/main" wrap="none" rtlCol="0" anchor="ctr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200" dirty="0">
              <a:solidFill>
                <a:schemeClr val="accent2"/>
              </a:solidFill>
              <a:latin typeface="Roboto Condensed" panose="02000000000000000000" pitchFamily="2" charset="0"/>
              <a:ea typeface="Roboto Condensed" panose="02000000000000000000" pitchFamily="2" charset="0"/>
            </a:rPr>
            <a:t>South Africa (1)</a:t>
          </a:r>
        </a:p>
      </cdr:txBody>
    </cdr:sp>
  </cdr:relSizeAnchor>
  <cdr:relSizeAnchor xmlns:cdr="http://schemas.openxmlformats.org/drawingml/2006/chartDrawing">
    <cdr:from>
      <cdr:x>0.77539</cdr:x>
      <cdr:y>0.55834</cdr:y>
    </cdr:from>
    <cdr:to>
      <cdr:x>0.85553</cdr:x>
      <cdr:y>0.5874</cdr:y>
    </cdr:to>
    <cdr:sp macro="" textlink="">
      <cdr:nvSpPr>
        <cdr:cNvPr id="8" name="TextBox 1">
          <a:extLst xmlns:a="http://schemas.openxmlformats.org/drawingml/2006/main">
            <a:ext uri="{FF2B5EF4-FFF2-40B4-BE49-F238E27FC236}">
              <a16:creationId xmlns:a16="http://schemas.microsoft.com/office/drawing/2014/main" id="{18A94B31-EEAE-0C39-19B9-A9FF1554160D}"/>
            </a:ext>
          </a:extLst>
        </cdr:cNvPr>
        <cdr:cNvSpPr txBox="1"/>
      </cdr:nvSpPr>
      <cdr:spPr>
        <a:xfrm xmlns:a="http://schemas.openxmlformats.org/drawingml/2006/main">
          <a:off x="9453513" y="3829068"/>
          <a:ext cx="977066" cy="199294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</cdr:spPr>
      <cdr:txBody>
        <a:bodyPr xmlns:a="http://schemas.openxmlformats.org/drawingml/2006/main" wrap="none" rtlCol="0" anchor="ctr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200" dirty="0">
              <a:solidFill>
                <a:schemeClr val="accent2"/>
              </a:solidFill>
              <a:latin typeface="Roboto Condensed" panose="02000000000000000000" pitchFamily="2" charset="0"/>
              <a:ea typeface="Roboto Condensed" panose="02000000000000000000" pitchFamily="2" charset="0"/>
            </a:rPr>
            <a:t>China (1)</a:t>
          </a:r>
        </a:p>
      </cdr:txBody>
    </cdr:sp>
  </cdr:relSizeAnchor>
  <cdr:relSizeAnchor xmlns:cdr="http://schemas.openxmlformats.org/drawingml/2006/chartDrawing">
    <cdr:from>
      <cdr:x>0.77539</cdr:x>
      <cdr:y>0.64573</cdr:y>
    </cdr:from>
    <cdr:to>
      <cdr:x>0.85553</cdr:x>
      <cdr:y>0.67479</cdr:y>
    </cdr:to>
    <cdr:sp macro="" textlink="">
      <cdr:nvSpPr>
        <cdr:cNvPr id="9" name="TextBox 1">
          <a:extLst xmlns:a="http://schemas.openxmlformats.org/drawingml/2006/main">
            <a:ext uri="{FF2B5EF4-FFF2-40B4-BE49-F238E27FC236}">
              <a16:creationId xmlns:a16="http://schemas.microsoft.com/office/drawing/2014/main" id="{E8A963CE-7F07-AA3A-3F09-7E055E20A4C2}"/>
            </a:ext>
          </a:extLst>
        </cdr:cNvPr>
        <cdr:cNvSpPr txBox="1"/>
      </cdr:nvSpPr>
      <cdr:spPr>
        <a:xfrm xmlns:a="http://schemas.openxmlformats.org/drawingml/2006/main">
          <a:off x="9453513" y="4428430"/>
          <a:ext cx="977066" cy="199293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</cdr:spPr>
      <cdr:txBody>
        <a:bodyPr xmlns:a="http://schemas.openxmlformats.org/drawingml/2006/main" wrap="none" rtlCol="0" anchor="ctr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200" dirty="0">
              <a:solidFill>
                <a:schemeClr val="accent2"/>
              </a:solidFill>
              <a:latin typeface="Roboto Condensed" panose="02000000000000000000" pitchFamily="2" charset="0"/>
              <a:ea typeface="Roboto Condensed" panose="02000000000000000000" pitchFamily="2" charset="0"/>
            </a:rPr>
            <a:t>Australia (1)</a:t>
          </a:r>
        </a:p>
      </cdr:txBody>
    </cdr:sp>
  </cdr:relSizeAnchor>
  <cdr:relSizeAnchor xmlns:cdr="http://schemas.openxmlformats.org/drawingml/2006/chartDrawing">
    <cdr:from>
      <cdr:x>0.77539</cdr:x>
      <cdr:y>0.73313</cdr:y>
    </cdr:from>
    <cdr:to>
      <cdr:x>0.85553</cdr:x>
      <cdr:y>0.76219</cdr:y>
    </cdr:to>
    <cdr:sp macro="" textlink="">
      <cdr:nvSpPr>
        <cdr:cNvPr id="10" name="TextBox 1">
          <a:extLst xmlns:a="http://schemas.openxmlformats.org/drawingml/2006/main">
            <a:ext uri="{FF2B5EF4-FFF2-40B4-BE49-F238E27FC236}">
              <a16:creationId xmlns:a16="http://schemas.microsoft.com/office/drawing/2014/main" id="{1C408BEB-FA0A-7EC5-B3FE-DB44A13CD47F}"/>
            </a:ext>
          </a:extLst>
        </cdr:cNvPr>
        <cdr:cNvSpPr txBox="1"/>
      </cdr:nvSpPr>
      <cdr:spPr>
        <a:xfrm xmlns:a="http://schemas.openxmlformats.org/drawingml/2006/main">
          <a:off x="9453513" y="5027791"/>
          <a:ext cx="977066" cy="199293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</cdr:spPr>
      <cdr:txBody>
        <a:bodyPr xmlns:a="http://schemas.openxmlformats.org/drawingml/2006/main" wrap="none" rtlCol="0" anchor="ctr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200" dirty="0">
              <a:solidFill>
                <a:schemeClr val="accent2"/>
              </a:solidFill>
              <a:latin typeface="Roboto Condensed" panose="02000000000000000000" pitchFamily="2" charset="0"/>
              <a:ea typeface="Roboto Condensed" panose="02000000000000000000" pitchFamily="2" charset="0"/>
            </a:rPr>
            <a:t>Sweden (1)</a:t>
          </a:r>
        </a:p>
      </cdr:txBody>
    </cdr:sp>
  </cdr:relSizeAnchor>
  <cdr:relSizeAnchor xmlns:cdr="http://schemas.openxmlformats.org/drawingml/2006/chartDrawing">
    <cdr:from>
      <cdr:x>0.77539</cdr:x>
      <cdr:y>0.82052</cdr:y>
    </cdr:from>
    <cdr:to>
      <cdr:x>0.85553</cdr:x>
      <cdr:y>0.84958</cdr:y>
    </cdr:to>
    <cdr:sp macro="" textlink="">
      <cdr:nvSpPr>
        <cdr:cNvPr id="11" name="TextBox 1">
          <a:extLst xmlns:a="http://schemas.openxmlformats.org/drawingml/2006/main">
            <a:ext uri="{FF2B5EF4-FFF2-40B4-BE49-F238E27FC236}">
              <a16:creationId xmlns:a16="http://schemas.microsoft.com/office/drawing/2014/main" id="{8B94185C-1DC8-CC3B-FA93-31000F0876E9}"/>
            </a:ext>
          </a:extLst>
        </cdr:cNvPr>
        <cdr:cNvSpPr txBox="1"/>
      </cdr:nvSpPr>
      <cdr:spPr>
        <a:xfrm xmlns:a="http://schemas.openxmlformats.org/drawingml/2006/main">
          <a:off x="9453513" y="5627152"/>
          <a:ext cx="977066" cy="199294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</cdr:spPr>
      <cdr:txBody>
        <a:bodyPr xmlns:a="http://schemas.openxmlformats.org/drawingml/2006/main" wrap="none" rtlCol="0" anchor="ctr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200" dirty="0">
              <a:solidFill>
                <a:schemeClr val="accent2"/>
              </a:solidFill>
              <a:latin typeface="Roboto Condensed" panose="02000000000000000000" pitchFamily="2" charset="0"/>
              <a:ea typeface="Roboto Condensed" panose="02000000000000000000" pitchFamily="2" charset="0"/>
            </a:rPr>
            <a:t>Scotland (1)</a:t>
          </a:r>
        </a:p>
      </cdr:txBody>
    </cdr:sp>
  </cdr:relSizeAnchor>
  <cdr:relSizeAnchor xmlns:cdr="http://schemas.openxmlformats.org/drawingml/2006/chartDrawing">
    <cdr:from>
      <cdr:x>0.77539</cdr:x>
      <cdr:y>0.90792</cdr:y>
    </cdr:from>
    <cdr:to>
      <cdr:x>0.85553</cdr:x>
      <cdr:y>0.93698</cdr:y>
    </cdr:to>
    <cdr:sp macro="" textlink="">
      <cdr:nvSpPr>
        <cdr:cNvPr id="12" name="TextBox 1">
          <a:extLst xmlns:a="http://schemas.openxmlformats.org/drawingml/2006/main">
            <a:ext uri="{FF2B5EF4-FFF2-40B4-BE49-F238E27FC236}">
              <a16:creationId xmlns:a16="http://schemas.microsoft.com/office/drawing/2014/main" id="{FD4116A3-99F4-F1F6-FE49-B9855C1A146F}"/>
            </a:ext>
          </a:extLst>
        </cdr:cNvPr>
        <cdr:cNvSpPr txBox="1"/>
      </cdr:nvSpPr>
      <cdr:spPr>
        <a:xfrm xmlns:a="http://schemas.openxmlformats.org/drawingml/2006/main">
          <a:off x="9453513" y="6226515"/>
          <a:ext cx="977066" cy="199294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</cdr:spPr>
      <cdr:txBody>
        <a:bodyPr xmlns:a="http://schemas.openxmlformats.org/drawingml/2006/main" wrap="none" rtlCol="0" anchor="ctr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200" dirty="0">
              <a:solidFill>
                <a:schemeClr val="accent2"/>
              </a:solidFill>
              <a:latin typeface="Roboto Condensed" panose="02000000000000000000" pitchFamily="2" charset="0"/>
              <a:ea typeface="Roboto Condensed" panose="02000000000000000000" pitchFamily="2" charset="0"/>
            </a:rPr>
            <a:t>Canada (3)</a:t>
          </a:r>
        </a:p>
      </cdr:txBody>
    </cdr:sp>
  </cdr:relSizeAnchor>
  <cdr:relSizeAnchor xmlns:cdr="http://schemas.openxmlformats.org/drawingml/2006/chartDrawing">
    <cdr:from>
      <cdr:x>0.90029</cdr:x>
      <cdr:y>0.20402</cdr:y>
    </cdr:from>
    <cdr:to>
      <cdr:x>0.98043</cdr:x>
      <cdr:y>0.23308</cdr:y>
    </cdr:to>
    <cdr:sp macro="" textlink="">
      <cdr:nvSpPr>
        <cdr:cNvPr id="13" name="TextBox 1">
          <a:extLst xmlns:a="http://schemas.openxmlformats.org/drawingml/2006/main">
            <a:ext uri="{FF2B5EF4-FFF2-40B4-BE49-F238E27FC236}">
              <a16:creationId xmlns:a16="http://schemas.microsoft.com/office/drawing/2014/main" id="{D5C709B6-EBEC-04DB-FD00-AE29CDA84217}"/>
            </a:ext>
          </a:extLst>
        </cdr:cNvPr>
        <cdr:cNvSpPr txBox="1"/>
      </cdr:nvSpPr>
      <cdr:spPr>
        <a:xfrm xmlns:a="http://schemas.openxmlformats.org/drawingml/2006/main">
          <a:off x="10976395" y="1399173"/>
          <a:ext cx="977067" cy="199294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</cdr:spPr>
      <cdr:txBody>
        <a:bodyPr xmlns:a="http://schemas.openxmlformats.org/drawingml/2006/main" wrap="none" rtlCol="0" anchor="ctr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200" dirty="0">
              <a:solidFill>
                <a:schemeClr val="accent1"/>
              </a:solidFill>
              <a:latin typeface="Roboto Condensed" panose="02000000000000000000" pitchFamily="2" charset="0"/>
              <a:ea typeface="Roboto Condensed" panose="02000000000000000000" pitchFamily="2" charset="0"/>
            </a:rPr>
            <a:t>Unfree</a:t>
          </a:r>
          <a:r>
            <a:rPr lang="en-US" sz="1200" baseline="0" dirty="0">
              <a:solidFill>
                <a:schemeClr val="accent1"/>
              </a:solidFill>
              <a:latin typeface="Roboto Condensed" panose="02000000000000000000" pitchFamily="2" charset="0"/>
              <a:ea typeface="Roboto Condensed" panose="02000000000000000000" pitchFamily="2" charset="0"/>
            </a:rPr>
            <a:t> banks</a:t>
          </a:r>
          <a:endParaRPr lang="en-US" sz="1200" dirty="0">
            <a:solidFill>
              <a:schemeClr val="accent1"/>
            </a:solidFill>
            <a:latin typeface="Roboto Condensed" panose="02000000000000000000" pitchFamily="2" charset="0"/>
            <a:ea typeface="Roboto Condensed" panose="02000000000000000000" pitchFamily="2" charset="0"/>
          </a:endParaRPr>
        </a:p>
      </cdr:txBody>
    </cdr:sp>
  </cdr:relSizeAnchor>
  <cdr:relSizeAnchor xmlns:cdr="http://schemas.openxmlformats.org/drawingml/2006/chartDrawing">
    <cdr:from>
      <cdr:x>0.90029</cdr:x>
      <cdr:y>0.69917</cdr:y>
    </cdr:from>
    <cdr:to>
      <cdr:x>0.98043</cdr:x>
      <cdr:y>0.72823</cdr:y>
    </cdr:to>
    <cdr:sp macro="" textlink="">
      <cdr:nvSpPr>
        <cdr:cNvPr id="14" name="TextBox 1">
          <a:extLst xmlns:a="http://schemas.openxmlformats.org/drawingml/2006/main">
            <a:ext uri="{FF2B5EF4-FFF2-40B4-BE49-F238E27FC236}">
              <a16:creationId xmlns:a16="http://schemas.microsoft.com/office/drawing/2014/main" id="{E855BD21-1A64-D8B3-7B0D-FAD3CB5B7DE9}"/>
            </a:ext>
          </a:extLst>
        </cdr:cNvPr>
        <cdr:cNvSpPr txBox="1"/>
      </cdr:nvSpPr>
      <cdr:spPr>
        <a:xfrm xmlns:a="http://schemas.openxmlformats.org/drawingml/2006/main">
          <a:off x="10976395" y="4794888"/>
          <a:ext cx="977067" cy="199294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</cdr:spPr>
      <cdr:txBody>
        <a:bodyPr xmlns:a="http://schemas.openxmlformats.org/drawingml/2006/main" wrap="none" rtlCol="0" anchor="ctr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200" dirty="0">
              <a:solidFill>
                <a:schemeClr val="accent2"/>
              </a:solidFill>
              <a:latin typeface="Roboto Condensed" panose="02000000000000000000" pitchFamily="2" charset="0"/>
              <a:ea typeface="Roboto Condensed" panose="02000000000000000000" pitchFamily="2" charset="0"/>
            </a:rPr>
            <a:t>Free banks</a:t>
          </a:r>
        </a:p>
      </cdr:txBody>
    </cdr:sp>
  </cdr:relSizeAnchor>
  <cdr:relSizeAnchor xmlns:cdr="http://schemas.openxmlformats.org/drawingml/2006/chartDrawing">
    <cdr:from>
      <cdr:x>0.87653</cdr:x>
      <cdr:y>0.03188</cdr:y>
    </cdr:from>
    <cdr:to>
      <cdr:x>0.89903</cdr:x>
      <cdr:y>0.40522</cdr:y>
    </cdr:to>
    <cdr:sp macro="" textlink="">
      <cdr:nvSpPr>
        <cdr:cNvPr id="15" name="Right Brace 14">
          <a:extLst xmlns:a="http://schemas.openxmlformats.org/drawingml/2006/main">
            <a:ext uri="{FF2B5EF4-FFF2-40B4-BE49-F238E27FC236}">
              <a16:creationId xmlns:a16="http://schemas.microsoft.com/office/drawing/2014/main" id="{77E97288-10FB-084D-7CD4-65F41C8D3511}"/>
            </a:ext>
          </a:extLst>
        </cdr:cNvPr>
        <cdr:cNvSpPr/>
      </cdr:nvSpPr>
      <cdr:spPr>
        <a:xfrm xmlns:a="http://schemas.openxmlformats.org/drawingml/2006/main">
          <a:off x="10686707" y="218660"/>
          <a:ext cx="274320" cy="2560320"/>
        </a:xfrm>
        <a:prstGeom xmlns:a="http://schemas.openxmlformats.org/drawingml/2006/main" prst="rightBrace">
          <a:avLst/>
        </a:prstGeom>
        <a:ln xmlns:a="http://schemas.openxmlformats.org/drawingml/2006/main" w="12700"/>
      </cdr:spPr>
      <cdr:style>
        <a:lnRef xmlns:a="http://schemas.openxmlformats.org/drawingml/2006/main" idx="3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2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pPr algn="l"/>
          <a:endParaRPr lang="en-US"/>
        </a:p>
      </cdr:txBody>
    </cdr:sp>
  </cdr:relSizeAnchor>
  <cdr:relSizeAnchor xmlns:cdr="http://schemas.openxmlformats.org/drawingml/2006/chartDrawing">
    <cdr:from>
      <cdr:x>0.87653</cdr:x>
      <cdr:y>0.48036</cdr:y>
    </cdr:from>
    <cdr:to>
      <cdr:x>0.89903</cdr:x>
      <cdr:y>0.94703</cdr:y>
    </cdr:to>
    <cdr:sp macro="" textlink="">
      <cdr:nvSpPr>
        <cdr:cNvPr id="16" name="Right Brace 15">
          <a:extLst xmlns:a="http://schemas.openxmlformats.org/drawingml/2006/main">
            <a:ext uri="{FF2B5EF4-FFF2-40B4-BE49-F238E27FC236}">
              <a16:creationId xmlns:a16="http://schemas.microsoft.com/office/drawing/2014/main" id="{AE80A40F-7155-CD90-30AD-92A7F6EBAD38}"/>
            </a:ext>
          </a:extLst>
        </cdr:cNvPr>
        <cdr:cNvSpPr/>
      </cdr:nvSpPr>
      <cdr:spPr>
        <a:xfrm xmlns:a="http://schemas.openxmlformats.org/drawingml/2006/main">
          <a:off x="10686707" y="3294335"/>
          <a:ext cx="274320" cy="3200400"/>
        </a:xfrm>
        <a:prstGeom xmlns:a="http://schemas.openxmlformats.org/drawingml/2006/main" prst="rightBrace">
          <a:avLst/>
        </a:prstGeom>
        <a:ln xmlns:a="http://schemas.openxmlformats.org/drawingml/2006/main" w="12700"/>
      </cdr:spPr>
      <cdr:style>
        <a:lnRef xmlns:a="http://schemas.openxmlformats.org/drawingml/2006/main" idx="3">
          <a:schemeClr val="accent2"/>
        </a:lnRef>
        <a:fillRef xmlns:a="http://schemas.openxmlformats.org/drawingml/2006/main" idx="0">
          <a:schemeClr val="accent2"/>
        </a:fillRef>
        <a:effectRef xmlns:a="http://schemas.openxmlformats.org/drawingml/2006/main" idx="2">
          <a:schemeClr val="accent2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endParaRPr lang="en-US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0.20704</cdr:x>
      <cdr:y>0.31366</cdr:y>
    </cdr:from>
    <cdr:to>
      <cdr:x>0.22204</cdr:x>
      <cdr:y>0.42032</cdr:y>
    </cdr:to>
    <cdr:sp macro="" textlink="">
      <cdr:nvSpPr>
        <cdr:cNvPr id="2" name="Left Brace 1">
          <a:extLst xmlns:a="http://schemas.openxmlformats.org/drawingml/2006/main">
            <a:ext uri="{FF2B5EF4-FFF2-40B4-BE49-F238E27FC236}">
              <a16:creationId xmlns:a16="http://schemas.microsoft.com/office/drawing/2014/main" id="{D2186A0A-F54F-4DCF-6EF0-2B642B99A0C9}"/>
            </a:ext>
          </a:extLst>
        </cdr:cNvPr>
        <cdr:cNvSpPr/>
      </cdr:nvSpPr>
      <cdr:spPr>
        <a:xfrm xmlns:a="http://schemas.openxmlformats.org/drawingml/2006/main">
          <a:off x="2271857" y="1376675"/>
          <a:ext cx="164592" cy="468143"/>
        </a:xfrm>
        <a:prstGeom xmlns:a="http://schemas.openxmlformats.org/drawingml/2006/main" prst="leftBrace">
          <a:avLst/>
        </a:prstGeom>
        <a:ln xmlns:a="http://schemas.openxmlformats.org/drawingml/2006/main" w="12700">
          <a:solidFill>
            <a:schemeClr val="accent2"/>
          </a:solidFill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0.45412</cdr:x>
      <cdr:y>0.14217</cdr:y>
    </cdr:from>
    <cdr:to>
      <cdr:x>0.46912</cdr:x>
      <cdr:y>0.3555</cdr:y>
    </cdr:to>
    <cdr:sp macro="" textlink="">
      <cdr:nvSpPr>
        <cdr:cNvPr id="6" name="Left Brace 5">
          <a:extLst xmlns:a="http://schemas.openxmlformats.org/drawingml/2006/main">
            <a:ext uri="{FF2B5EF4-FFF2-40B4-BE49-F238E27FC236}">
              <a16:creationId xmlns:a16="http://schemas.microsoft.com/office/drawing/2014/main" id="{35DE378E-5C42-5B2D-70E4-DAC956D1BDBF}"/>
            </a:ext>
          </a:extLst>
        </cdr:cNvPr>
        <cdr:cNvSpPr/>
      </cdr:nvSpPr>
      <cdr:spPr>
        <a:xfrm xmlns:a="http://schemas.openxmlformats.org/drawingml/2006/main" flipH="1">
          <a:off x="4982987" y="623987"/>
          <a:ext cx="164592" cy="936331"/>
        </a:xfrm>
        <a:prstGeom xmlns:a="http://schemas.openxmlformats.org/drawingml/2006/main" prst="leftBrace">
          <a:avLst/>
        </a:prstGeom>
        <a:ln xmlns:a="http://schemas.openxmlformats.org/drawingml/2006/main" w="12700">
          <a:solidFill>
            <a:schemeClr val="accent3"/>
          </a:solidFill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B4745-6FC5-4885-BB92-B897E103CA6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291C4-C263-4986-8DB2-E1CF4593E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40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291C4-C263-4986-8DB2-E1CF4593EC9D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55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B884F-1F06-1750-780A-4EDF9C59C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90B1E1-4DC2-5722-F7A5-C749C0125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A51FD-B055-A80E-C50D-A80A6123A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91545-A859-4A1A-9F2C-40FB412FFEA6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36C50-7EA5-0387-4C83-5985331E6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109C7-B684-FE91-FBF6-DB634BD4E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138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756FB-744A-B7F1-3EC6-948D862DA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 Narrow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4AEB9-D9B8-C7ED-C45C-1242C5380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 Narrow" panose="020B0004020202020204" pitchFamily="34" charset="0"/>
              </a:defRPr>
            </a:lvl1pPr>
            <a:lvl2pPr>
              <a:defRPr>
                <a:latin typeface="Aptos Narrow" panose="020B0004020202020204" pitchFamily="34" charset="0"/>
              </a:defRPr>
            </a:lvl2pPr>
            <a:lvl3pPr>
              <a:defRPr>
                <a:latin typeface="Aptos Narrow" panose="020B0004020202020204" pitchFamily="34" charset="0"/>
              </a:defRPr>
            </a:lvl3pPr>
            <a:lvl4pPr>
              <a:defRPr>
                <a:latin typeface="Aptos Narrow" panose="020B0004020202020204" pitchFamily="34" charset="0"/>
              </a:defRPr>
            </a:lvl4pPr>
            <a:lvl5pPr>
              <a:defRPr>
                <a:latin typeface="Aptos Narrow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7D670-C044-B776-4D2B-123F0BE74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FACFA-3D0F-49D5-B5E2-24B0E86542D5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C610E-E68F-83CF-5D63-71C61FD0F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90B5A-D280-9EAB-F29B-DE0706266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37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45A6-B152-B024-865C-C5D3753F6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5F551-1C58-F59F-DFCF-A878B12AE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7F711-BD1A-B63A-E6B5-46CD339F8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18BD-EDD5-4D62-A6F0-2DDF6383CFDB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6A362-7960-1871-31B9-FDB4E7166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2DC80-08E4-C148-1E87-F133AAC26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1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C4362-1976-FD59-FCD1-7D5446452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29EFF-8ACB-11D3-5A92-7846F1887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02367-7514-FD46-4C1D-A4A74795C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16046-EA71-E393-4D8C-CE6506C84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5743-3324-4ED2-ADED-56A2584A8224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2A627-AFC6-8914-940F-BC4E62D5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93DCA-D53A-0699-47B9-87A5ECAD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58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DFD9D-43AD-E6A2-DD05-EBC66C88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C12FA-4B17-65FE-BABB-47331DFA9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57B511-9DAE-C826-7A36-C9873EC4C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20754-93FE-DCD5-F6FC-F851436AD4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BCF814-45E2-9194-6159-2132651EB5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794FAA-42FB-9285-401E-75442B747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37867-C160-42A2-BACE-470CD82974EF}" type="datetime1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025AEE-601D-CD09-8E7C-A04B6E7E3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72599E-1675-0E03-F8CA-909EEBE39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203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E12D4-C31C-2C21-7904-B52F6DA59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D41446-37A2-90A6-16C9-6F6B55118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AACE-6410-411B-9E2E-EF1A018EC4BF}" type="datetime1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A1F3B-2916-B330-2ACC-D9CBCCB00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4A994F-91F7-4D3B-C046-5667A839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0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F1423E-5742-B3BA-F1D2-A735A8215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EABC1-E7F4-40CA-8A51-E7B051CA24E4}" type="datetime1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00288C-4902-DFB1-6A54-E1C5BCBC4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1F29A-A812-ED38-CBC5-B526103DA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283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F0DF6-626A-C100-08C9-C9CEE368B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F3A0D-4790-3880-28F8-6C0076034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0ABBEE-479F-7194-1B9C-71E754467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7CA6E-70C7-3768-24DA-3E992000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BD8A2-5CA8-4F94-A7F8-6C4E2A586B17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5493D-78B8-B13C-C2FE-29A204CED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5F194-5ACF-D803-E28D-76786015C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49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9B5F8-09B8-C933-0494-38D987BD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65FB69-D737-F750-278E-80EE0930D2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ED2F6F-A9C9-7000-DB17-2947936AC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D3B8F-4ED8-9B5E-315A-A39B9CDBC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FE545-DC10-4684-A25E-D58FCC5B0150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2F116-52A6-4E60-A308-BFC2963A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5782B-B0AA-8BBA-5907-2EB1A408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421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9456E-0BFF-3A47-C509-3CC58A44D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8028FF-6DA8-FF35-651C-695FBFC0C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C4197-495E-5ECE-5E56-EE4DD4C1D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D65CA-2142-4648-8D69-31A12CDFE40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371E2-93F0-6C71-96A8-8F56FB7A4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816A9-9D9A-E52D-BD34-F23C50488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87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B18901-1B79-C8D5-058C-F6DAB72DD0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0D1BD-6A49-C7B8-55F8-AA4B08665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A99AE-4BD6-A28D-2CA4-7A2B5FC6B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E75F-3207-48EC-8585-377D73996DD5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91DE6-AD28-D071-8681-47920B8BC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A35BA-2516-447E-476F-FA62D8A3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535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71F342-C198-615F-4174-B0E832220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209FC-F726-A78C-784F-F712C72E4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B1016-A72D-5F27-EEEE-123FAD78D7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C5D4ED-D198-4698-B28C-52F8634FF5B2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7435D-4536-757C-9046-CC2185144C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LECTURE 16 | RISK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F1683-06CC-C718-A999-85AE8366A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74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ptos Narrow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ptos Narrow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ptos Narrow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 Narrow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 Narrow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 Narrow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3.png"/><Relationship Id="rId7" Type="http://schemas.openxmlformats.org/officeDocument/2006/relationships/image" Target="../media/image7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111.png"/><Relationship Id="rId5" Type="http://schemas.openxmlformats.org/officeDocument/2006/relationships/image" Target="../media/image5.png"/><Relationship Id="rId10" Type="http://schemas.openxmlformats.org/officeDocument/2006/relationships/image" Target="../media/image100.png"/><Relationship Id="rId4" Type="http://schemas.openxmlformats.org/officeDocument/2006/relationships/image" Target="../media/image4.png"/><Relationship Id="rId9" Type="http://schemas.openxmlformats.org/officeDocument/2006/relationships/image" Target="../media/image9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180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210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6.png"/><Relationship Id="rId5" Type="http://schemas.openxmlformats.org/officeDocument/2006/relationships/image" Target="../media/image5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92.png"/><Relationship Id="rId1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6.png"/><Relationship Id="rId18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70.png"/><Relationship Id="rId12" Type="http://schemas.openxmlformats.org/officeDocument/2006/relationships/image" Target="../media/image25.png"/><Relationship Id="rId17" Type="http://schemas.openxmlformats.org/officeDocument/2006/relationships/image" Target="../media/image29.png"/><Relationship Id="rId2" Type="http://schemas.openxmlformats.org/officeDocument/2006/relationships/image" Target="../media/image210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11.png"/><Relationship Id="rId5" Type="http://schemas.openxmlformats.org/officeDocument/2006/relationships/image" Target="../media/image5.png"/><Relationship Id="rId10" Type="http://schemas.openxmlformats.org/officeDocument/2006/relationships/image" Target="../media/image15.png"/><Relationship Id="rId19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2.png"/><Relationship Id="rId1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8.jpeg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7" Type="http://schemas.openxmlformats.org/officeDocument/2006/relationships/image" Target="../media/image152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2.png"/><Relationship Id="rId5" Type="http://schemas.openxmlformats.org/officeDocument/2006/relationships/image" Target="../media/image132.png"/><Relationship Id="rId4" Type="http://schemas.openxmlformats.org/officeDocument/2006/relationships/image" Target="../media/image122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png"/><Relationship Id="rId3" Type="http://schemas.openxmlformats.org/officeDocument/2006/relationships/image" Target="../media/image112.png"/><Relationship Id="rId7" Type="http://schemas.openxmlformats.org/officeDocument/2006/relationships/image" Target="../media/image292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2.png"/><Relationship Id="rId5" Type="http://schemas.openxmlformats.org/officeDocument/2006/relationships/image" Target="../media/image271.png"/><Relationship Id="rId4" Type="http://schemas.openxmlformats.org/officeDocument/2006/relationships/image" Target="../media/image261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120.png"/><Relationship Id="rId18" Type="http://schemas.openxmlformats.org/officeDocument/2006/relationships/image" Target="../media/image170.png"/><Relationship Id="rId26" Type="http://schemas.openxmlformats.org/officeDocument/2006/relationships/image" Target="../media/image250.png"/><Relationship Id="rId3" Type="http://schemas.openxmlformats.org/officeDocument/2006/relationships/image" Target="../media/image2.png"/><Relationship Id="rId21" Type="http://schemas.openxmlformats.org/officeDocument/2006/relationships/image" Target="../media/image200.png"/><Relationship Id="rId7" Type="http://schemas.openxmlformats.org/officeDocument/2006/relationships/image" Target="../media/image61.png"/><Relationship Id="rId12" Type="http://schemas.openxmlformats.org/officeDocument/2006/relationships/image" Target="../media/image113.png"/><Relationship Id="rId17" Type="http://schemas.openxmlformats.org/officeDocument/2006/relationships/image" Target="../media/image160.png"/><Relationship Id="rId25" Type="http://schemas.openxmlformats.org/officeDocument/2006/relationships/image" Target="../media/image240.png"/><Relationship Id="rId2" Type="http://schemas.openxmlformats.org/officeDocument/2006/relationships/image" Target="../media/image1110.png"/><Relationship Id="rId16" Type="http://schemas.openxmlformats.org/officeDocument/2006/relationships/image" Target="../media/image150.png"/><Relationship Id="rId20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101.png"/><Relationship Id="rId24" Type="http://schemas.openxmlformats.org/officeDocument/2006/relationships/image" Target="../media/image230.png"/><Relationship Id="rId5" Type="http://schemas.openxmlformats.org/officeDocument/2006/relationships/image" Target="../media/image42.png"/><Relationship Id="rId15" Type="http://schemas.openxmlformats.org/officeDocument/2006/relationships/image" Target="../media/image140.png"/><Relationship Id="rId23" Type="http://schemas.openxmlformats.org/officeDocument/2006/relationships/image" Target="../media/image220.png"/><Relationship Id="rId10" Type="http://schemas.openxmlformats.org/officeDocument/2006/relationships/image" Target="../media/image91.png"/><Relationship Id="rId19" Type="http://schemas.openxmlformats.org/officeDocument/2006/relationships/image" Target="../media/image181.png"/><Relationship Id="rId4" Type="http://schemas.openxmlformats.org/officeDocument/2006/relationships/image" Target="../media/image32.png"/><Relationship Id="rId9" Type="http://schemas.openxmlformats.org/officeDocument/2006/relationships/image" Target="../media/image81.png"/><Relationship Id="rId14" Type="http://schemas.openxmlformats.org/officeDocument/2006/relationships/image" Target="../media/image130.png"/><Relationship Id="rId22" Type="http://schemas.openxmlformats.org/officeDocument/2006/relationships/image" Target="../media/image211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7" Type="http://schemas.openxmlformats.org/officeDocument/2006/relationships/image" Target="../media/image41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0.png"/><Relationship Id="rId4" Type="http://schemas.openxmlformats.org/officeDocument/2006/relationships/image" Target="../media/image380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2.png"/><Relationship Id="rId5" Type="http://schemas.openxmlformats.org/officeDocument/2006/relationships/image" Target="../media/image51.png"/><Relationship Id="rId4" Type="http://schemas.openxmlformats.org/officeDocument/2006/relationships/image" Target="../media/image44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sv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7646F-24D3-D556-C11A-C0E06557F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Logo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8342B9A-9FD2-D9F0-8E93-0FCD1A2DE72C}"/>
              </a:ext>
            </a:extLst>
          </p:cNvPr>
          <p:cNvSpPr/>
          <p:nvPr/>
        </p:nvSpPr>
        <p:spPr>
          <a:xfrm>
            <a:off x="950068" y="1690688"/>
            <a:ext cx="4572000" cy="4572000"/>
          </a:xfrm>
          <a:prstGeom prst="ellipse">
            <a:avLst/>
          </a:prstGeom>
          <a:noFill/>
          <a:ln w="1016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Bank with solid fill">
            <a:extLst>
              <a:ext uri="{FF2B5EF4-FFF2-40B4-BE49-F238E27FC236}">
                <a16:creationId xmlns:a16="http://schemas.microsoft.com/office/drawing/2014/main" id="{030011E8-7044-B08E-332C-5E9D46EA46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5868" y="2376488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576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4F757-6786-5405-0333-907217025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FA9110-8B0E-DC8F-8A53-D457CF5C7858}"/>
              </a:ext>
            </a:extLst>
          </p:cNvPr>
          <p:cNvSpPr/>
          <p:nvPr/>
        </p:nvSpPr>
        <p:spPr>
          <a:xfrm>
            <a:off x="3048" y="379476"/>
            <a:ext cx="12188952" cy="6099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2F9ED3-8202-919A-377C-F3EF8FD37F4E}"/>
              </a:ext>
            </a:extLst>
          </p:cNvPr>
          <p:cNvGrpSpPr/>
          <p:nvPr/>
        </p:nvGrpSpPr>
        <p:grpSpPr>
          <a:xfrm>
            <a:off x="4724400" y="1226402"/>
            <a:ext cx="2743200" cy="2743200"/>
            <a:chOff x="3606182" y="1277031"/>
            <a:chExt cx="4572000" cy="45720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528BA46-4DC5-3306-F367-B839DA821140}"/>
                </a:ext>
              </a:extLst>
            </p:cNvPr>
            <p:cNvSpPr/>
            <p:nvPr/>
          </p:nvSpPr>
          <p:spPr>
            <a:xfrm>
              <a:off x="3606182" y="1277031"/>
              <a:ext cx="4572000" cy="4572000"/>
            </a:xfrm>
            <a:prstGeom prst="ellipse">
              <a:avLst/>
            </a:prstGeom>
            <a:noFill/>
            <a:ln w="10160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 descr="Bank with solid fill">
              <a:extLst>
                <a:ext uri="{FF2B5EF4-FFF2-40B4-BE49-F238E27FC236}">
                  <a16:creationId xmlns:a16="http://schemas.microsoft.com/office/drawing/2014/main" id="{93729905-6A49-5B6C-69D5-BF9AA00A92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91982" y="1962831"/>
              <a:ext cx="3200400" cy="3200400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9B2AEA3-38F5-2FE2-61AD-93E66E5CC27E}"/>
              </a:ext>
            </a:extLst>
          </p:cNvPr>
          <p:cNvSpPr txBox="1"/>
          <p:nvPr/>
        </p:nvSpPr>
        <p:spPr>
          <a:xfrm>
            <a:off x="1240972" y="3969603"/>
            <a:ext cx="97100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3"/>
                </a:solidFill>
              </a:rPr>
              <a:t>Money, Institutions, and Markets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05F6D7-9415-4C36-F138-948C471C00C6}"/>
              </a:ext>
            </a:extLst>
          </p:cNvPr>
          <p:cNvCxnSpPr>
            <a:cxnSpLocks/>
          </p:cNvCxnSpPr>
          <p:nvPr/>
        </p:nvCxnSpPr>
        <p:spPr>
          <a:xfrm>
            <a:off x="1524000" y="4800600"/>
            <a:ext cx="9144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C5E5116-5B25-C17B-1419-8ED8183A0C34}"/>
              </a:ext>
            </a:extLst>
          </p:cNvPr>
          <p:cNvSpPr txBox="1"/>
          <p:nvPr/>
        </p:nvSpPr>
        <p:spPr>
          <a:xfrm>
            <a:off x="2057400" y="4800600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ECON 3320 · Money and Banking</a:t>
            </a:r>
          </a:p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Nicolas Cachanosky · UTEP · Center for Free Enterprise</a:t>
            </a:r>
          </a:p>
        </p:txBody>
      </p:sp>
    </p:spTree>
    <p:extLst>
      <p:ext uri="{BB962C8B-B14F-4D97-AF65-F5344CB8AC3E}">
        <p14:creationId xmlns:p14="http://schemas.microsoft.com/office/powerpoint/2010/main" val="636427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3CB24-3ED3-1D06-FF1E-357BDA2EC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27550-4C38-F073-3FAB-099A6694E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The Nature and Price of Money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938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4603DD2A-B508-6F06-4D99-6BBCC541E8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9535720"/>
              </p:ext>
            </p:extLst>
          </p:nvPr>
        </p:nvGraphicFramePr>
        <p:xfrm>
          <a:off x="713342" y="1371600"/>
          <a:ext cx="24688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39C1D4B9-4BAB-AC39-D6B5-2672548EA4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1513026"/>
              </p:ext>
            </p:extLst>
          </p:nvPr>
        </p:nvGraphicFramePr>
        <p:xfrm>
          <a:off x="3467100" y="1371600"/>
          <a:ext cx="24688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494DEE1B-99B9-F35A-4B60-F26DDA2A45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5538782"/>
              </p:ext>
            </p:extLst>
          </p:nvPr>
        </p:nvGraphicFramePr>
        <p:xfrm>
          <a:off x="6217920" y="1371600"/>
          <a:ext cx="24688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15BF5BD-8E2D-97CC-0791-D69D8C6553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7407952"/>
              </p:ext>
            </p:extLst>
          </p:nvPr>
        </p:nvGraphicFramePr>
        <p:xfrm>
          <a:off x="8968740" y="1371600"/>
          <a:ext cx="24688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09585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Graphic spid="10" grpId="0">
        <p:bldAsOne/>
      </p:bldGraphic>
      <p:bldGraphic spid="11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D16388-526B-6DEC-5A1F-ADF35FDB3D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177314"/>
              </p:ext>
            </p:extLst>
          </p:nvPr>
        </p:nvGraphicFramePr>
        <p:xfrm>
          <a:off x="838200" y="2830789"/>
          <a:ext cx="3200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619861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Function </a:t>
                      </a:r>
                      <a:r>
                        <a:rPr lang="en-US" sz="3600" i="1" dirty="0">
                          <a:latin typeface="Century Schoolbook" panose="02040604050505020304" pitchFamily="18" charset="0"/>
                        </a:rPr>
                        <a:t>1</a:t>
                      </a:r>
                      <a:endParaRPr lang="en-US" sz="2400" i="1" dirty="0">
                        <a:latin typeface="Century Schoolbook" panose="020406040505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172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Means of payment</a:t>
                      </a:r>
                    </a:p>
                  </a:txBody>
                  <a:tcPr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28188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8B1CAAC-05B7-34A4-D593-F6C8BE37B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743954"/>
              </p:ext>
            </p:extLst>
          </p:nvPr>
        </p:nvGraphicFramePr>
        <p:xfrm>
          <a:off x="4495800" y="2830789"/>
          <a:ext cx="3200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4041689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Function </a:t>
                      </a:r>
                      <a:r>
                        <a:rPr lang="en-US" sz="3600" i="1">
                          <a:latin typeface="Century Schoolbook" panose="02040604050505020304" pitchFamily="18" charset="0"/>
                        </a:rPr>
                        <a:t>2</a:t>
                      </a:r>
                      <a:endParaRPr lang="en-US" sz="2400" i="1">
                        <a:latin typeface="Century Schoolbook" panose="02040604050505020304" pitchFamily="18" charset="0"/>
                      </a:endParaRPr>
                    </a:p>
                  </a:txBody>
                  <a:tcPr>
                    <a:lnR w="12700" cmpd="sng">
                      <a:noFill/>
                    </a:ln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172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Unit of account</a:t>
                      </a:r>
                    </a:p>
                  </a:txBody>
                  <a:tcPr>
                    <a:lnR w="12700" cmpd="sng">
                      <a:noFill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281887"/>
                  </a:ext>
                </a:extLst>
              </a:tr>
            </a:tbl>
          </a:graphicData>
        </a:graphic>
      </p:graphicFrame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CBC8DEF0-F73C-10AE-7088-39B141B90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583717"/>
              </p:ext>
            </p:extLst>
          </p:nvPr>
        </p:nvGraphicFramePr>
        <p:xfrm>
          <a:off x="8153400" y="2830789"/>
          <a:ext cx="3200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1680873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Function </a:t>
                      </a:r>
                      <a:r>
                        <a:rPr lang="en-US" sz="3600" i="1">
                          <a:latin typeface="Century Schoolbook" panose="02040604050505020304" pitchFamily="18" charset="0"/>
                        </a:rPr>
                        <a:t>3</a:t>
                      </a:r>
                      <a:endParaRPr lang="en-US" sz="2400" i="1">
                        <a:latin typeface="Century Schoolbook" panose="020406040505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172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Store of value</a:t>
                      </a:r>
                    </a:p>
                  </a:txBody>
                  <a:tcPr>
                    <a:lnL w="12700" cmpd="sng">
                      <a:noFill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281887"/>
                  </a:ext>
                </a:extLst>
              </a:tr>
            </a:tbl>
          </a:graphicData>
        </a:graphic>
      </p:graphicFrame>
      <p:sp>
        <p:nvSpPr>
          <p:cNvPr id="9" name="Left Brace 8">
            <a:extLst>
              <a:ext uri="{FF2B5EF4-FFF2-40B4-BE49-F238E27FC236}">
                <a16:creationId xmlns:a16="http://schemas.microsoft.com/office/drawing/2014/main" id="{9DF7FB98-D27C-5F73-085D-34B1070C57AF}"/>
              </a:ext>
            </a:extLst>
          </p:cNvPr>
          <p:cNvSpPr/>
          <p:nvPr/>
        </p:nvSpPr>
        <p:spPr>
          <a:xfrm rot="16200000">
            <a:off x="5913120" y="-1146851"/>
            <a:ext cx="365760" cy="1051560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ptos Narrow" panose="020B0004020202020204" pitchFamily="34" charset="0"/>
            </a:endParaRP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26D7BFF3-BB59-E9BF-7862-BCB16DDEF5DE}"/>
              </a:ext>
            </a:extLst>
          </p:cNvPr>
          <p:cNvSpPr/>
          <p:nvPr/>
        </p:nvSpPr>
        <p:spPr>
          <a:xfrm rot="5400000" flipV="1">
            <a:off x="2255519" y="1030819"/>
            <a:ext cx="365760" cy="320040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ptos Narrow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43B976-FCCB-7604-AB9C-9C2DB47B41FD}"/>
              </a:ext>
            </a:extLst>
          </p:cNvPr>
          <p:cNvSpPr txBox="1"/>
          <p:nvPr/>
        </p:nvSpPr>
        <p:spPr>
          <a:xfrm>
            <a:off x="946950" y="2011339"/>
            <a:ext cx="298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Definition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232221-1D5B-2EC5-ECD8-D94EF241C45D}"/>
              </a:ext>
            </a:extLst>
          </p:cNvPr>
          <p:cNvSpPr txBox="1"/>
          <p:nvPr/>
        </p:nvSpPr>
        <p:spPr>
          <a:xfrm>
            <a:off x="4604550" y="4311088"/>
            <a:ext cx="298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+mj-lt"/>
              </a:rPr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4262355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20047-F1D0-CA64-2F3F-C05AD75A3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short history of money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4634CD2-B179-7C6D-0DDA-D77A18FE42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1670990"/>
              </p:ext>
            </p:extLst>
          </p:nvPr>
        </p:nvGraphicFramePr>
        <p:xfrm>
          <a:off x="838200" y="3287486"/>
          <a:ext cx="10515600" cy="14586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349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92D3877-D1D2-41E2-ADEF-F9A6BDAF7D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graphicEl>
                                              <a:dgm id="{892D3877-D1D2-41E2-ADEF-F9A6BDAF7D6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50EC3EE-9990-42AF-B69C-D3241C7E77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graphicEl>
                                              <a:dgm id="{950EC3EE-9990-42AF-B69C-D3241C7E77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299276D-2C10-4018-AE4F-1912D50C1B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graphicEl>
                                              <a:dgm id="{7299276D-2C10-4018-AE4F-1912D50C1B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A98B340-5888-4FFD-91BF-8EDA183360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graphicEl>
                                              <a:dgm id="{AA98B340-5888-4FFD-91BF-8EDA183360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FDB06E1-318E-4BBE-96A0-76278DE5D9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graphicEl>
                                              <a:dgm id="{8FDB06E1-318E-4BBE-96A0-76278DE5D9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B4EADF8-28EB-490D-80F5-F3A92B8376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graphicEl>
                                              <a:dgm id="{DB4EADF8-28EB-490D-80F5-F3A92B8376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71E7CC6-B541-48B5-B5A9-9A7E1FEDDE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graphicEl>
                                              <a:dgm id="{D71E7CC6-B541-48B5-B5A9-9A7E1FEDDE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C0A9359-C884-431B-85C1-F36A2C0086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graphicEl>
                                              <a:dgm id="{CC0A9359-C884-431B-85C1-F36A2C0086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D80EEC5-F634-4317-BD82-E39F2E53DB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graphicEl>
                                              <a:dgm id="{5D80EEC5-F634-4317-BD82-E39F2E53DB0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5C223DD-3D7E-470C-B8EF-590686B38E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>
                                            <p:graphicEl>
                                              <a:dgm id="{95C223DD-3D7E-470C-B8EF-590686B38E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A855441-6775-4A22-8652-9B103594F6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graphicEl>
                                              <a:dgm id="{6A855441-6775-4A22-8652-9B103594F6A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4C592C5-5CEA-149E-21FB-88592B4B7B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9492645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7137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Chart bld="series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Man with solid fill">
            <a:extLst>
              <a:ext uri="{FF2B5EF4-FFF2-40B4-BE49-F238E27FC236}">
                <a16:creationId xmlns:a16="http://schemas.microsoft.com/office/drawing/2014/main" id="{6E69B471-2F9A-11C3-F840-D41D3F8341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8195" y="3831562"/>
            <a:ext cx="914400" cy="914400"/>
          </a:xfrm>
          <a:prstGeom prst="rect">
            <a:avLst/>
          </a:prstGeom>
        </p:spPr>
      </p:pic>
      <p:pic>
        <p:nvPicPr>
          <p:cNvPr id="9" name="Graphic 8" descr="Man with solid fill">
            <a:extLst>
              <a:ext uri="{FF2B5EF4-FFF2-40B4-BE49-F238E27FC236}">
                <a16:creationId xmlns:a16="http://schemas.microsoft.com/office/drawing/2014/main" id="{D4508664-D879-05EE-A33A-29F61D8B5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465" y="3831562"/>
            <a:ext cx="914400" cy="914400"/>
          </a:xfrm>
          <a:prstGeom prst="rect">
            <a:avLst/>
          </a:prstGeom>
        </p:spPr>
      </p:pic>
      <p:pic>
        <p:nvPicPr>
          <p:cNvPr id="10" name="Graphic 9" descr="Man with solid fill">
            <a:extLst>
              <a:ext uri="{FF2B5EF4-FFF2-40B4-BE49-F238E27FC236}">
                <a16:creationId xmlns:a16="http://schemas.microsoft.com/office/drawing/2014/main" id="{AE3A66F9-ED50-639C-80A7-78B42838B1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7514" y="1886716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7678FE6-AA4A-3736-B2C9-2F8A44DC5FA5}"/>
              </a:ext>
            </a:extLst>
          </p:cNvPr>
          <p:cNvSpPr txBox="1"/>
          <p:nvPr/>
        </p:nvSpPr>
        <p:spPr>
          <a:xfrm>
            <a:off x="5404352" y="1229710"/>
            <a:ext cx="10007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accent1"/>
                </a:solidFill>
              </a:rPr>
              <a:t>Person 1</a:t>
            </a:r>
          </a:p>
          <a:p>
            <a:pPr algn="ctr"/>
            <a:r>
              <a:rPr lang="en-US">
                <a:solidFill>
                  <a:schemeClr val="accent1"/>
                </a:solidFill>
              </a:rPr>
              <a:t>apples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586747-6070-60BF-CD30-4D5389999941}"/>
              </a:ext>
            </a:extLst>
          </p:cNvPr>
          <p:cNvSpPr txBox="1"/>
          <p:nvPr/>
        </p:nvSpPr>
        <p:spPr>
          <a:xfrm>
            <a:off x="4015033" y="4745962"/>
            <a:ext cx="10007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accent2"/>
                </a:solidFill>
              </a:rPr>
              <a:t>Person 2</a:t>
            </a:r>
          </a:p>
          <a:p>
            <a:pPr algn="ctr"/>
            <a:r>
              <a:rPr lang="en-US">
                <a:solidFill>
                  <a:schemeClr val="accent2"/>
                </a:solidFill>
              </a:rPr>
              <a:t>bananas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70DFEC-9F27-FBAF-78B0-7A76309209BE}"/>
              </a:ext>
            </a:extLst>
          </p:cNvPr>
          <p:cNvSpPr txBox="1"/>
          <p:nvPr/>
        </p:nvSpPr>
        <p:spPr>
          <a:xfrm>
            <a:off x="6937305" y="4745962"/>
            <a:ext cx="10007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accent3"/>
                </a:solidFill>
              </a:rPr>
              <a:t>Person 3</a:t>
            </a:r>
          </a:p>
          <a:p>
            <a:pPr algn="ctr"/>
            <a:r>
              <a:rPr lang="en-US">
                <a:solidFill>
                  <a:schemeClr val="accent3"/>
                </a:solidFill>
              </a:rPr>
              <a:t>salt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86E9BB-D146-7E16-D777-0812FBA47C04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4515395" y="2343916"/>
            <a:ext cx="986804" cy="14876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353D6E9-31B0-D9C9-87DE-663003F27E38}"/>
              </a:ext>
            </a:extLst>
          </p:cNvPr>
          <p:cNvCxnSpPr/>
          <p:nvPr/>
        </p:nvCxnSpPr>
        <p:spPr>
          <a:xfrm flipH="1">
            <a:off x="4972595" y="4278086"/>
            <a:ext cx="20078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F3E8776-E8D7-6BC9-A749-F1AC51A571A3}"/>
              </a:ext>
            </a:extLst>
          </p:cNvPr>
          <p:cNvCxnSpPr/>
          <p:nvPr/>
        </p:nvCxnSpPr>
        <p:spPr>
          <a:xfrm>
            <a:off x="6361914" y="2343916"/>
            <a:ext cx="1056242" cy="14876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599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B9EB4-2115-74D6-340B-219890A8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short history of money</a:t>
            </a:r>
          </a:p>
        </p:txBody>
      </p:sp>
      <p:pic>
        <p:nvPicPr>
          <p:cNvPr id="3074" name="Picture 2" descr="The Gold Coins of Templeton Reid">
            <a:extLst>
              <a:ext uri="{FF2B5EF4-FFF2-40B4-BE49-F238E27FC236}">
                <a16:creationId xmlns:a16="http://schemas.microsoft.com/office/drawing/2014/main" id="{65E91867-A68A-39EC-1002-90C5E61DF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941" y="1690688"/>
            <a:ext cx="8148117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8335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B9EB4-2115-74D6-340B-219890A8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short history of money</a:t>
            </a:r>
          </a:p>
        </p:txBody>
      </p:sp>
      <p:pic>
        <p:nvPicPr>
          <p:cNvPr id="4098" name="Picture 2" descr="Unprecedented Cache of Superb California Fractional Gold Coins Discovered Aboard SS Central ...">
            <a:extLst>
              <a:ext uri="{FF2B5EF4-FFF2-40B4-BE49-F238E27FC236}">
                <a16:creationId xmlns:a16="http://schemas.microsoft.com/office/drawing/2014/main" id="{CBE22243-160D-BC2F-FC6C-EF3E66FFF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90688"/>
            <a:ext cx="82296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6052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724DF9-DD77-D9CB-D1CA-0FFA5DD2EFAE}"/>
              </a:ext>
            </a:extLst>
          </p:cNvPr>
          <p:cNvCxnSpPr>
            <a:stCxn id="9" idx="2"/>
            <a:endCxn id="8" idx="1"/>
          </p:cNvCxnSpPr>
          <p:nvPr/>
        </p:nvCxnSpPr>
        <p:spPr>
          <a:xfrm>
            <a:off x="1981199" y="1956299"/>
            <a:ext cx="3291841" cy="701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A41BCF2-A66B-3740-83C0-7D115BCAE1DB}"/>
              </a:ext>
            </a:extLst>
          </p:cNvPr>
          <p:cNvCxnSpPr>
            <a:cxnSpLocks/>
            <a:stCxn id="10" idx="2"/>
            <a:endCxn id="8" idx="1"/>
          </p:cNvCxnSpPr>
          <p:nvPr/>
        </p:nvCxnSpPr>
        <p:spPr>
          <a:xfrm>
            <a:off x="4123062" y="1951090"/>
            <a:ext cx="1149978" cy="706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CB6FC6-75E2-F4D6-9BFF-6A0E41AECD4A}"/>
              </a:ext>
            </a:extLst>
          </p:cNvPr>
          <p:cNvCxnSpPr>
            <a:stCxn id="11" idx="2"/>
            <a:endCxn id="8" idx="0"/>
          </p:cNvCxnSpPr>
          <p:nvPr/>
        </p:nvCxnSpPr>
        <p:spPr>
          <a:xfrm>
            <a:off x="6096000" y="1956299"/>
            <a:ext cx="0" cy="42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A8F2983-69A9-AF82-865E-FAF426817CC5}"/>
              </a:ext>
            </a:extLst>
          </p:cNvPr>
          <p:cNvCxnSpPr>
            <a:stCxn id="12" idx="2"/>
            <a:endCxn id="8" idx="3"/>
          </p:cNvCxnSpPr>
          <p:nvPr/>
        </p:nvCxnSpPr>
        <p:spPr>
          <a:xfrm flipH="1">
            <a:off x="6918960" y="1951090"/>
            <a:ext cx="3611880" cy="706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E2878C8-F3D6-C482-0230-99E1BFF1E674}"/>
              </a:ext>
            </a:extLst>
          </p:cNvPr>
          <p:cNvCxnSpPr>
            <a:stCxn id="8" idx="2"/>
            <a:endCxn id="21" idx="0"/>
          </p:cNvCxnSpPr>
          <p:nvPr/>
        </p:nvCxnSpPr>
        <p:spPr>
          <a:xfrm flipH="1">
            <a:off x="1981199" y="2931694"/>
            <a:ext cx="4114801" cy="702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99BAD4B-4708-EF75-5021-E10FDD858C7B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 flipH="1">
            <a:off x="4123062" y="2931694"/>
            <a:ext cx="1972938" cy="702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9DC9056-88CD-B8E8-8F1C-0AC5118805E4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>
            <a:off x="6096000" y="2931694"/>
            <a:ext cx="0" cy="688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F272405-5C3E-388C-E4B9-B221CE61DE3D}"/>
              </a:ext>
            </a:extLst>
          </p:cNvPr>
          <p:cNvCxnSpPr>
            <a:cxnSpLocks/>
            <a:stCxn id="8" idx="2"/>
            <a:endCxn id="24" idx="0"/>
          </p:cNvCxnSpPr>
          <p:nvPr/>
        </p:nvCxnSpPr>
        <p:spPr>
          <a:xfrm>
            <a:off x="6096000" y="2931694"/>
            <a:ext cx="4434840" cy="705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73643D-6AD4-8870-AE75-F768404A8C75}"/>
              </a:ext>
            </a:extLst>
          </p:cNvPr>
          <p:cNvSpPr/>
          <p:nvPr/>
        </p:nvSpPr>
        <p:spPr>
          <a:xfrm>
            <a:off x="5273040" y="2383054"/>
            <a:ext cx="1645920" cy="54864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Gold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49EA32E-5F4E-E499-D522-18BD3495C3FF}"/>
              </a:ext>
            </a:extLst>
          </p:cNvPr>
          <p:cNvSpPr/>
          <p:nvPr/>
        </p:nvSpPr>
        <p:spPr>
          <a:xfrm>
            <a:off x="1158239" y="1407659"/>
            <a:ext cx="1645920" cy="5486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Miner 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C93F40-AB83-769D-10B1-24DEA879B720}"/>
              </a:ext>
            </a:extLst>
          </p:cNvPr>
          <p:cNvSpPr/>
          <p:nvPr/>
        </p:nvSpPr>
        <p:spPr>
          <a:xfrm>
            <a:off x="3300102" y="1402450"/>
            <a:ext cx="1645920" cy="5486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Miner 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3653FD-AFD5-0371-A8E5-A59DBE880C34}"/>
              </a:ext>
            </a:extLst>
          </p:cNvPr>
          <p:cNvSpPr/>
          <p:nvPr/>
        </p:nvSpPr>
        <p:spPr>
          <a:xfrm>
            <a:off x="5273040" y="1407659"/>
            <a:ext cx="1645920" cy="5486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Miner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D9C2E59F-86F1-39B0-0745-10FB65DC797D}"/>
                  </a:ext>
                </a:extLst>
              </p:cNvPr>
              <p:cNvSpPr/>
              <p:nvPr/>
            </p:nvSpPr>
            <p:spPr>
              <a:xfrm>
                <a:off x="9707880" y="1402450"/>
                <a:ext cx="1645920" cy="54864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Miner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D9C2E59F-86F1-39B0-0745-10FB65DC79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7880" y="1402450"/>
                <a:ext cx="1645920" cy="54864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CFBAEC56-3A9A-1C93-87A7-27DBF31D49F5}"/>
              </a:ext>
            </a:extLst>
          </p:cNvPr>
          <p:cNvSpPr/>
          <p:nvPr/>
        </p:nvSpPr>
        <p:spPr>
          <a:xfrm>
            <a:off x="1158239" y="3634569"/>
            <a:ext cx="1645920" cy="18288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/>
              <a:t>Private Bank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A6139A-5E46-088D-2E11-103AAEB566C0}"/>
              </a:ext>
            </a:extLst>
          </p:cNvPr>
          <p:cNvSpPr/>
          <p:nvPr/>
        </p:nvSpPr>
        <p:spPr>
          <a:xfrm>
            <a:off x="3300102" y="3634569"/>
            <a:ext cx="1645920" cy="18288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/>
              <a:t>Private Bank 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DDCDD0-B80D-FF2E-E4A1-53068A507428}"/>
              </a:ext>
            </a:extLst>
          </p:cNvPr>
          <p:cNvSpPr/>
          <p:nvPr/>
        </p:nvSpPr>
        <p:spPr>
          <a:xfrm>
            <a:off x="5273040" y="3620584"/>
            <a:ext cx="1645920" cy="18288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/>
              <a:t>Private Bank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229F625-B79F-53CC-AF45-0A899E66EE04}"/>
                  </a:ext>
                </a:extLst>
              </p:cNvPr>
              <p:cNvSpPr/>
              <p:nvPr/>
            </p:nvSpPr>
            <p:spPr>
              <a:xfrm>
                <a:off x="9707880" y="3636810"/>
                <a:ext cx="1645920" cy="1828800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/>
                  <a:t>Private Bank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229F625-B79F-53CC-AF45-0A899E66EE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7880" y="3636810"/>
                <a:ext cx="1645920" cy="1828800"/>
              </a:xfrm>
              <a:prstGeom prst="rect">
                <a:avLst/>
              </a:prstGeom>
              <a:blipFill>
                <a:blip r:embed="rId3"/>
                <a:stretch>
                  <a:fillRect t="-1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1016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B9EB4-2115-74D6-340B-219890A8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short history of money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F0D1696C-91EF-9C8B-B06B-233C29F25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690688"/>
            <a:ext cx="10058400" cy="4250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27589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724DF9-DD77-D9CB-D1CA-0FFA5DD2EFAE}"/>
              </a:ext>
            </a:extLst>
          </p:cNvPr>
          <p:cNvCxnSpPr>
            <a:stCxn id="9" idx="2"/>
            <a:endCxn id="8" idx="1"/>
          </p:cNvCxnSpPr>
          <p:nvPr/>
        </p:nvCxnSpPr>
        <p:spPr>
          <a:xfrm>
            <a:off x="1981199" y="2239328"/>
            <a:ext cx="3291841" cy="701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A41BCF2-A66B-3740-83C0-7D115BCAE1DB}"/>
              </a:ext>
            </a:extLst>
          </p:cNvPr>
          <p:cNvCxnSpPr>
            <a:cxnSpLocks/>
            <a:stCxn id="10" idx="2"/>
            <a:endCxn id="8" idx="1"/>
          </p:cNvCxnSpPr>
          <p:nvPr/>
        </p:nvCxnSpPr>
        <p:spPr>
          <a:xfrm>
            <a:off x="4123062" y="2234119"/>
            <a:ext cx="1149978" cy="706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CB6FC6-75E2-F4D6-9BFF-6A0E41AECD4A}"/>
              </a:ext>
            </a:extLst>
          </p:cNvPr>
          <p:cNvCxnSpPr>
            <a:stCxn id="11" idx="2"/>
            <a:endCxn id="8" idx="0"/>
          </p:cNvCxnSpPr>
          <p:nvPr/>
        </p:nvCxnSpPr>
        <p:spPr>
          <a:xfrm>
            <a:off x="6096000" y="2239328"/>
            <a:ext cx="0" cy="426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A8F2983-69A9-AF82-865E-FAF426817CC5}"/>
              </a:ext>
            </a:extLst>
          </p:cNvPr>
          <p:cNvCxnSpPr>
            <a:stCxn id="12" idx="2"/>
            <a:endCxn id="8" idx="3"/>
          </p:cNvCxnSpPr>
          <p:nvPr/>
        </p:nvCxnSpPr>
        <p:spPr>
          <a:xfrm flipH="1">
            <a:off x="6918960" y="2234119"/>
            <a:ext cx="3611880" cy="706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9DC9056-88CD-B8E8-8F1C-0AC5118805E4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>
            <a:off x="6096000" y="3214723"/>
            <a:ext cx="0" cy="688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73643D-6AD4-8870-AE75-F768404A8C75}"/>
              </a:ext>
            </a:extLst>
          </p:cNvPr>
          <p:cNvSpPr/>
          <p:nvPr/>
        </p:nvSpPr>
        <p:spPr>
          <a:xfrm>
            <a:off x="5273040" y="2666083"/>
            <a:ext cx="1645920" cy="54864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Gold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49EA32E-5F4E-E499-D522-18BD3495C3FF}"/>
              </a:ext>
            </a:extLst>
          </p:cNvPr>
          <p:cNvSpPr/>
          <p:nvPr/>
        </p:nvSpPr>
        <p:spPr>
          <a:xfrm>
            <a:off x="1158239" y="1690688"/>
            <a:ext cx="1645920" cy="5486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Miner 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C93F40-AB83-769D-10B1-24DEA879B720}"/>
              </a:ext>
            </a:extLst>
          </p:cNvPr>
          <p:cNvSpPr/>
          <p:nvPr/>
        </p:nvSpPr>
        <p:spPr>
          <a:xfrm>
            <a:off x="3300102" y="1685479"/>
            <a:ext cx="1645920" cy="5486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Miner 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3653FD-AFD5-0371-A8E5-A59DBE880C34}"/>
              </a:ext>
            </a:extLst>
          </p:cNvPr>
          <p:cNvSpPr/>
          <p:nvPr/>
        </p:nvSpPr>
        <p:spPr>
          <a:xfrm>
            <a:off x="5273040" y="1690688"/>
            <a:ext cx="1645920" cy="5486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Miner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D9C2E59F-86F1-39B0-0745-10FB65DC797D}"/>
                  </a:ext>
                </a:extLst>
              </p:cNvPr>
              <p:cNvSpPr/>
              <p:nvPr/>
            </p:nvSpPr>
            <p:spPr>
              <a:xfrm>
                <a:off x="9707880" y="1685479"/>
                <a:ext cx="1645920" cy="54864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Miner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D9C2E59F-86F1-39B0-0745-10FB65DC79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7880" y="1685479"/>
                <a:ext cx="1645920" cy="54864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BADDCDD0-B80D-FF2E-E4A1-53068A507428}"/>
              </a:ext>
            </a:extLst>
          </p:cNvPr>
          <p:cNvSpPr/>
          <p:nvPr/>
        </p:nvSpPr>
        <p:spPr>
          <a:xfrm>
            <a:off x="5273040" y="3903613"/>
            <a:ext cx="1645920" cy="18288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/>
              <a:t>National central bank</a:t>
            </a:r>
          </a:p>
        </p:txBody>
      </p:sp>
    </p:spTree>
    <p:extLst>
      <p:ext uri="{BB962C8B-B14F-4D97-AF65-F5344CB8AC3E}">
        <p14:creationId xmlns:p14="http://schemas.microsoft.com/office/powerpoint/2010/main" val="1089973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B9EB4-2115-74D6-340B-219890A8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short history of money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D3E2AFF-71D8-C58B-EB5A-EE6664F873E3}"/>
              </a:ext>
            </a:extLst>
          </p:cNvPr>
          <p:cNvCxnSpPr>
            <a:cxnSpLocks/>
            <a:stCxn id="23" idx="2"/>
            <a:endCxn id="8" idx="0"/>
          </p:cNvCxnSpPr>
          <p:nvPr/>
        </p:nvCxnSpPr>
        <p:spPr>
          <a:xfrm>
            <a:off x="6096000" y="3552031"/>
            <a:ext cx="0" cy="1127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73643D-6AD4-8870-AE75-F768404A8C75}"/>
              </a:ext>
            </a:extLst>
          </p:cNvPr>
          <p:cNvSpPr/>
          <p:nvPr/>
        </p:nvSpPr>
        <p:spPr>
          <a:xfrm>
            <a:off x="5273040" y="4679870"/>
            <a:ext cx="1645920" cy="54864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Fiat money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DDCDD0-B80D-FF2E-E4A1-53068A507428}"/>
              </a:ext>
            </a:extLst>
          </p:cNvPr>
          <p:cNvSpPr/>
          <p:nvPr/>
        </p:nvSpPr>
        <p:spPr>
          <a:xfrm>
            <a:off x="5273040" y="1723231"/>
            <a:ext cx="1645920" cy="18288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/>
              <a:t>National central bank</a:t>
            </a:r>
          </a:p>
        </p:txBody>
      </p:sp>
    </p:spTree>
    <p:extLst>
      <p:ext uri="{BB962C8B-B14F-4D97-AF65-F5344CB8AC3E}">
        <p14:creationId xmlns:p14="http://schemas.microsoft.com/office/powerpoint/2010/main" val="4231503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B9EB4-2115-74D6-340B-219890A8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short history of money</a:t>
            </a:r>
          </a:p>
        </p:txBody>
      </p:sp>
      <p:pic>
        <p:nvPicPr>
          <p:cNvPr id="2050" name="Picture 2" descr="Us One Dollar Bill Coloring Page Printout Enchanted Learning | Images and Photos finder">
            <a:extLst>
              <a:ext uri="{FF2B5EF4-FFF2-40B4-BE49-F238E27FC236}">
                <a16:creationId xmlns:a16="http://schemas.microsoft.com/office/drawing/2014/main" id="{5E802857-10F9-7AAF-28C3-169255623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90688"/>
            <a:ext cx="10058400" cy="4134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5517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E66EEE3-1880-403A-6174-DF117645CB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2318165"/>
              </p:ext>
            </p:extLst>
          </p:nvPr>
        </p:nvGraphicFramePr>
        <p:xfrm>
          <a:off x="838200" y="1546655"/>
          <a:ext cx="10515600" cy="3764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2296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047A657-B634-46F1-9C96-1F8A4BE2F0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6047A657-B634-46F1-9C96-1F8A4BE2F05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AF4A4DA-ECAF-46EB-B1FA-BE3561431D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EAF4A4DA-ECAF-46EB-B1FA-BE3561431D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A56C2A7-A0AE-4B64-9413-22CC789A77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graphicEl>
                                              <a:dgm id="{AA56C2A7-A0AE-4B64-9413-22CC789A77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EE9C5C7-9F3E-451A-9CAB-51E0EB4125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graphicEl>
                                              <a:dgm id="{AEE9C5C7-9F3E-451A-9CAB-51E0EB4125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67DE7C6-E60A-4727-A44F-A5F0616B65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graphicEl>
                                              <a:dgm id="{A67DE7C6-E60A-4727-A44F-A5F0616B65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EAC2DC7-9422-414D-BAD5-A271F64694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graphicEl>
                                              <a:dgm id="{1EAC2DC7-9422-414D-BAD5-A271F64694D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D98F8DA-3B0F-462A-A889-52794666D8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graphicEl>
                                              <a:dgm id="{DD98F8DA-3B0F-462A-A889-52794666D8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9950323-5FC5-4217-A70B-8FF2678B89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graphicEl>
                                              <a:dgm id="{19950323-5FC5-4217-A70B-8FF2678B89D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A3134E5-AFB0-4E97-8687-9E4DE100FE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graphicEl>
                                              <a:dgm id="{4A3134E5-AFB0-4E97-8687-9E4DE100FE2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28E3A7B-6FD3-46A2-8856-C3FBE4AA4A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graphicEl>
                                              <a:dgm id="{628E3A7B-6FD3-46A2-8856-C3FBE4AA4A7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3D2752D-1A89-40A0-944B-BCF532C7D2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graphicEl>
                                              <a:dgm id="{73D2752D-1A89-40A0-944B-BCF532C7D27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D889227-0CDF-4918-951E-643D3FCC07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graphicEl>
                                              <a:dgm id="{FD889227-0CDF-4918-951E-643D3FCC07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4B51592-BB9E-4C42-8718-8060CA88EF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graphicEl>
                                              <a:dgm id="{24B51592-BB9E-4C42-8718-8060CA88EF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D86B9A2-047D-4009-B144-1041ADEC5A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>
                                            <p:graphicEl>
                                              <a:dgm id="{2D86B9A2-047D-4009-B144-1041ADEC5A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0D9C6D3-2C1E-4BF1-A765-1B530710AE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>
                                            <p:graphicEl>
                                              <a:dgm id="{10D9C6D3-2C1E-4BF1-A765-1B530710AE8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1A85278-FDA7-48F8-BB68-46438601EC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">
                                            <p:graphicEl>
                                              <a:dgm id="{31A85278-FDA7-48F8-BB68-46438601EC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4DEB0F7-D352-41F5-B4A7-ADDE3B4DFC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">
                                            <p:graphicEl>
                                              <a:dgm id="{24DEB0F7-D352-41F5-B4A7-ADDE3B4DFCB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2D29B2-9D81-B531-89E6-CF83D7AFA761}"/>
              </a:ext>
            </a:extLst>
          </p:cNvPr>
          <p:cNvSpPr txBox="1"/>
          <p:nvPr/>
        </p:nvSpPr>
        <p:spPr>
          <a:xfrm>
            <a:off x="1008285" y="1515874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070C0"/>
                </a:solidFill>
              </a:rPr>
              <a:t>Most liquid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6CC139-8926-6FB4-5E5B-879CBF08C30B}"/>
              </a:ext>
            </a:extLst>
          </p:cNvPr>
          <p:cNvSpPr txBox="1"/>
          <p:nvPr/>
        </p:nvSpPr>
        <p:spPr>
          <a:xfrm>
            <a:off x="1008285" y="497990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Less liquid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1239F40-B501-E540-882E-1FB75D9096B4}"/>
              </a:ext>
            </a:extLst>
          </p:cNvPr>
          <p:cNvCxnSpPr>
            <a:cxnSpLocks/>
          </p:cNvCxnSpPr>
          <p:nvPr/>
        </p:nvCxnSpPr>
        <p:spPr>
          <a:xfrm>
            <a:off x="2379885" y="1541912"/>
            <a:ext cx="0" cy="3807328"/>
          </a:xfrm>
          <a:prstGeom prst="straightConnector1">
            <a:avLst/>
          </a:prstGeom>
          <a:ln>
            <a:gradFill flip="none" rotWithShape="1">
              <a:gsLst>
                <a:gs pos="0">
                  <a:srgbClr val="0070C0"/>
                </a:gs>
                <a:gs pos="100000">
                  <a:srgbClr val="FF0000"/>
                </a:gs>
              </a:gsLst>
              <a:lin ang="5400000" scaled="1"/>
              <a:tileRect/>
            </a:gradFill>
            <a:headEnd type="oval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F8A93A-31F3-3830-4EE1-4B681FBB830D}"/>
                  </a:ext>
                </a:extLst>
              </p:cNvPr>
              <p:cNvSpPr txBox="1"/>
              <p:nvPr/>
            </p:nvSpPr>
            <p:spPr>
              <a:xfrm>
                <a:off x="2600759" y="1515874"/>
                <a:ext cx="8961120" cy="4077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Monetary</m:t>
                      </m:r>
                      <m:r>
                        <a:rPr lang="en-US" sz="20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base</m:t>
                      </m:r>
                      <m:r>
                        <a:rPr lang="en-US" sz="2000" i="0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i="0" dirty="0" smtClean="0">
                              <a:latin typeface="Cambria Math" panose="02040503050406030204" pitchFamily="18" charset="0"/>
                            </a:rPr>
                            <m:t>MB</m:t>
                          </m:r>
                        </m:e>
                      </m:d>
                      <m:r>
                        <a:rPr lang="en-US" sz="20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Currency</m:t>
                      </m:r>
                      <m:r>
                        <a:rPr lang="en-US" sz="2000" i="0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Reserves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000" b="0" i="0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1=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Currency</m:t>
                      </m:r>
                      <m:r>
                        <a:rPr lang="en-US" sz="2000" i="0" dirty="0" smtClean="0">
                          <a:latin typeface="Cambria Math" panose="02040503050406030204" pitchFamily="18" charset="0"/>
                        </a:rPr>
                        <m:t> + </m:t>
                      </m:r>
                      <m:limLow>
                        <m:limLow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Demand</m:t>
                              </m:r>
                              <m: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deposits</m:t>
                              </m:r>
                              <m: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Travele</m:t>
                              </m:r>
                              <m:sSup>
                                <m:sSup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p>
                                  <m: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checks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Money</m:t>
                          </m:r>
                          <m: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substitutes</m:t>
                          </m:r>
                        </m:lim>
                      </m:limLow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000" i="0" dirty="0" smtClean="0">
                          <a:latin typeface="Cambria Math" panose="02040503050406030204" pitchFamily="18" charset="0"/>
                        </a:rPr>
                        <m:t>2=</m:t>
                      </m:r>
                      <m:r>
                        <m:rPr>
                          <m:sty m:val="p"/>
                        </m:rPr>
                        <a:rPr lang="en-US" sz="2000" i="0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000" i="0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1 +</m:t>
                      </m:r>
                      <m:limLow>
                        <m:limLow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Small</m:t>
                              </m:r>
                              <m: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denomination</m:t>
                              </m:r>
                              <m: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time</m:t>
                              </m:r>
                              <m: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deposits</m:t>
                              </m:r>
                              <m: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Savings</m:t>
                              </m:r>
                              <m: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accounts</m:t>
                              </m:r>
                              <m: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latin typeface="Cambria Math" panose="02040503050406030204" pitchFamily="18" charset="0"/>
                                </a:rPr>
                                <m:t>MMF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Other</m:t>
                          </m:r>
                          <m: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money</m:t>
                          </m:r>
                          <m: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 pitchFamily="18" charset="0"/>
                            </a:rPr>
                            <m:t>substitutes</m:t>
                          </m:r>
                        </m:lim>
                      </m:limLow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F8A93A-31F3-3830-4EE1-4B681FBB8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0759" y="1515874"/>
                <a:ext cx="8961120" cy="4077270"/>
              </a:xfrm>
              <a:prstGeom prst="rect">
                <a:avLst/>
              </a:prstGeom>
              <a:blipFill>
                <a:blip r:embed="rId2"/>
                <a:stretch>
                  <a:fillRect l="-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355298B-6AE9-2601-DB29-F7488EE108AE}"/>
              </a:ext>
            </a:extLst>
          </p:cNvPr>
          <p:cNvCxnSpPr>
            <a:cxnSpLocks/>
          </p:cNvCxnSpPr>
          <p:nvPr/>
        </p:nvCxnSpPr>
        <p:spPr>
          <a:xfrm flipH="1">
            <a:off x="3830096" y="1885206"/>
            <a:ext cx="1828800" cy="1187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6FF78F-9AB3-AAB0-F236-1653F75F0EFD}"/>
              </a:ext>
            </a:extLst>
          </p:cNvPr>
          <p:cNvCxnSpPr>
            <a:cxnSpLocks/>
          </p:cNvCxnSpPr>
          <p:nvPr/>
        </p:nvCxnSpPr>
        <p:spPr>
          <a:xfrm>
            <a:off x="2922136" y="3554509"/>
            <a:ext cx="566316" cy="12259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99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2327D2D-2A15-2956-C2C3-E00410DC1DF9}"/>
              </a:ext>
            </a:extLst>
          </p:cNvPr>
          <p:cNvCxnSpPr/>
          <p:nvPr/>
        </p:nvCxnSpPr>
        <p:spPr>
          <a:xfrm rot="5400000" flipV="1">
            <a:off x="6096000" y="1768624"/>
            <a:ext cx="0" cy="77724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B59041C-0AD8-CD81-6A8D-4DAAA0C529C1}"/>
              </a:ext>
            </a:extLst>
          </p:cNvPr>
          <p:cNvSpPr txBox="1"/>
          <p:nvPr/>
        </p:nvSpPr>
        <p:spPr>
          <a:xfrm>
            <a:off x="1899557" y="2186407"/>
            <a:ext cx="310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4DB1D6-83A6-E23D-7488-307F37AA2088}"/>
              </a:ext>
            </a:extLst>
          </p:cNvPr>
          <p:cNvSpPr txBox="1"/>
          <p:nvPr/>
        </p:nvSpPr>
        <p:spPr>
          <a:xfrm>
            <a:off x="8736603" y="5654824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time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19F06B2-5211-E8F5-B3FC-E3E1E62BE1B0}"/>
              </a:ext>
            </a:extLst>
          </p:cNvPr>
          <p:cNvCxnSpPr/>
          <p:nvPr/>
        </p:nvCxnSpPr>
        <p:spPr>
          <a:xfrm>
            <a:off x="2209801" y="4817159"/>
            <a:ext cx="6400800" cy="8164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C4F420-0B39-216A-A2A6-1CDDB2C10536}"/>
              </a:ext>
            </a:extLst>
          </p:cNvPr>
          <p:cNvCxnSpPr/>
          <p:nvPr/>
        </p:nvCxnSpPr>
        <p:spPr>
          <a:xfrm>
            <a:off x="2209801" y="3279552"/>
            <a:ext cx="6400800" cy="8164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355E11-1E16-5C7E-82A0-17900C55FD59}"/>
                  </a:ext>
                </a:extLst>
              </p:cNvPr>
              <p:cNvSpPr txBox="1"/>
              <p:nvPr/>
            </p:nvSpPr>
            <p:spPr>
              <a:xfrm>
                <a:off x="5625193" y="4541271"/>
                <a:ext cx="298540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400" dirty="0">
                    <a:solidFill>
                      <a:schemeClr val="accent1"/>
                    </a:solidFill>
                  </a:rPr>
                  <a:t>Low constant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1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355E11-1E16-5C7E-82A0-17900C55F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193" y="4541271"/>
                <a:ext cx="2985408" cy="307777"/>
              </a:xfrm>
              <a:prstGeom prst="rect">
                <a:avLst/>
              </a:prstGeom>
              <a:blipFill>
                <a:blip r:embed="rId2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A31295B-63ED-420D-846E-4592A74BFA41}"/>
                  </a:ext>
                </a:extLst>
              </p:cNvPr>
              <p:cNvSpPr txBox="1"/>
              <p:nvPr/>
            </p:nvSpPr>
            <p:spPr>
              <a:xfrm>
                <a:off x="5625193" y="2966420"/>
                <a:ext cx="298540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400" dirty="0">
                    <a:solidFill>
                      <a:schemeClr val="accent1"/>
                    </a:solidFill>
                  </a:rPr>
                  <a:t>High constant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1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A31295B-63ED-420D-846E-4592A74BF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193" y="2966420"/>
                <a:ext cx="2985408" cy="307777"/>
              </a:xfrm>
              <a:prstGeom prst="rect">
                <a:avLst/>
              </a:prstGeom>
              <a:blipFill>
                <a:blip r:embed="rId3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D7634581-6249-99D5-16A7-CB5A662EE71B}"/>
              </a:ext>
            </a:extLst>
          </p:cNvPr>
          <p:cNvGrpSpPr/>
          <p:nvPr/>
        </p:nvGrpSpPr>
        <p:grpSpPr>
          <a:xfrm>
            <a:off x="2209801" y="3597668"/>
            <a:ext cx="6400800" cy="925865"/>
            <a:chOff x="1592036" y="3248227"/>
            <a:chExt cx="5419450" cy="925865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7D2B8E1-57D1-87FE-E737-C7496976681E}"/>
                </a:ext>
              </a:extLst>
            </p:cNvPr>
            <p:cNvCxnSpPr/>
            <p:nvPr/>
          </p:nvCxnSpPr>
          <p:spPr>
            <a:xfrm>
              <a:off x="1592036" y="4174092"/>
              <a:ext cx="1869621" cy="0"/>
            </a:xfrm>
            <a:prstGeom prst="line">
              <a:avLst/>
            </a:prstGeom>
            <a:ln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43638A3-958F-E74B-12AF-F55792170859}"/>
                </a:ext>
              </a:extLst>
            </p:cNvPr>
            <p:cNvCxnSpPr/>
            <p:nvPr/>
          </p:nvCxnSpPr>
          <p:spPr>
            <a:xfrm>
              <a:off x="3445326" y="3248227"/>
              <a:ext cx="3566160" cy="0"/>
            </a:xfrm>
            <a:prstGeom prst="line">
              <a:avLst/>
            </a:prstGeom>
            <a:ln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4BD291-E40B-91EA-AC41-3C9DECD5DF85}"/>
                </a:ext>
              </a:extLst>
            </p:cNvPr>
            <p:cNvCxnSpPr/>
            <p:nvPr/>
          </p:nvCxnSpPr>
          <p:spPr>
            <a:xfrm rot="5400000">
              <a:off x="2997234" y="3716892"/>
              <a:ext cx="914400" cy="0"/>
            </a:xfrm>
            <a:prstGeom prst="line">
              <a:avLst/>
            </a:prstGeom>
            <a:ln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51AAA0-6EA9-B4CA-F704-3419B1DFA8B2}"/>
                  </a:ext>
                </a:extLst>
              </p:cNvPr>
              <p:cNvSpPr txBox="1"/>
              <p:nvPr/>
            </p:nvSpPr>
            <p:spPr>
              <a:xfrm>
                <a:off x="5410200" y="3614758"/>
                <a:ext cx="32004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400" dirty="0">
                    <a:solidFill>
                      <a:schemeClr val="accent3"/>
                    </a:solidFill>
                  </a:rPr>
                  <a:t>One time change in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14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51AAA0-6EA9-B4CA-F704-3419B1DFA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3614758"/>
                <a:ext cx="3200400" cy="307777"/>
              </a:xfrm>
              <a:prstGeom prst="rect">
                <a:avLst/>
              </a:prstGeom>
              <a:blipFill>
                <a:blip r:embed="rId4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189E778-E388-C54C-5933-A7C170333924}"/>
                  </a:ext>
                </a:extLst>
              </p:cNvPr>
              <p:cNvSpPr txBox="1"/>
              <p:nvPr/>
            </p:nvSpPr>
            <p:spPr>
              <a:xfrm>
                <a:off x="7319283" y="2022882"/>
                <a:ext cx="2318492" cy="52322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sz="1400" dirty="0">
                    <a:solidFill>
                      <a:schemeClr val="accent2"/>
                    </a:solidFill>
                  </a:rPr>
                  <a:t>Constantly increasing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1400" dirty="0">
                    <a:solidFill>
                      <a:schemeClr val="accent2"/>
                    </a:solidFill>
                  </a:rPr>
                  <a:t> (price level doesn’t matter)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189E778-E388-C54C-5933-A7C170333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9283" y="2022882"/>
                <a:ext cx="2318492" cy="523220"/>
              </a:xfrm>
              <a:prstGeom prst="rect">
                <a:avLst/>
              </a:prstGeom>
              <a:blipFill>
                <a:blip r:embed="rId5"/>
                <a:stretch>
                  <a:fillRect l="-789" t="-1163" r="-2105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66A5B19-DC9A-02C4-7FAD-0933F2B5FB88}"/>
              </a:ext>
            </a:extLst>
          </p:cNvPr>
          <p:cNvCxnSpPr/>
          <p:nvPr/>
        </p:nvCxnSpPr>
        <p:spPr>
          <a:xfrm flipV="1">
            <a:off x="2209801" y="2284377"/>
            <a:ext cx="5109482" cy="3053443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6BE66AF-180E-D1E5-EABC-401E54FC8188}"/>
              </a:ext>
            </a:extLst>
          </p:cNvPr>
          <p:cNvCxnSpPr/>
          <p:nvPr/>
        </p:nvCxnSpPr>
        <p:spPr>
          <a:xfrm flipV="1">
            <a:off x="2209800" y="1997224"/>
            <a:ext cx="0" cy="36576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CBFDF05-5BB7-F6E3-3334-2A988CF64976}"/>
              </a:ext>
            </a:extLst>
          </p:cNvPr>
          <p:cNvSpPr txBox="1"/>
          <p:nvPr/>
        </p:nvSpPr>
        <p:spPr>
          <a:xfrm>
            <a:off x="9611358" y="3303424"/>
            <a:ext cx="17604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This is NOT inflation</a:t>
            </a:r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A788BB3E-F9FF-2EE7-06AB-861AE256351B}"/>
              </a:ext>
            </a:extLst>
          </p:cNvPr>
          <p:cNvCxnSpPr>
            <a:cxnSpLocks/>
            <a:stCxn id="23" idx="1"/>
            <a:endCxn id="31" idx="1"/>
          </p:cNvCxnSpPr>
          <p:nvPr/>
        </p:nvCxnSpPr>
        <p:spPr>
          <a:xfrm rot="10800000" flipV="1">
            <a:off x="8824886" y="3457312"/>
            <a:ext cx="786472" cy="511545"/>
          </a:xfrm>
          <a:prstGeom prst="curvedConnector3">
            <a:avLst>
              <a:gd name="adj1" fmla="val 50000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eft Brace 30">
            <a:extLst>
              <a:ext uri="{FF2B5EF4-FFF2-40B4-BE49-F238E27FC236}">
                <a16:creationId xmlns:a16="http://schemas.microsoft.com/office/drawing/2014/main" id="{B043602D-FAAE-CF51-E758-4699DCF255F7}"/>
              </a:ext>
            </a:extLst>
          </p:cNvPr>
          <p:cNvSpPr/>
          <p:nvPr/>
        </p:nvSpPr>
        <p:spPr>
          <a:xfrm flipH="1" flipV="1">
            <a:off x="8642006" y="2963018"/>
            <a:ext cx="182880" cy="2011680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42C2FD2-4F71-283A-B142-8BC065C1A1EE}"/>
              </a:ext>
            </a:extLst>
          </p:cNvPr>
          <p:cNvSpPr/>
          <p:nvPr/>
        </p:nvSpPr>
        <p:spPr>
          <a:xfrm>
            <a:off x="6957848" y="1690688"/>
            <a:ext cx="2784594" cy="113129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A09861-8639-0C59-37FE-8372A738D983}"/>
              </a:ext>
            </a:extLst>
          </p:cNvPr>
          <p:cNvSpPr txBox="1"/>
          <p:nvPr/>
        </p:nvSpPr>
        <p:spPr>
          <a:xfrm>
            <a:off x="4409441" y="1635780"/>
            <a:ext cx="14196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This IS inflation</a:t>
            </a:r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793AE552-715A-F1D4-C938-EFA58472E455}"/>
              </a:ext>
            </a:extLst>
          </p:cNvPr>
          <p:cNvCxnSpPr>
            <a:stCxn id="34" idx="3"/>
            <a:endCxn id="33" idx="2"/>
          </p:cNvCxnSpPr>
          <p:nvPr/>
        </p:nvCxnSpPr>
        <p:spPr>
          <a:xfrm>
            <a:off x="5829060" y="1789669"/>
            <a:ext cx="1128788" cy="466664"/>
          </a:xfrm>
          <a:prstGeom prst="curvedConnector3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837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9" grpId="0"/>
      <p:bldP spid="20" grpId="0"/>
      <p:bldP spid="23" grpId="0"/>
      <p:bldP spid="31" grpId="0" animBg="1"/>
      <p:bldP spid="33" grpId="0" animBg="1"/>
      <p:bldP spid="3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CC8904-168E-DED6-3757-C3280F48A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91A47-8E79-C2DC-87AE-5277B622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A9062-2955-644D-0453-AE5FE2048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How Banking Developed Before Central Banks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949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9F730D4-1BD8-9546-5CEF-7D059785F7FA}"/>
              </a:ext>
            </a:extLst>
          </p:cNvPr>
          <p:cNvCxnSpPr/>
          <p:nvPr/>
        </p:nvCxnSpPr>
        <p:spPr>
          <a:xfrm>
            <a:off x="2929461" y="3793817"/>
            <a:ext cx="576072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870814-D76B-AD18-6CC5-2A2278AF945D}"/>
              </a:ext>
            </a:extLst>
          </p:cNvPr>
          <p:cNvCxnSpPr>
            <a:cxnSpLocks/>
          </p:cNvCxnSpPr>
          <p:nvPr/>
        </p:nvCxnSpPr>
        <p:spPr>
          <a:xfrm flipV="1">
            <a:off x="1018039" y="2009085"/>
            <a:ext cx="0" cy="3657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3C8498-4BEF-6197-97B7-79632D11EEFF}"/>
              </a:ext>
            </a:extLst>
          </p:cNvPr>
          <p:cNvCxnSpPr>
            <a:cxnSpLocks/>
          </p:cNvCxnSpPr>
          <p:nvPr/>
        </p:nvCxnSpPr>
        <p:spPr>
          <a:xfrm rot="5400000" flipV="1">
            <a:off x="3310128" y="3372105"/>
            <a:ext cx="0" cy="45720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4EF890-6551-D110-9118-5F60C09FD4C7}"/>
              </a:ext>
            </a:extLst>
          </p:cNvPr>
          <p:cNvCxnSpPr/>
          <p:nvPr/>
        </p:nvCxnSpPr>
        <p:spPr>
          <a:xfrm flipV="1">
            <a:off x="6781800" y="2000505"/>
            <a:ext cx="0" cy="365760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671AD5B-26D3-9623-A6B0-383AFEC9FD5A}"/>
              </a:ext>
            </a:extLst>
          </p:cNvPr>
          <p:cNvCxnSpPr>
            <a:cxnSpLocks/>
          </p:cNvCxnSpPr>
          <p:nvPr/>
        </p:nvCxnSpPr>
        <p:spPr>
          <a:xfrm rot="5400000" flipV="1">
            <a:off x="9067800" y="3372105"/>
            <a:ext cx="0" cy="457200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04EF1EB-4C37-533A-85FE-D14832FA06B4}"/>
              </a:ext>
            </a:extLst>
          </p:cNvPr>
          <p:cNvCxnSpPr>
            <a:cxnSpLocks/>
          </p:cNvCxnSpPr>
          <p:nvPr/>
        </p:nvCxnSpPr>
        <p:spPr>
          <a:xfrm rot="5400000">
            <a:off x="7783752" y="4708217"/>
            <a:ext cx="1828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73ABEEE-2589-D7A9-E6EC-958BD4ED5C74}"/>
              </a:ext>
            </a:extLst>
          </p:cNvPr>
          <p:cNvCxnSpPr>
            <a:cxnSpLocks/>
          </p:cNvCxnSpPr>
          <p:nvPr/>
        </p:nvCxnSpPr>
        <p:spPr>
          <a:xfrm rot="-2700000">
            <a:off x="655745" y="3793817"/>
            <a:ext cx="457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2092C0-B6C4-7085-E680-A3D0287E84DD}"/>
              </a:ext>
            </a:extLst>
          </p:cNvPr>
          <p:cNvCxnSpPr>
            <a:cxnSpLocks/>
          </p:cNvCxnSpPr>
          <p:nvPr/>
        </p:nvCxnSpPr>
        <p:spPr>
          <a:xfrm rot="2700000">
            <a:off x="655743" y="3793816"/>
            <a:ext cx="457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ED4391-63B3-F67D-A4FE-74168F16CB4D}"/>
              </a:ext>
            </a:extLst>
          </p:cNvPr>
          <p:cNvCxnSpPr>
            <a:cxnSpLocks/>
          </p:cNvCxnSpPr>
          <p:nvPr/>
        </p:nvCxnSpPr>
        <p:spPr>
          <a:xfrm rot="-2700000">
            <a:off x="6412154" y="3793818"/>
            <a:ext cx="45720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04AE2C-0580-1BD2-2888-E9B0DB866FA9}"/>
              </a:ext>
            </a:extLst>
          </p:cNvPr>
          <p:cNvCxnSpPr>
            <a:cxnSpLocks/>
          </p:cNvCxnSpPr>
          <p:nvPr/>
        </p:nvCxnSpPr>
        <p:spPr>
          <a:xfrm rot="2700000">
            <a:off x="6412152" y="3793817"/>
            <a:ext cx="45720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5EB086-CBDC-A629-3A40-3467191CA58E}"/>
                  </a:ext>
                </a:extLst>
              </p:cNvPr>
              <p:cNvSpPr txBox="1"/>
              <p:nvPr/>
            </p:nvSpPr>
            <p:spPr>
              <a:xfrm>
                <a:off x="641782" y="2009084"/>
                <a:ext cx="376257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5EB086-CBDC-A629-3A40-3467191CA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782" y="2009084"/>
                <a:ext cx="376257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6647FD-8632-ACA6-C393-1A7E85B81E3D}"/>
                  </a:ext>
                </a:extLst>
              </p:cNvPr>
              <p:cNvSpPr txBox="1"/>
              <p:nvPr/>
            </p:nvSpPr>
            <p:spPr>
              <a:xfrm>
                <a:off x="6405542" y="2000504"/>
                <a:ext cx="376257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6647FD-8632-ACA6-C393-1A7E85B81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542" y="2000504"/>
                <a:ext cx="376257" cy="6109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4DA733-2C02-C0E5-D575-B4E8FFC2EBB6}"/>
                  </a:ext>
                </a:extLst>
              </p:cNvPr>
              <p:cNvSpPr txBox="1"/>
              <p:nvPr/>
            </p:nvSpPr>
            <p:spPr>
              <a:xfrm>
                <a:off x="5151437" y="5666685"/>
                <a:ext cx="383951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4DA733-2C02-C0E5-D575-B4E8FFC2E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437" y="5666685"/>
                <a:ext cx="383951" cy="379848"/>
              </a:xfrm>
              <a:prstGeom prst="rect">
                <a:avLst/>
              </a:prstGeom>
              <a:blipFill>
                <a:blip r:embed="rId4"/>
                <a:stretch>
                  <a:fillRect r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72AA13B-8749-63E7-7298-F1F160A8836C}"/>
                  </a:ext>
                </a:extLst>
              </p:cNvPr>
              <p:cNvSpPr txBox="1"/>
              <p:nvPr/>
            </p:nvSpPr>
            <p:spPr>
              <a:xfrm>
                <a:off x="10969849" y="5666685"/>
                <a:ext cx="383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72AA13B-8749-63E7-7298-F1F160A88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849" y="5666685"/>
                <a:ext cx="38395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743C135-BD89-541A-80A7-23500AB5BF7A}"/>
                  </a:ext>
                </a:extLst>
              </p:cNvPr>
              <p:cNvSpPr txBox="1"/>
              <p:nvPr/>
            </p:nvSpPr>
            <p:spPr>
              <a:xfrm>
                <a:off x="2751367" y="5666685"/>
                <a:ext cx="356188" cy="379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743C135-BD89-541A-80A7-23500AB5B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367" y="5666685"/>
                <a:ext cx="356188" cy="379848"/>
              </a:xfrm>
              <a:prstGeom prst="rect">
                <a:avLst/>
              </a:prstGeom>
              <a:blipFill>
                <a:blip r:embed="rId6"/>
                <a:stretch>
                  <a:fillRect r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BF08D36-E4AE-DE81-0680-C1863D7D9B51}"/>
                  </a:ext>
                </a:extLst>
              </p:cNvPr>
              <p:cNvSpPr txBox="1"/>
              <p:nvPr/>
            </p:nvSpPr>
            <p:spPr>
              <a:xfrm>
                <a:off x="8517894" y="5666685"/>
                <a:ext cx="4792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BF08D36-E4AE-DE81-0680-C1863D7D9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7894" y="5666685"/>
                <a:ext cx="47923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9ECDAA4-92DA-2B1D-1028-89B76A22FF2F}"/>
                  </a:ext>
                </a:extLst>
              </p:cNvPr>
              <p:cNvSpPr txBox="1"/>
              <p:nvPr/>
            </p:nvSpPr>
            <p:spPr>
              <a:xfrm>
                <a:off x="4523767" y="2009084"/>
                <a:ext cx="499046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9ECDAA4-92DA-2B1D-1028-89B76A22F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767" y="2009084"/>
                <a:ext cx="499046" cy="3798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D2BA323-AEC7-1256-1BD6-FB25DA0D7833}"/>
                  </a:ext>
                </a:extLst>
              </p:cNvPr>
              <p:cNvSpPr txBox="1"/>
              <p:nvPr/>
            </p:nvSpPr>
            <p:spPr>
              <a:xfrm>
                <a:off x="4523767" y="5222798"/>
                <a:ext cx="521810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D2BA323-AEC7-1256-1BD6-FB25DA0D7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767" y="5222798"/>
                <a:ext cx="521810" cy="3798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040AA73-BBB3-2BE0-23FC-B4F89D57396C}"/>
                  </a:ext>
                </a:extLst>
              </p:cNvPr>
              <p:cNvSpPr txBox="1"/>
              <p:nvPr/>
            </p:nvSpPr>
            <p:spPr>
              <a:xfrm>
                <a:off x="10277010" y="2000504"/>
                <a:ext cx="499046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040AA73-BBB3-2BE0-23FC-B4F89D573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7010" y="2000504"/>
                <a:ext cx="499046" cy="37984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6AF8773-07C1-8819-281D-0F221CAC63E1}"/>
                  </a:ext>
                </a:extLst>
              </p:cNvPr>
              <p:cNvSpPr txBox="1"/>
              <p:nvPr/>
            </p:nvSpPr>
            <p:spPr>
              <a:xfrm>
                <a:off x="10314598" y="5220602"/>
                <a:ext cx="521810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6AF8773-07C1-8819-281D-0F221CAC6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4598" y="5220602"/>
                <a:ext cx="521810" cy="37984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0BBCCA9-C748-02E8-C9EF-F57414EDA52F}"/>
              </a:ext>
            </a:extLst>
          </p:cNvPr>
          <p:cNvCxnSpPr>
            <a:cxnSpLocks/>
          </p:cNvCxnSpPr>
          <p:nvPr/>
        </p:nvCxnSpPr>
        <p:spPr>
          <a:xfrm rot="5400000">
            <a:off x="2015061" y="4743705"/>
            <a:ext cx="1828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6" name="Left Brace 35">
            <a:extLst>
              <a:ext uri="{FF2B5EF4-FFF2-40B4-BE49-F238E27FC236}">
                <a16:creationId xmlns:a16="http://schemas.microsoft.com/office/drawing/2014/main" id="{A96A59F6-CB9D-A0FD-D279-FC6C3475E3C4}"/>
              </a:ext>
            </a:extLst>
          </p:cNvPr>
          <p:cNvSpPr/>
          <p:nvPr/>
        </p:nvSpPr>
        <p:spPr>
          <a:xfrm rot="16200000">
            <a:off x="1892302" y="5102193"/>
            <a:ext cx="182880" cy="1920240"/>
          </a:xfrm>
          <a:prstGeom prst="leftBrac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939082-34A8-E8EE-4ABB-D70C62E70B08}"/>
              </a:ext>
            </a:extLst>
          </p:cNvPr>
          <p:cNvSpPr txBox="1"/>
          <p:nvPr/>
        </p:nvSpPr>
        <p:spPr>
          <a:xfrm>
            <a:off x="411035" y="6169580"/>
            <a:ext cx="3145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Gold for non-monetary uses</a:t>
            </a:r>
          </a:p>
        </p:txBody>
      </p:sp>
    </p:spTree>
    <p:extLst>
      <p:ext uri="{BB962C8B-B14F-4D97-AF65-F5344CB8AC3E}">
        <p14:creationId xmlns:p14="http://schemas.microsoft.com/office/powerpoint/2010/main" val="4048726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9F730D4-1BD8-9546-5CEF-7D059785F7FA}"/>
              </a:ext>
            </a:extLst>
          </p:cNvPr>
          <p:cNvCxnSpPr/>
          <p:nvPr/>
        </p:nvCxnSpPr>
        <p:spPr>
          <a:xfrm>
            <a:off x="1023544" y="3793817"/>
            <a:ext cx="886968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870814-D76B-AD18-6CC5-2A2278AF945D}"/>
              </a:ext>
            </a:extLst>
          </p:cNvPr>
          <p:cNvCxnSpPr>
            <a:cxnSpLocks/>
          </p:cNvCxnSpPr>
          <p:nvPr/>
        </p:nvCxnSpPr>
        <p:spPr>
          <a:xfrm flipV="1">
            <a:off x="1024128" y="2009085"/>
            <a:ext cx="0" cy="3657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3C8498-4BEF-6197-97B7-79632D11EEFF}"/>
              </a:ext>
            </a:extLst>
          </p:cNvPr>
          <p:cNvCxnSpPr>
            <a:cxnSpLocks/>
          </p:cNvCxnSpPr>
          <p:nvPr/>
        </p:nvCxnSpPr>
        <p:spPr>
          <a:xfrm rot="5400000" flipV="1">
            <a:off x="3310128" y="3372105"/>
            <a:ext cx="0" cy="45720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4EF890-6551-D110-9118-5F60C09FD4C7}"/>
              </a:ext>
            </a:extLst>
          </p:cNvPr>
          <p:cNvCxnSpPr/>
          <p:nvPr/>
        </p:nvCxnSpPr>
        <p:spPr>
          <a:xfrm flipV="1">
            <a:off x="6781800" y="2000505"/>
            <a:ext cx="0" cy="365760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671AD5B-26D3-9623-A6B0-383AFEC9FD5A}"/>
              </a:ext>
            </a:extLst>
          </p:cNvPr>
          <p:cNvCxnSpPr>
            <a:cxnSpLocks/>
          </p:cNvCxnSpPr>
          <p:nvPr/>
        </p:nvCxnSpPr>
        <p:spPr>
          <a:xfrm rot="5400000" flipV="1">
            <a:off x="9067800" y="3372105"/>
            <a:ext cx="0" cy="457200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04EF1EB-4C37-533A-85FE-D14832FA06B4}"/>
              </a:ext>
            </a:extLst>
          </p:cNvPr>
          <p:cNvCxnSpPr>
            <a:cxnSpLocks/>
          </p:cNvCxnSpPr>
          <p:nvPr/>
        </p:nvCxnSpPr>
        <p:spPr>
          <a:xfrm rot="5400000">
            <a:off x="7783752" y="4708217"/>
            <a:ext cx="1828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73ABEEE-2589-D7A9-E6EC-958BD4ED5C74}"/>
              </a:ext>
            </a:extLst>
          </p:cNvPr>
          <p:cNvCxnSpPr>
            <a:cxnSpLocks/>
          </p:cNvCxnSpPr>
          <p:nvPr/>
        </p:nvCxnSpPr>
        <p:spPr>
          <a:xfrm rot="-2700000">
            <a:off x="655745" y="3793817"/>
            <a:ext cx="457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2092C0-B6C4-7085-E680-A3D0287E84DD}"/>
              </a:ext>
            </a:extLst>
          </p:cNvPr>
          <p:cNvCxnSpPr>
            <a:cxnSpLocks/>
          </p:cNvCxnSpPr>
          <p:nvPr/>
        </p:nvCxnSpPr>
        <p:spPr>
          <a:xfrm rot="2700000">
            <a:off x="655743" y="3793816"/>
            <a:ext cx="457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ED4391-63B3-F67D-A4FE-74168F16CB4D}"/>
              </a:ext>
            </a:extLst>
          </p:cNvPr>
          <p:cNvCxnSpPr>
            <a:cxnSpLocks/>
          </p:cNvCxnSpPr>
          <p:nvPr/>
        </p:nvCxnSpPr>
        <p:spPr>
          <a:xfrm rot="-2700000">
            <a:off x="6412154" y="3793818"/>
            <a:ext cx="45720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04AE2C-0580-1BD2-2888-E9B0DB866FA9}"/>
              </a:ext>
            </a:extLst>
          </p:cNvPr>
          <p:cNvCxnSpPr>
            <a:cxnSpLocks/>
          </p:cNvCxnSpPr>
          <p:nvPr/>
        </p:nvCxnSpPr>
        <p:spPr>
          <a:xfrm rot="2700000">
            <a:off x="6412152" y="3793817"/>
            <a:ext cx="45720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5EB086-CBDC-A629-3A40-3467191CA58E}"/>
                  </a:ext>
                </a:extLst>
              </p:cNvPr>
              <p:cNvSpPr txBox="1"/>
              <p:nvPr/>
            </p:nvSpPr>
            <p:spPr>
              <a:xfrm>
                <a:off x="641782" y="2009084"/>
                <a:ext cx="376257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5EB086-CBDC-A629-3A40-3467191CA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782" y="2009084"/>
                <a:ext cx="376257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6647FD-8632-ACA6-C393-1A7E85B81E3D}"/>
                  </a:ext>
                </a:extLst>
              </p:cNvPr>
              <p:cNvSpPr txBox="1"/>
              <p:nvPr/>
            </p:nvSpPr>
            <p:spPr>
              <a:xfrm>
                <a:off x="6405542" y="2000504"/>
                <a:ext cx="376257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6647FD-8632-ACA6-C393-1A7E85B81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542" y="2000504"/>
                <a:ext cx="376257" cy="6109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4DA733-2C02-C0E5-D575-B4E8FFC2EBB6}"/>
                  </a:ext>
                </a:extLst>
              </p:cNvPr>
              <p:cNvSpPr txBox="1"/>
              <p:nvPr/>
            </p:nvSpPr>
            <p:spPr>
              <a:xfrm>
                <a:off x="5151437" y="5666685"/>
                <a:ext cx="383951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4DA733-2C02-C0E5-D575-B4E8FFC2E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437" y="5666685"/>
                <a:ext cx="383951" cy="379848"/>
              </a:xfrm>
              <a:prstGeom prst="rect">
                <a:avLst/>
              </a:prstGeom>
              <a:blipFill>
                <a:blip r:embed="rId4"/>
                <a:stretch>
                  <a:fillRect r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72AA13B-8749-63E7-7298-F1F160A8836C}"/>
                  </a:ext>
                </a:extLst>
              </p:cNvPr>
              <p:cNvSpPr txBox="1"/>
              <p:nvPr/>
            </p:nvSpPr>
            <p:spPr>
              <a:xfrm>
                <a:off x="10969849" y="5666685"/>
                <a:ext cx="383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72AA13B-8749-63E7-7298-F1F160A88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849" y="5666685"/>
                <a:ext cx="38395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743C135-BD89-541A-80A7-23500AB5BF7A}"/>
                  </a:ext>
                </a:extLst>
              </p:cNvPr>
              <p:cNvSpPr txBox="1"/>
              <p:nvPr/>
            </p:nvSpPr>
            <p:spPr>
              <a:xfrm>
                <a:off x="2751367" y="5666685"/>
                <a:ext cx="356188" cy="381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743C135-BD89-541A-80A7-23500AB5B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367" y="5666685"/>
                <a:ext cx="356188" cy="381771"/>
              </a:xfrm>
              <a:prstGeom prst="rect">
                <a:avLst/>
              </a:prstGeom>
              <a:blipFill>
                <a:blip r:embed="rId6"/>
                <a:stretch>
                  <a:fillRect r="-6780"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BF08D36-E4AE-DE81-0680-C1863D7D9B51}"/>
                  </a:ext>
                </a:extLst>
              </p:cNvPr>
              <p:cNvSpPr txBox="1"/>
              <p:nvPr/>
            </p:nvSpPr>
            <p:spPr>
              <a:xfrm>
                <a:off x="8517894" y="5666685"/>
                <a:ext cx="4792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BF08D36-E4AE-DE81-0680-C1863D7D9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7894" y="5666685"/>
                <a:ext cx="479234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9ECDAA4-92DA-2B1D-1028-89B76A22FF2F}"/>
                  </a:ext>
                </a:extLst>
              </p:cNvPr>
              <p:cNvSpPr txBox="1"/>
              <p:nvPr/>
            </p:nvSpPr>
            <p:spPr>
              <a:xfrm>
                <a:off x="4523767" y="1998581"/>
                <a:ext cx="499046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9ECDAA4-92DA-2B1D-1028-89B76A22F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767" y="1998581"/>
                <a:ext cx="499046" cy="3798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D2BA323-AEC7-1256-1BD6-FB25DA0D7833}"/>
                  </a:ext>
                </a:extLst>
              </p:cNvPr>
              <p:cNvSpPr txBox="1"/>
              <p:nvPr/>
            </p:nvSpPr>
            <p:spPr>
              <a:xfrm>
                <a:off x="4523767" y="5222798"/>
                <a:ext cx="521810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D2BA323-AEC7-1256-1BD6-FB25DA0D7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767" y="5222798"/>
                <a:ext cx="521810" cy="3798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040AA73-BBB3-2BE0-23FC-B4F89D57396C}"/>
                  </a:ext>
                </a:extLst>
              </p:cNvPr>
              <p:cNvSpPr txBox="1"/>
              <p:nvPr/>
            </p:nvSpPr>
            <p:spPr>
              <a:xfrm>
                <a:off x="10277010" y="1998581"/>
                <a:ext cx="499046" cy="3783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040AA73-BBB3-2BE0-23FC-B4F89D573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7010" y="1998581"/>
                <a:ext cx="499046" cy="378309"/>
              </a:xfrm>
              <a:prstGeom prst="rect">
                <a:avLst/>
              </a:prstGeom>
              <a:blipFill>
                <a:blip r:embed="rId10"/>
                <a:stretch>
                  <a:fillRect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6AF8773-07C1-8819-281D-0F221CAC63E1}"/>
                  </a:ext>
                </a:extLst>
              </p:cNvPr>
              <p:cNvSpPr txBox="1"/>
              <p:nvPr/>
            </p:nvSpPr>
            <p:spPr>
              <a:xfrm>
                <a:off x="10314598" y="5220602"/>
                <a:ext cx="521810" cy="3749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6AF8773-07C1-8819-281D-0F221CAC6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4598" y="5220602"/>
                <a:ext cx="521810" cy="37491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0BBCCA9-C748-02E8-C9EF-F57414EDA52F}"/>
              </a:ext>
            </a:extLst>
          </p:cNvPr>
          <p:cNvCxnSpPr>
            <a:cxnSpLocks/>
          </p:cNvCxnSpPr>
          <p:nvPr/>
        </p:nvCxnSpPr>
        <p:spPr>
          <a:xfrm rot="5400000">
            <a:off x="2015061" y="4743705"/>
            <a:ext cx="1828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29D43A2-7316-7D18-3B52-41C902AAD25B}"/>
                  </a:ext>
                </a:extLst>
              </p:cNvPr>
              <p:cNvSpPr txBox="1"/>
              <p:nvPr/>
            </p:nvSpPr>
            <p:spPr>
              <a:xfrm>
                <a:off x="548987" y="3466314"/>
                <a:ext cx="467564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29D43A2-7316-7D18-3B52-41C902AAD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87" y="3466314"/>
                <a:ext cx="467564" cy="61093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91BF0FB-1B21-1C9D-D2ED-922AD50CBED5}"/>
                  </a:ext>
                </a:extLst>
              </p:cNvPr>
              <p:cNvSpPr txBox="1"/>
              <p:nvPr/>
            </p:nvSpPr>
            <p:spPr>
              <a:xfrm>
                <a:off x="6302695" y="3466314"/>
                <a:ext cx="467564" cy="6109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91BF0FB-1B21-1C9D-D2ED-922AD50CB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695" y="3466314"/>
                <a:ext cx="467564" cy="61093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5387DE6-4982-8E54-3331-3DD24796CB04}"/>
                  </a:ext>
                </a:extLst>
              </p:cNvPr>
              <p:cNvSpPr txBox="1"/>
              <p:nvPr/>
            </p:nvSpPr>
            <p:spPr>
              <a:xfrm>
                <a:off x="11106187" y="4891014"/>
                <a:ext cx="521810" cy="372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5387DE6-4982-8E54-3331-3DD24796C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6187" y="4891014"/>
                <a:ext cx="521810" cy="372666"/>
              </a:xfrm>
              <a:prstGeom prst="rect">
                <a:avLst/>
              </a:prstGeom>
              <a:blipFill>
                <a:blip r:embed="rId1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F1D477F-CA71-244D-81C3-6F1A29E50C3D}"/>
              </a:ext>
            </a:extLst>
          </p:cNvPr>
          <p:cNvCxnSpPr>
            <a:cxnSpLocks/>
          </p:cNvCxnSpPr>
          <p:nvPr/>
        </p:nvCxnSpPr>
        <p:spPr>
          <a:xfrm rot="5400000" flipV="1">
            <a:off x="8134161" y="2133174"/>
            <a:ext cx="0" cy="1005840"/>
          </a:xfrm>
          <a:prstGeom prst="straightConnector1">
            <a:avLst/>
          </a:prstGeom>
          <a:ln>
            <a:solidFill>
              <a:schemeClr val="accent2"/>
            </a:solidFill>
            <a:prstDash val="lg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34DB8BA-6C02-C0FC-9782-CE2F641147EC}"/>
              </a:ext>
            </a:extLst>
          </p:cNvPr>
          <p:cNvCxnSpPr>
            <a:cxnSpLocks/>
          </p:cNvCxnSpPr>
          <p:nvPr/>
        </p:nvCxnSpPr>
        <p:spPr>
          <a:xfrm rot="2700000">
            <a:off x="7632377" y="3627668"/>
            <a:ext cx="4114800" cy="0"/>
          </a:xfrm>
          <a:prstGeom prst="line">
            <a:avLst/>
          </a:prstGeom>
          <a:ln>
            <a:solidFill>
              <a:schemeClr val="accent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BECF44-0D0F-6371-5645-411D769A1210}"/>
              </a:ext>
            </a:extLst>
          </p:cNvPr>
          <p:cNvCxnSpPr>
            <a:cxnSpLocks/>
          </p:cNvCxnSpPr>
          <p:nvPr/>
        </p:nvCxnSpPr>
        <p:spPr>
          <a:xfrm rot="18900000">
            <a:off x="7764110" y="4099131"/>
            <a:ext cx="3657600" cy="0"/>
          </a:xfrm>
          <a:prstGeom prst="line">
            <a:avLst/>
          </a:prstGeom>
          <a:ln>
            <a:solidFill>
              <a:schemeClr val="accent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B5A4F8-74FE-0E37-C501-1A5BA920A506}"/>
                  </a:ext>
                </a:extLst>
              </p:cNvPr>
              <p:cNvSpPr txBox="1"/>
              <p:nvPr/>
            </p:nvSpPr>
            <p:spPr>
              <a:xfrm>
                <a:off x="10887242" y="2636094"/>
                <a:ext cx="499046" cy="376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B5A4F8-74FE-0E37-C501-1A5BA920A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7242" y="2636094"/>
                <a:ext cx="499046" cy="3760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09E989-4328-DB63-9FAC-C99BC77B8EEB}"/>
              </a:ext>
            </a:extLst>
          </p:cNvPr>
          <p:cNvCxnSpPr>
            <a:cxnSpLocks/>
          </p:cNvCxnSpPr>
          <p:nvPr/>
        </p:nvCxnSpPr>
        <p:spPr>
          <a:xfrm rot="5400000">
            <a:off x="8963063" y="4743705"/>
            <a:ext cx="1828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805738-D62D-6A2E-F4D6-879C5DF3A737}"/>
              </a:ext>
            </a:extLst>
          </p:cNvPr>
          <p:cNvCxnSpPr>
            <a:cxnSpLocks/>
          </p:cNvCxnSpPr>
          <p:nvPr/>
        </p:nvCxnSpPr>
        <p:spPr>
          <a:xfrm rot="5400000">
            <a:off x="8091997" y="4440087"/>
            <a:ext cx="237744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E1F3E46-3316-6919-A7D1-DA8B36CA7B8F}"/>
                  </a:ext>
                </a:extLst>
              </p:cNvPr>
              <p:cNvSpPr txBox="1"/>
              <p:nvPr/>
            </p:nvSpPr>
            <p:spPr>
              <a:xfrm>
                <a:off x="9637846" y="5677201"/>
                <a:ext cx="4792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E1F3E46-3316-6919-A7D1-DA8B36CA7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7846" y="5677201"/>
                <a:ext cx="479234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A8D5F9F-E1FA-146D-3831-05738E7E8C29}"/>
              </a:ext>
            </a:extLst>
          </p:cNvPr>
          <p:cNvCxnSpPr/>
          <p:nvPr/>
        </p:nvCxnSpPr>
        <p:spPr>
          <a:xfrm>
            <a:off x="1007783" y="3198461"/>
            <a:ext cx="82296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7" name="Left Brace 36">
            <a:extLst>
              <a:ext uri="{FF2B5EF4-FFF2-40B4-BE49-F238E27FC236}">
                <a16:creationId xmlns:a16="http://schemas.microsoft.com/office/drawing/2014/main" id="{6A903DBB-8907-988E-6DCB-D6C86EC1BB77}"/>
              </a:ext>
            </a:extLst>
          </p:cNvPr>
          <p:cNvSpPr/>
          <p:nvPr/>
        </p:nvSpPr>
        <p:spPr>
          <a:xfrm rot="5400000" flipV="1">
            <a:off x="2838021" y="2423267"/>
            <a:ext cx="182880" cy="1188720"/>
          </a:xfrm>
          <a:prstGeom prst="leftBrac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23D7D75-49F5-0F0D-D45A-C610AA771F76}"/>
                  </a:ext>
                </a:extLst>
              </p:cNvPr>
              <p:cNvSpPr txBox="1"/>
              <p:nvPr/>
            </p:nvSpPr>
            <p:spPr>
              <a:xfrm>
                <a:off x="2669821" y="2559116"/>
                <a:ext cx="5218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23D7D75-49F5-0F0D-D45A-C610AA771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821" y="2559116"/>
                <a:ext cx="52181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8745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4" grpId="0"/>
      <p:bldP spid="37" grpId="0" animBg="1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98C81B7-8B24-C92E-15C5-9CF8782BAC03}"/>
              </a:ext>
            </a:extLst>
          </p:cNvPr>
          <p:cNvCxnSpPr/>
          <p:nvPr/>
        </p:nvCxnSpPr>
        <p:spPr>
          <a:xfrm>
            <a:off x="1023544" y="4595201"/>
            <a:ext cx="841248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9F730D4-1BD8-9546-5CEF-7D059785F7FA}"/>
              </a:ext>
            </a:extLst>
          </p:cNvPr>
          <p:cNvCxnSpPr/>
          <p:nvPr/>
        </p:nvCxnSpPr>
        <p:spPr>
          <a:xfrm>
            <a:off x="1023544" y="3793817"/>
            <a:ext cx="768096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870814-D76B-AD18-6CC5-2A2278AF945D}"/>
              </a:ext>
            </a:extLst>
          </p:cNvPr>
          <p:cNvCxnSpPr>
            <a:cxnSpLocks/>
          </p:cNvCxnSpPr>
          <p:nvPr/>
        </p:nvCxnSpPr>
        <p:spPr>
          <a:xfrm flipV="1">
            <a:off x="1024128" y="2009085"/>
            <a:ext cx="0" cy="3657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3C8498-4BEF-6197-97B7-79632D11EEFF}"/>
              </a:ext>
            </a:extLst>
          </p:cNvPr>
          <p:cNvCxnSpPr>
            <a:cxnSpLocks/>
          </p:cNvCxnSpPr>
          <p:nvPr/>
        </p:nvCxnSpPr>
        <p:spPr>
          <a:xfrm rot="5400000" flipV="1">
            <a:off x="3310128" y="3372105"/>
            <a:ext cx="0" cy="45720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4EF890-6551-D110-9118-5F60C09FD4C7}"/>
              </a:ext>
            </a:extLst>
          </p:cNvPr>
          <p:cNvCxnSpPr/>
          <p:nvPr/>
        </p:nvCxnSpPr>
        <p:spPr>
          <a:xfrm flipV="1">
            <a:off x="6781800" y="2000505"/>
            <a:ext cx="0" cy="365760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671AD5B-26D3-9623-A6B0-383AFEC9FD5A}"/>
              </a:ext>
            </a:extLst>
          </p:cNvPr>
          <p:cNvCxnSpPr>
            <a:cxnSpLocks/>
          </p:cNvCxnSpPr>
          <p:nvPr/>
        </p:nvCxnSpPr>
        <p:spPr>
          <a:xfrm rot="5400000" flipV="1">
            <a:off x="9067800" y="3372105"/>
            <a:ext cx="0" cy="457200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04EF1EB-4C37-533A-85FE-D14832FA06B4}"/>
              </a:ext>
            </a:extLst>
          </p:cNvPr>
          <p:cNvCxnSpPr>
            <a:cxnSpLocks/>
          </p:cNvCxnSpPr>
          <p:nvPr/>
        </p:nvCxnSpPr>
        <p:spPr>
          <a:xfrm rot="5400000">
            <a:off x="7783752" y="4708217"/>
            <a:ext cx="1828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73ABEEE-2589-D7A9-E6EC-958BD4ED5C74}"/>
              </a:ext>
            </a:extLst>
          </p:cNvPr>
          <p:cNvCxnSpPr>
            <a:cxnSpLocks/>
          </p:cNvCxnSpPr>
          <p:nvPr/>
        </p:nvCxnSpPr>
        <p:spPr>
          <a:xfrm rot="-2700000">
            <a:off x="655745" y="3793817"/>
            <a:ext cx="457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2092C0-B6C4-7085-E680-A3D0287E84DD}"/>
              </a:ext>
            </a:extLst>
          </p:cNvPr>
          <p:cNvCxnSpPr>
            <a:cxnSpLocks/>
          </p:cNvCxnSpPr>
          <p:nvPr/>
        </p:nvCxnSpPr>
        <p:spPr>
          <a:xfrm rot="2700000">
            <a:off x="655743" y="3793816"/>
            <a:ext cx="457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ED4391-63B3-F67D-A4FE-74168F16CB4D}"/>
              </a:ext>
            </a:extLst>
          </p:cNvPr>
          <p:cNvCxnSpPr>
            <a:cxnSpLocks/>
          </p:cNvCxnSpPr>
          <p:nvPr/>
        </p:nvCxnSpPr>
        <p:spPr>
          <a:xfrm rot="-2700000">
            <a:off x="6412154" y="3793818"/>
            <a:ext cx="45720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04AE2C-0580-1BD2-2888-E9B0DB866FA9}"/>
              </a:ext>
            </a:extLst>
          </p:cNvPr>
          <p:cNvCxnSpPr>
            <a:cxnSpLocks/>
          </p:cNvCxnSpPr>
          <p:nvPr/>
        </p:nvCxnSpPr>
        <p:spPr>
          <a:xfrm rot="2700000">
            <a:off x="6412152" y="3793817"/>
            <a:ext cx="45720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5EB086-CBDC-A629-3A40-3467191CA58E}"/>
                  </a:ext>
                </a:extLst>
              </p:cNvPr>
              <p:cNvSpPr txBox="1"/>
              <p:nvPr/>
            </p:nvSpPr>
            <p:spPr>
              <a:xfrm>
                <a:off x="641782" y="2009084"/>
                <a:ext cx="376257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5EB086-CBDC-A629-3A40-3467191CA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782" y="2009084"/>
                <a:ext cx="376257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6647FD-8632-ACA6-C393-1A7E85B81E3D}"/>
                  </a:ext>
                </a:extLst>
              </p:cNvPr>
              <p:cNvSpPr txBox="1"/>
              <p:nvPr/>
            </p:nvSpPr>
            <p:spPr>
              <a:xfrm>
                <a:off x="6405542" y="2000504"/>
                <a:ext cx="376257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6647FD-8632-ACA6-C393-1A7E85B81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542" y="2000504"/>
                <a:ext cx="376257" cy="6109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4DA733-2C02-C0E5-D575-B4E8FFC2EBB6}"/>
                  </a:ext>
                </a:extLst>
              </p:cNvPr>
              <p:cNvSpPr txBox="1"/>
              <p:nvPr/>
            </p:nvSpPr>
            <p:spPr>
              <a:xfrm>
                <a:off x="5151437" y="5666685"/>
                <a:ext cx="383951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4DA733-2C02-C0E5-D575-B4E8FFC2E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437" y="5666685"/>
                <a:ext cx="383951" cy="379848"/>
              </a:xfrm>
              <a:prstGeom prst="rect">
                <a:avLst/>
              </a:prstGeom>
              <a:blipFill>
                <a:blip r:embed="rId4"/>
                <a:stretch>
                  <a:fillRect r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72AA13B-8749-63E7-7298-F1F160A8836C}"/>
                  </a:ext>
                </a:extLst>
              </p:cNvPr>
              <p:cNvSpPr txBox="1"/>
              <p:nvPr/>
            </p:nvSpPr>
            <p:spPr>
              <a:xfrm>
                <a:off x="10969849" y="5666685"/>
                <a:ext cx="383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72AA13B-8749-63E7-7298-F1F160A88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849" y="5666685"/>
                <a:ext cx="38395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743C135-BD89-541A-80A7-23500AB5BF7A}"/>
                  </a:ext>
                </a:extLst>
              </p:cNvPr>
              <p:cNvSpPr txBox="1"/>
              <p:nvPr/>
            </p:nvSpPr>
            <p:spPr>
              <a:xfrm>
                <a:off x="2751367" y="5666685"/>
                <a:ext cx="356188" cy="379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743C135-BD89-541A-80A7-23500AB5B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367" y="5666685"/>
                <a:ext cx="356188" cy="379848"/>
              </a:xfrm>
              <a:prstGeom prst="rect">
                <a:avLst/>
              </a:prstGeom>
              <a:blipFill>
                <a:blip r:embed="rId6"/>
                <a:stretch>
                  <a:fillRect r="-6780"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BF08D36-E4AE-DE81-0680-C1863D7D9B51}"/>
                  </a:ext>
                </a:extLst>
              </p:cNvPr>
              <p:cNvSpPr txBox="1"/>
              <p:nvPr/>
            </p:nvSpPr>
            <p:spPr>
              <a:xfrm>
                <a:off x="8517894" y="5666685"/>
                <a:ext cx="4792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BF08D36-E4AE-DE81-0680-C1863D7D9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7894" y="5666685"/>
                <a:ext cx="47923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9ECDAA4-92DA-2B1D-1028-89B76A22FF2F}"/>
                  </a:ext>
                </a:extLst>
              </p:cNvPr>
              <p:cNvSpPr txBox="1"/>
              <p:nvPr/>
            </p:nvSpPr>
            <p:spPr>
              <a:xfrm>
                <a:off x="4523767" y="1998581"/>
                <a:ext cx="499047" cy="382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9ECDAA4-92DA-2B1D-1028-89B76A22F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767" y="1998581"/>
                <a:ext cx="499047" cy="382669"/>
              </a:xfrm>
              <a:prstGeom prst="rect">
                <a:avLst/>
              </a:prstGeom>
              <a:blipFill>
                <a:blip r:embed="rId8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D2BA323-AEC7-1256-1BD6-FB25DA0D7833}"/>
                  </a:ext>
                </a:extLst>
              </p:cNvPr>
              <p:cNvSpPr txBox="1"/>
              <p:nvPr/>
            </p:nvSpPr>
            <p:spPr>
              <a:xfrm>
                <a:off x="4523767" y="5222798"/>
                <a:ext cx="521810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D2BA323-AEC7-1256-1BD6-FB25DA0D7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767" y="5222798"/>
                <a:ext cx="521810" cy="3798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040AA73-BBB3-2BE0-23FC-B4F89D57396C}"/>
                  </a:ext>
                </a:extLst>
              </p:cNvPr>
              <p:cNvSpPr txBox="1"/>
              <p:nvPr/>
            </p:nvSpPr>
            <p:spPr>
              <a:xfrm>
                <a:off x="10277010" y="1998581"/>
                <a:ext cx="499047" cy="3783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040AA73-BBB3-2BE0-23FC-B4F89D573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7010" y="1998581"/>
                <a:ext cx="499047" cy="378309"/>
              </a:xfrm>
              <a:prstGeom prst="rect">
                <a:avLst/>
              </a:prstGeom>
              <a:blipFill>
                <a:blip r:embed="rId10"/>
                <a:stretch>
                  <a:fillRect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6AF8773-07C1-8819-281D-0F221CAC63E1}"/>
                  </a:ext>
                </a:extLst>
              </p:cNvPr>
              <p:cNvSpPr txBox="1"/>
              <p:nvPr/>
            </p:nvSpPr>
            <p:spPr>
              <a:xfrm>
                <a:off x="10314598" y="5220602"/>
                <a:ext cx="521810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6AF8773-07C1-8819-281D-0F221CAC6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4598" y="5220602"/>
                <a:ext cx="521810" cy="37984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0BBCCA9-C748-02E8-C9EF-F57414EDA52F}"/>
              </a:ext>
            </a:extLst>
          </p:cNvPr>
          <p:cNvCxnSpPr>
            <a:cxnSpLocks/>
          </p:cNvCxnSpPr>
          <p:nvPr/>
        </p:nvCxnSpPr>
        <p:spPr>
          <a:xfrm rot="5400000">
            <a:off x="2015061" y="4743705"/>
            <a:ext cx="1828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8C098E-6BE8-83C7-FC21-1AE97CD669D4}"/>
              </a:ext>
            </a:extLst>
          </p:cNvPr>
          <p:cNvCxnSpPr>
            <a:cxnSpLocks/>
          </p:cNvCxnSpPr>
          <p:nvPr/>
        </p:nvCxnSpPr>
        <p:spPr>
          <a:xfrm rot="18900000">
            <a:off x="2246569" y="4035710"/>
            <a:ext cx="4114800" cy="0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29D43A2-7316-7D18-3B52-41C902AAD25B}"/>
                  </a:ext>
                </a:extLst>
              </p:cNvPr>
              <p:cNvSpPr txBox="1"/>
              <p:nvPr/>
            </p:nvSpPr>
            <p:spPr>
              <a:xfrm>
                <a:off x="548987" y="3466314"/>
                <a:ext cx="467564" cy="6717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29D43A2-7316-7D18-3B52-41C902AAD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87" y="3466314"/>
                <a:ext cx="467564" cy="6717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91BF0FB-1B21-1C9D-D2ED-922AD50CBED5}"/>
                  </a:ext>
                </a:extLst>
              </p:cNvPr>
              <p:cNvSpPr txBox="1"/>
              <p:nvPr/>
            </p:nvSpPr>
            <p:spPr>
              <a:xfrm>
                <a:off x="6302695" y="3466314"/>
                <a:ext cx="467564" cy="6717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91BF0FB-1B21-1C9D-D2ED-922AD50CB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695" y="3466314"/>
                <a:ext cx="467564" cy="6717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463A838-99A8-85E2-E518-82C9B86B5CD0}"/>
              </a:ext>
            </a:extLst>
          </p:cNvPr>
          <p:cNvCxnSpPr>
            <a:cxnSpLocks/>
          </p:cNvCxnSpPr>
          <p:nvPr/>
        </p:nvCxnSpPr>
        <p:spPr>
          <a:xfrm rot="5400000">
            <a:off x="3602516" y="4743705"/>
            <a:ext cx="1828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376B23C-BB61-AF47-63C9-2105ACF0F1F9}"/>
                  </a:ext>
                </a:extLst>
              </p:cNvPr>
              <p:cNvSpPr txBox="1"/>
              <p:nvPr/>
            </p:nvSpPr>
            <p:spPr>
              <a:xfrm>
                <a:off x="4338822" y="5666685"/>
                <a:ext cx="356188" cy="379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376B23C-BB61-AF47-63C9-2105ACF0F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822" y="5666685"/>
                <a:ext cx="356188" cy="379848"/>
              </a:xfrm>
              <a:prstGeom prst="rect">
                <a:avLst/>
              </a:prstGeom>
              <a:blipFill>
                <a:blip r:embed="rId14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Left Brace 43">
            <a:extLst>
              <a:ext uri="{FF2B5EF4-FFF2-40B4-BE49-F238E27FC236}">
                <a16:creationId xmlns:a16="http://schemas.microsoft.com/office/drawing/2014/main" id="{502E452D-4B81-72A9-D3A4-F7853815739E}"/>
              </a:ext>
            </a:extLst>
          </p:cNvPr>
          <p:cNvSpPr/>
          <p:nvPr/>
        </p:nvSpPr>
        <p:spPr>
          <a:xfrm rot="16200000">
            <a:off x="3621871" y="5292894"/>
            <a:ext cx="182880" cy="1645920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A90F20-6E95-6D1E-649E-878D637AC021}"/>
                  </a:ext>
                </a:extLst>
              </p:cNvPr>
              <p:cNvSpPr txBox="1"/>
              <p:nvPr/>
            </p:nvSpPr>
            <p:spPr>
              <a:xfrm>
                <a:off x="5701566" y="2230758"/>
                <a:ext cx="499046" cy="3806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A90F20-6E95-6D1E-649E-878D637AC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566" y="2230758"/>
                <a:ext cx="499046" cy="380682"/>
              </a:xfrm>
              <a:prstGeom prst="rect">
                <a:avLst/>
              </a:prstGeom>
              <a:blipFill>
                <a:blip r:embed="rId16"/>
                <a:stretch>
                  <a:fillRect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C1B7531-23E8-4A7A-E4A0-CDFE2395A1CE}"/>
              </a:ext>
            </a:extLst>
          </p:cNvPr>
          <p:cNvCxnSpPr>
            <a:cxnSpLocks/>
          </p:cNvCxnSpPr>
          <p:nvPr/>
        </p:nvCxnSpPr>
        <p:spPr>
          <a:xfrm rot="-2700000">
            <a:off x="8012883" y="3962322"/>
            <a:ext cx="4114800" cy="0"/>
          </a:xfrm>
          <a:prstGeom prst="line">
            <a:avLst/>
          </a:prstGeom>
          <a:ln>
            <a:solidFill>
              <a:schemeClr val="accent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5387DE6-4982-8E54-3331-3DD24796CB04}"/>
                  </a:ext>
                </a:extLst>
              </p:cNvPr>
              <p:cNvSpPr txBox="1"/>
              <p:nvPr/>
            </p:nvSpPr>
            <p:spPr>
              <a:xfrm>
                <a:off x="11525085" y="2257785"/>
                <a:ext cx="499047" cy="3783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5387DE6-4982-8E54-3331-3DD24796C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5085" y="2257785"/>
                <a:ext cx="499047" cy="37830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E25915E-10A4-A27F-F365-8E4A03A8D2CC}"/>
              </a:ext>
            </a:extLst>
          </p:cNvPr>
          <p:cNvCxnSpPr>
            <a:cxnSpLocks/>
          </p:cNvCxnSpPr>
          <p:nvPr/>
        </p:nvCxnSpPr>
        <p:spPr>
          <a:xfrm rot="5400000" flipV="1">
            <a:off x="4732923" y="2128217"/>
            <a:ext cx="0" cy="1280160"/>
          </a:xfrm>
          <a:prstGeom prst="straightConnector1">
            <a:avLst/>
          </a:prstGeom>
          <a:ln>
            <a:prstDash val="lg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F1D477F-CA71-244D-81C3-6F1A29E50C3D}"/>
              </a:ext>
            </a:extLst>
          </p:cNvPr>
          <p:cNvCxnSpPr>
            <a:cxnSpLocks/>
          </p:cNvCxnSpPr>
          <p:nvPr/>
        </p:nvCxnSpPr>
        <p:spPr>
          <a:xfrm rot="5400000" flipV="1">
            <a:off x="10475797" y="2128217"/>
            <a:ext cx="0" cy="1280160"/>
          </a:xfrm>
          <a:prstGeom prst="straightConnector1">
            <a:avLst/>
          </a:prstGeom>
          <a:ln>
            <a:solidFill>
              <a:schemeClr val="accent2"/>
            </a:solidFill>
            <a:prstDash val="lg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EDCE0D1-7B3E-2500-A723-DFF598446520}"/>
                  </a:ext>
                </a:extLst>
              </p:cNvPr>
              <p:cNvSpPr txBox="1"/>
              <p:nvPr/>
            </p:nvSpPr>
            <p:spPr>
              <a:xfrm>
                <a:off x="555980" y="4247106"/>
                <a:ext cx="467564" cy="6717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EDCE0D1-7B3E-2500-A723-DFF598446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80" y="4247106"/>
                <a:ext cx="467564" cy="6717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CB10ADE-89FD-0733-3170-8544CCDC7E3B}"/>
                  </a:ext>
                </a:extLst>
              </p:cNvPr>
              <p:cNvSpPr txBox="1"/>
              <p:nvPr/>
            </p:nvSpPr>
            <p:spPr>
              <a:xfrm>
                <a:off x="6309688" y="4247106"/>
                <a:ext cx="467564" cy="6717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CB10ADE-89FD-0733-3170-8544CCDC7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688" y="4247106"/>
                <a:ext cx="467564" cy="6717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572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 animBg="1"/>
      <p:bldP spid="46" grpId="0"/>
      <p:bldP spid="48" grpId="0"/>
      <p:bldP spid="52" grpId="0"/>
      <p:bldP spid="5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C737C6-7CB5-B08B-2934-8C164933744C}"/>
              </a:ext>
            </a:extLst>
          </p:cNvPr>
          <p:cNvSpPr/>
          <p:nvPr/>
        </p:nvSpPr>
        <p:spPr>
          <a:xfrm>
            <a:off x="857655" y="3206698"/>
            <a:ext cx="1828800" cy="640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Miners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1D1674E-9952-BE9F-883C-DC5288B8CBF0}"/>
              </a:ext>
            </a:extLst>
          </p:cNvPr>
          <p:cNvSpPr/>
          <p:nvPr/>
        </p:nvSpPr>
        <p:spPr>
          <a:xfrm>
            <a:off x="5201055" y="2600511"/>
            <a:ext cx="1828800" cy="6400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Blacksmiths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9B6C043-B278-DF8C-A21D-9FF274D50484}"/>
              </a:ext>
            </a:extLst>
          </p:cNvPr>
          <p:cNvSpPr/>
          <p:nvPr/>
        </p:nvSpPr>
        <p:spPr>
          <a:xfrm>
            <a:off x="5201055" y="3812885"/>
            <a:ext cx="1828800" cy="6400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Mints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1999F3-C180-7E19-A1B9-12720B62A345}"/>
              </a:ext>
            </a:extLst>
          </p:cNvPr>
          <p:cNvSpPr/>
          <p:nvPr/>
        </p:nvSpPr>
        <p:spPr>
          <a:xfrm>
            <a:off x="9544455" y="3206698"/>
            <a:ext cx="1828800" cy="64008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Rest of the market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A56B6123-A6B0-9677-5B2A-AB4365130A6D}"/>
              </a:ext>
            </a:extLst>
          </p:cNvPr>
          <p:cNvSpPr/>
          <p:nvPr/>
        </p:nvSpPr>
        <p:spPr>
          <a:xfrm>
            <a:off x="4872809" y="2612338"/>
            <a:ext cx="182880" cy="1828800"/>
          </a:xfrm>
          <a:prstGeom prst="lef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AC2C4653-90BD-8684-8581-82EE244FCB74}"/>
              </a:ext>
            </a:extLst>
          </p:cNvPr>
          <p:cNvSpPr/>
          <p:nvPr/>
        </p:nvSpPr>
        <p:spPr>
          <a:xfrm flipH="1">
            <a:off x="7175221" y="2612338"/>
            <a:ext cx="182880" cy="1828800"/>
          </a:xfrm>
          <a:prstGeom prst="lef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59FA3E5-88E6-4A62-63FA-77A5C571B896}"/>
              </a:ext>
            </a:extLst>
          </p:cNvPr>
          <p:cNvSpPr/>
          <p:nvPr/>
        </p:nvSpPr>
        <p:spPr>
          <a:xfrm>
            <a:off x="2865232" y="3206698"/>
            <a:ext cx="1862211" cy="640080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Gold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F1D0517-FD9D-223E-8780-76045DC6D107}"/>
              </a:ext>
            </a:extLst>
          </p:cNvPr>
          <p:cNvSpPr/>
          <p:nvPr/>
        </p:nvSpPr>
        <p:spPr>
          <a:xfrm>
            <a:off x="7503466" y="3206698"/>
            <a:ext cx="1862211" cy="640080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Coins</a:t>
            </a:r>
          </a:p>
        </p:txBody>
      </p:sp>
    </p:spTree>
    <p:extLst>
      <p:ext uri="{BB962C8B-B14F-4D97-AF65-F5344CB8AC3E}">
        <p14:creationId xmlns:p14="http://schemas.microsoft.com/office/powerpoint/2010/main" val="316069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5FA20AE-F613-5DF3-8892-5AA9902D894C}"/>
              </a:ext>
            </a:extLst>
          </p:cNvPr>
          <p:cNvGrpSpPr/>
          <p:nvPr/>
        </p:nvGrpSpPr>
        <p:grpSpPr>
          <a:xfrm>
            <a:off x="838200" y="1690688"/>
            <a:ext cx="3105015" cy="3481373"/>
            <a:chOff x="838200" y="1690688"/>
            <a:chExt cx="3105015" cy="348137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B968C7-BB65-3934-EB90-08012718A748}"/>
                </a:ext>
              </a:extLst>
            </p:cNvPr>
            <p:cNvSpPr/>
            <p:nvPr/>
          </p:nvSpPr>
          <p:spPr>
            <a:xfrm>
              <a:off x="838200" y="2703181"/>
              <a:ext cx="1554480" cy="24688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Reserves</a:t>
              </a:r>
            </a:p>
            <a:p>
              <a:r>
                <a:rPr lang="en-US" dirty="0">
                  <a:solidFill>
                    <a:sysClr val="windowText" lastClr="000000"/>
                  </a:solidFill>
                </a:rPr>
                <a:t>$120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3D96411-E08E-66A0-C2E1-002079352E79}"/>
                </a:ext>
              </a:extLst>
            </p:cNvPr>
            <p:cNvSpPr/>
            <p:nvPr/>
          </p:nvSpPr>
          <p:spPr>
            <a:xfrm>
              <a:off x="2388735" y="2703181"/>
              <a:ext cx="1554480" cy="1828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Deposits</a:t>
              </a:r>
            </a:p>
            <a:p>
              <a:r>
                <a:rPr lang="en-US" dirty="0">
                  <a:solidFill>
                    <a:sysClr val="windowText" lastClr="000000"/>
                  </a:solidFill>
                </a:rPr>
                <a:t>$100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5320F85-B12C-04A4-EFE9-AC4346944370}"/>
                </a:ext>
              </a:extLst>
            </p:cNvPr>
            <p:cNvSpPr/>
            <p:nvPr/>
          </p:nvSpPr>
          <p:spPr>
            <a:xfrm>
              <a:off x="2388735" y="4531981"/>
              <a:ext cx="1554480" cy="64008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EQUITY</a:t>
              </a:r>
            </a:p>
            <a:p>
              <a:r>
                <a:rPr lang="en-US" dirty="0"/>
                <a:t> $20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C5F27DA-2170-05E6-D7DF-EFE00D6493C6}"/>
                </a:ext>
              </a:extLst>
            </p:cNvPr>
            <p:cNvSpPr/>
            <p:nvPr/>
          </p:nvSpPr>
          <p:spPr>
            <a:xfrm>
              <a:off x="2388735" y="2337421"/>
              <a:ext cx="1554480" cy="36576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/>
                <a:t>LIABILITIES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931DD3D-B0F1-0B46-9D59-89393C097DE1}"/>
                </a:ext>
              </a:extLst>
            </p:cNvPr>
            <p:cNvSpPr/>
            <p:nvPr/>
          </p:nvSpPr>
          <p:spPr>
            <a:xfrm>
              <a:off x="838200" y="2337421"/>
              <a:ext cx="1554480" cy="36576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/>
                <a:t>ASSETS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C26BE2-B83D-CF23-B013-4F7FEC7EFD64}"/>
                </a:ext>
              </a:extLst>
            </p:cNvPr>
            <p:cNvSpPr txBox="1"/>
            <p:nvPr/>
          </p:nvSpPr>
          <p:spPr>
            <a:xfrm>
              <a:off x="1421902" y="1690688"/>
              <a:ext cx="194155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Step 1</a:t>
              </a:r>
            </a:p>
            <a:p>
              <a:pPr algn="ctr"/>
              <a:r>
                <a:rPr lang="en-US" dirty="0"/>
                <a:t>Initial $100 deposit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1D959D7-6EF6-A611-4514-0EA62FB8728D}"/>
              </a:ext>
            </a:extLst>
          </p:cNvPr>
          <p:cNvGrpSpPr/>
          <p:nvPr/>
        </p:nvGrpSpPr>
        <p:grpSpPr>
          <a:xfrm>
            <a:off x="4711816" y="1690688"/>
            <a:ext cx="3110468" cy="3481373"/>
            <a:chOff x="4711816" y="1690688"/>
            <a:chExt cx="3110468" cy="348137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7BEA360-DE29-CA5B-77CB-1152BE1F2A60}"/>
                </a:ext>
              </a:extLst>
            </p:cNvPr>
            <p:cNvSpPr txBox="1"/>
            <p:nvPr/>
          </p:nvSpPr>
          <p:spPr>
            <a:xfrm>
              <a:off x="4711816" y="1690688"/>
              <a:ext cx="31104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Step 2</a:t>
              </a:r>
            </a:p>
            <a:p>
              <a:pPr algn="ctr"/>
              <a:r>
                <a:rPr lang="en-US" dirty="0"/>
                <a:t>Bank keeps $20 and buys bonds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4718AEE-EDA1-8AFF-B2C6-DE912A23C82B}"/>
                </a:ext>
              </a:extLst>
            </p:cNvPr>
            <p:cNvSpPr/>
            <p:nvPr/>
          </p:nvSpPr>
          <p:spPr>
            <a:xfrm>
              <a:off x="4716510" y="2703181"/>
              <a:ext cx="1554480" cy="24688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Reserves</a:t>
              </a:r>
            </a:p>
            <a:p>
              <a:r>
                <a:rPr lang="en-US" dirty="0">
                  <a:solidFill>
                    <a:sysClr val="windowText" lastClr="000000"/>
                  </a:solidFill>
                </a:rPr>
                <a:t>$20</a:t>
              </a:r>
            </a:p>
            <a:p>
              <a:endParaRPr lang="en-US" dirty="0">
                <a:solidFill>
                  <a:sysClr val="windowText" lastClr="000000"/>
                </a:solidFill>
              </a:endParaRPr>
            </a:p>
            <a:p>
              <a:r>
                <a:rPr lang="en-US" dirty="0">
                  <a:solidFill>
                    <a:sysClr val="windowText" lastClr="000000"/>
                  </a:solidFill>
                </a:rPr>
                <a:t>Securities</a:t>
              </a:r>
            </a:p>
            <a:p>
              <a:r>
                <a:rPr lang="en-US" dirty="0">
                  <a:solidFill>
                    <a:sysClr val="windowText" lastClr="000000"/>
                  </a:solidFill>
                </a:rPr>
                <a:t>$100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0E340D1-5613-E8D7-A5C3-500D1581A8F4}"/>
                </a:ext>
              </a:extLst>
            </p:cNvPr>
            <p:cNvSpPr/>
            <p:nvPr/>
          </p:nvSpPr>
          <p:spPr>
            <a:xfrm>
              <a:off x="6267045" y="2703181"/>
              <a:ext cx="1554480" cy="1828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Deposits</a:t>
              </a:r>
            </a:p>
            <a:p>
              <a:r>
                <a:rPr lang="en-US" dirty="0">
                  <a:solidFill>
                    <a:sysClr val="windowText" lastClr="000000"/>
                  </a:solidFill>
                </a:rPr>
                <a:t>$100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3DF9017-ABEE-4A6A-ED19-ECEA9AD924E8}"/>
                </a:ext>
              </a:extLst>
            </p:cNvPr>
            <p:cNvSpPr/>
            <p:nvPr/>
          </p:nvSpPr>
          <p:spPr>
            <a:xfrm>
              <a:off x="6267045" y="4531981"/>
              <a:ext cx="1554480" cy="64008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EQUITY</a:t>
              </a:r>
            </a:p>
            <a:p>
              <a:r>
                <a:rPr lang="en-US" dirty="0"/>
                <a:t> $20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7EE576E-60E8-5677-6D5A-2E57689509DF}"/>
                </a:ext>
              </a:extLst>
            </p:cNvPr>
            <p:cNvSpPr/>
            <p:nvPr/>
          </p:nvSpPr>
          <p:spPr>
            <a:xfrm>
              <a:off x="6267045" y="2337421"/>
              <a:ext cx="1554480" cy="36576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/>
                <a:t>LIABILITIES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897EC91-C194-AE20-0EA1-E9299D255315}"/>
                </a:ext>
              </a:extLst>
            </p:cNvPr>
            <p:cNvSpPr/>
            <p:nvPr/>
          </p:nvSpPr>
          <p:spPr>
            <a:xfrm>
              <a:off x="4716510" y="2337421"/>
              <a:ext cx="1554480" cy="36576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/>
                <a:t>ASSETS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7B1AA77-7CE3-0AF7-4E00-1FAEC4792F9F}"/>
              </a:ext>
            </a:extLst>
          </p:cNvPr>
          <p:cNvGrpSpPr/>
          <p:nvPr/>
        </p:nvGrpSpPr>
        <p:grpSpPr>
          <a:xfrm>
            <a:off x="8590885" y="1690688"/>
            <a:ext cx="3105015" cy="3938573"/>
            <a:chOff x="8590885" y="1690688"/>
            <a:chExt cx="3105015" cy="393857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6CA18A2-F204-A1B7-7815-B117BFBEBADD}"/>
                </a:ext>
              </a:extLst>
            </p:cNvPr>
            <p:cNvSpPr txBox="1"/>
            <p:nvPr/>
          </p:nvSpPr>
          <p:spPr>
            <a:xfrm>
              <a:off x="8936355" y="1690688"/>
              <a:ext cx="241014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Step 3</a:t>
              </a:r>
            </a:p>
            <a:p>
              <a:pPr algn="ctr"/>
              <a:r>
                <a:rPr lang="en-US" dirty="0"/>
                <a:t>Bank issues loan for $30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E2E1AD3-A374-0AAE-D9F5-807B9B41BAB5}"/>
                </a:ext>
              </a:extLst>
            </p:cNvPr>
            <p:cNvSpPr/>
            <p:nvPr/>
          </p:nvSpPr>
          <p:spPr>
            <a:xfrm>
              <a:off x="8590885" y="2703181"/>
              <a:ext cx="1554480" cy="29260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Reserves</a:t>
              </a:r>
            </a:p>
            <a:p>
              <a:r>
                <a:rPr lang="en-US" dirty="0">
                  <a:solidFill>
                    <a:sysClr val="windowText" lastClr="000000"/>
                  </a:solidFill>
                </a:rPr>
                <a:t>$20</a:t>
              </a:r>
            </a:p>
            <a:p>
              <a:endParaRPr lang="en-US" dirty="0">
                <a:solidFill>
                  <a:sysClr val="windowText" lastClr="000000"/>
                </a:solidFill>
              </a:endParaRPr>
            </a:p>
            <a:p>
              <a:r>
                <a:rPr lang="en-US" dirty="0">
                  <a:solidFill>
                    <a:sysClr val="windowText" lastClr="000000"/>
                  </a:solidFill>
                </a:rPr>
                <a:t>Securities</a:t>
              </a:r>
            </a:p>
            <a:p>
              <a:r>
                <a:rPr lang="en-US" dirty="0">
                  <a:solidFill>
                    <a:sysClr val="windowText" lastClr="000000"/>
                  </a:solidFill>
                </a:rPr>
                <a:t>$100</a:t>
              </a:r>
            </a:p>
            <a:p>
              <a:endParaRPr lang="en-US" dirty="0">
                <a:solidFill>
                  <a:sysClr val="windowText" lastClr="000000"/>
                </a:solidFill>
              </a:endParaRPr>
            </a:p>
            <a:p>
              <a:r>
                <a:rPr lang="en-US" dirty="0">
                  <a:solidFill>
                    <a:sysClr val="windowText" lastClr="000000"/>
                  </a:solidFill>
                </a:rPr>
                <a:t>Loans</a:t>
              </a:r>
            </a:p>
            <a:p>
              <a:r>
                <a:rPr lang="en-US" dirty="0">
                  <a:solidFill>
                    <a:sysClr val="windowText" lastClr="000000"/>
                  </a:solidFill>
                </a:rPr>
                <a:t>$30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85B0262-B04F-8A82-B6CA-1B45867539DC}"/>
                </a:ext>
              </a:extLst>
            </p:cNvPr>
            <p:cNvSpPr/>
            <p:nvPr/>
          </p:nvSpPr>
          <p:spPr>
            <a:xfrm>
              <a:off x="10141420" y="2703181"/>
              <a:ext cx="1554480" cy="2286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Deposits</a:t>
              </a:r>
            </a:p>
            <a:p>
              <a:r>
                <a:rPr lang="en-US" dirty="0">
                  <a:solidFill>
                    <a:sysClr val="windowText" lastClr="000000"/>
                  </a:solidFill>
                </a:rPr>
                <a:t>$100</a:t>
              </a:r>
            </a:p>
            <a:p>
              <a:endParaRPr lang="en-US" dirty="0">
                <a:solidFill>
                  <a:sysClr val="windowText" lastClr="000000"/>
                </a:solidFill>
              </a:endParaRPr>
            </a:p>
            <a:p>
              <a:r>
                <a:rPr lang="en-US" dirty="0">
                  <a:solidFill>
                    <a:sysClr val="windowText" lastClr="000000"/>
                  </a:solidFill>
                </a:rPr>
                <a:t>Notes</a:t>
              </a:r>
            </a:p>
            <a:p>
              <a:r>
                <a:rPr lang="en-US" dirty="0">
                  <a:solidFill>
                    <a:sysClr val="windowText" lastClr="000000"/>
                  </a:solidFill>
                </a:rPr>
                <a:t>$30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0E4E0CC-182C-5746-DBF5-9F740CFD643D}"/>
                </a:ext>
              </a:extLst>
            </p:cNvPr>
            <p:cNvSpPr/>
            <p:nvPr/>
          </p:nvSpPr>
          <p:spPr>
            <a:xfrm>
              <a:off x="10141420" y="4989181"/>
              <a:ext cx="1554480" cy="64008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EQUITY</a:t>
              </a:r>
            </a:p>
            <a:p>
              <a:r>
                <a:rPr lang="en-US" dirty="0"/>
                <a:t> $20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D7C7389-A7CE-1C8F-5E12-B0F458A5502C}"/>
                </a:ext>
              </a:extLst>
            </p:cNvPr>
            <p:cNvSpPr/>
            <p:nvPr/>
          </p:nvSpPr>
          <p:spPr>
            <a:xfrm>
              <a:off x="10141420" y="2337421"/>
              <a:ext cx="1554480" cy="36576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/>
                <a:t>LIABILITIES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4BF1696-2182-62B0-69E6-878E63C076A4}"/>
                </a:ext>
              </a:extLst>
            </p:cNvPr>
            <p:cNvSpPr/>
            <p:nvPr/>
          </p:nvSpPr>
          <p:spPr>
            <a:xfrm>
              <a:off x="8590885" y="2337421"/>
              <a:ext cx="1554480" cy="36576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/>
                <a:t>ASSETS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648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Greek Temple with solid fill">
            <a:extLst>
              <a:ext uri="{FF2B5EF4-FFF2-40B4-BE49-F238E27FC236}">
                <a16:creationId xmlns:a16="http://schemas.microsoft.com/office/drawing/2014/main" id="{133089DD-1D3E-1F2E-2806-EB5111A5A9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94533" y="2651919"/>
            <a:ext cx="914400" cy="914400"/>
          </a:xfrm>
          <a:prstGeom prst="rect">
            <a:avLst/>
          </a:prstGeom>
        </p:spPr>
      </p:pic>
      <p:pic>
        <p:nvPicPr>
          <p:cNvPr id="13" name="Graphic 12" descr="Male profile with solid fill">
            <a:extLst>
              <a:ext uri="{FF2B5EF4-FFF2-40B4-BE49-F238E27FC236}">
                <a16:creationId xmlns:a16="http://schemas.microsoft.com/office/drawing/2014/main" id="{448AC7FB-BAB9-791C-7C46-28C624C181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8207" y="4304450"/>
            <a:ext cx="914400" cy="914400"/>
          </a:xfrm>
          <a:prstGeom prst="rect">
            <a:avLst/>
          </a:prstGeom>
        </p:spPr>
      </p:pic>
      <p:pic>
        <p:nvPicPr>
          <p:cNvPr id="15" name="Graphic 14" descr="Office worker female with solid fill">
            <a:extLst>
              <a:ext uri="{FF2B5EF4-FFF2-40B4-BE49-F238E27FC236}">
                <a16:creationId xmlns:a16="http://schemas.microsoft.com/office/drawing/2014/main" id="{F2ECFFC0-560E-8B51-31C4-029FDA56A9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6366" y="4304450"/>
            <a:ext cx="914400" cy="914400"/>
          </a:xfrm>
          <a:prstGeom prst="rect">
            <a:avLst/>
          </a:prstGeom>
        </p:spPr>
      </p:pic>
      <p:pic>
        <p:nvPicPr>
          <p:cNvPr id="17" name="Graphic 16" descr="Raw Materials with solid fill">
            <a:extLst>
              <a:ext uri="{FF2B5EF4-FFF2-40B4-BE49-F238E27FC236}">
                <a16:creationId xmlns:a16="http://schemas.microsoft.com/office/drawing/2014/main" id="{A0EFE24C-4B07-BC5E-FBBD-8B27F3CE9A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651919"/>
            <a:ext cx="914400" cy="914400"/>
          </a:xfrm>
          <a:prstGeom prst="rect">
            <a:avLst/>
          </a:prstGeom>
        </p:spPr>
      </p:pic>
      <p:pic>
        <p:nvPicPr>
          <p:cNvPr id="18" name="Graphic 17" descr="Greek Temple with solid fill">
            <a:extLst>
              <a:ext uri="{FF2B5EF4-FFF2-40B4-BE49-F238E27FC236}">
                <a16:creationId xmlns:a16="http://schemas.microsoft.com/office/drawing/2014/main" id="{EC9A7F21-EAD6-1BE2-113F-536ACBB873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0866" y="2651919"/>
            <a:ext cx="914400" cy="914400"/>
          </a:xfrm>
          <a:prstGeom prst="rect">
            <a:avLst/>
          </a:prstGeom>
        </p:spPr>
      </p:pic>
      <p:pic>
        <p:nvPicPr>
          <p:cNvPr id="19" name="Graphic 18" descr="Office worker female with solid fill">
            <a:extLst>
              <a:ext uri="{FF2B5EF4-FFF2-40B4-BE49-F238E27FC236}">
                <a16:creationId xmlns:a16="http://schemas.microsoft.com/office/drawing/2014/main" id="{C7F1FCFA-917D-B16F-0693-E2BF81059A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29032" y="4304450"/>
            <a:ext cx="914400" cy="914400"/>
          </a:xfrm>
          <a:prstGeom prst="rect">
            <a:avLst/>
          </a:prstGeom>
        </p:spPr>
      </p:pic>
      <p:pic>
        <p:nvPicPr>
          <p:cNvPr id="20" name="Graphic 19" descr="Greek Temple with solid fill">
            <a:extLst>
              <a:ext uri="{FF2B5EF4-FFF2-40B4-BE49-F238E27FC236}">
                <a16:creationId xmlns:a16="http://schemas.microsoft.com/office/drawing/2014/main" id="{6F90BD91-CBC2-0BA4-9A90-745EB91A9E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07198" y="2651919"/>
            <a:ext cx="914400" cy="91440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8A34FB-E2A5-A707-115D-FEE908DE9F94}"/>
              </a:ext>
            </a:extLst>
          </p:cNvPr>
          <p:cNvCxnSpPr>
            <a:cxnSpLocks/>
          </p:cNvCxnSpPr>
          <p:nvPr/>
        </p:nvCxnSpPr>
        <p:spPr>
          <a:xfrm>
            <a:off x="1295400" y="3566319"/>
            <a:ext cx="1114540" cy="1195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C4D1683-90D3-7CB7-989A-A717F8E911F4}"/>
              </a:ext>
            </a:extLst>
          </p:cNvPr>
          <p:cNvCxnSpPr>
            <a:endCxn id="11" idx="2"/>
          </p:cNvCxnSpPr>
          <p:nvPr/>
        </p:nvCxnSpPr>
        <p:spPr>
          <a:xfrm flipV="1">
            <a:off x="3330766" y="3566319"/>
            <a:ext cx="1120967" cy="1195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6638CC4-20C4-2773-7E86-40051A42E307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451733" y="3566319"/>
            <a:ext cx="1115458" cy="1195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8E9BE64-2C2E-C6BB-311A-09141ACC90EA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6487099" y="3566319"/>
            <a:ext cx="1120967" cy="1195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3EA2851-103F-6AC7-623A-83CEB7EB5361}"/>
              </a:ext>
            </a:extLst>
          </p:cNvPr>
          <p:cNvCxnSpPr>
            <a:cxnSpLocks/>
          </p:cNvCxnSpPr>
          <p:nvPr/>
        </p:nvCxnSpPr>
        <p:spPr>
          <a:xfrm>
            <a:off x="7608066" y="3566319"/>
            <a:ext cx="1120966" cy="1195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5324F5B-45D5-29EB-6514-6AB2D5B3C600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9615891" y="3566319"/>
            <a:ext cx="1148507" cy="1195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035D009-B350-2B46-8FD7-3F0DCB3B6556}"/>
              </a:ext>
            </a:extLst>
          </p:cNvPr>
          <p:cNvSpPr txBox="1"/>
          <p:nvPr/>
        </p:nvSpPr>
        <p:spPr>
          <a:xfrm>
            <a:off x="599960" y="3890792"/>
            <a:ext cx="100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100 oz of gold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D8AA88-D531-9722-BCBA-045FB1FD17B1}"/>
              </a:ext>
            </a:extLst>
          </p:cNvPr>
          <p:cNvSpPr txBox="1"/>
          <p:nvPr/>
        </p:nvSpPr>
        <p:spPr>
          <a:xfrm>
            <a:off x="3073248" y="3890792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2"/>
                </a:solidFill>
              </a:rPr>
              <a:t>100g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62554B-E459-87A3-2DEE-F63D50725553}"/>
              </a:ext>
            </a:extLst>
          </p:cNvPr>
          <p:cNvSpPr txBox="1"/>
          <p:nvPr/>
        </p:nvSpPr>
        <p:spPr>
          <a:xfrm>
            <a:off x="5102369" y="3887388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90g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3D5A0C-0257-B10F-2F3F-63CA53D1C7BE}"/>
              </a:ext>
            </a:extLst>
          </p:cNvPr>
          <p:cNvSpPr txBox="1"/>
          <p:nvPr/>
        </p:nvSpPr>
        <p:spPr>
          <a:xfrm>
            <a:off x="6217828" y="3887388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2"/>
                </a:solidFill>
              </a:rPr>
              <a:t>90g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1E28C4-AAD0-CA7F-2A53-0EE0D46BD09A}"/>
              </a:ext>
            </a:extLst>
          </p:cNvPr>
          <p:cNvSpPr txBox="1"/>
          <p:nvPr/>
        </p:nvSpPr>
        <p:spPr>
          <a:xfrm>
            <a:off x="8226112" y="3849478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81g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6AF800-89A1-D786-E052-8012676D47F5}"/>
              </a:ext>
            </a:extLst>
          </p:cNvPr>
          <p:cNvSpPr txBox="1"/>
          <p:nvPr/>
        </p:nvSpPr>
        <p:spPr>
          <a:xfrm>
            <a:off x="9420985" y="3838853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2"/>
                </a:solidFill>
              </a:rPr>
              <a:t>81g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63340C-3080-7C02-9A7F-ADAEF951E41C}"/>
              </a:ext>
            </a:extLst>
          </p:cNvPr>
          <p:cNvSpPr txBox="1"/>
          <p:nvPr/>
        </p:nvSpPr>
        <p:spPr>
          <a:xfrm>
            <a:off x="3857373" y="1648273"/>
            <a:ext cx="1188720" cy="640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Reserves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10g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C8FB06-A6F4-188C-B2D0-E409A1D00F21}"/>
              </a:ext>
            </a:extLst>
          </p:cNvPr>
          <p:cNvSpPr txBox="1"/>
          <p:nvPr/>
        </p:nvSpPr>
        <p:spPr>
          <a:xfrm>
            <a:off x="7011226" y="1648273"/>
            <a:ext cx="1188720" cy="640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Reserves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9g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36A710-2840-4437-DCCE-C96372599B8D}"/>
              </a:ext>
            </a:extLst>
          </p:cNvPr>
          <p:cNvSpPr txBox="1"/>
          <p:nvPr/>
        </p:nvSpPr>
        <p:spPr>
          <a:xfrm>
            <a:off x="10170038" y="1648273"/>
            <a:ext cx="1188720" cy="640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Reserves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8.1g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AD80ECE-8EDE-6118-0AB4-32BD38C2E663}"/>
              </a:ext>
            </a:extLst>
          </p:cNvPr>
          <p:cNvCxnSpPr>
            <a:stCxn id="11" idx="0"/>
            <a:endCxn id="49" idx="2"/>
          </p:cNvCxnSpPr>
          <p:nvPr/>
        </p:nvCxnSpPr>
        <p:spPr>
          <a:xfrm flipV="1">
            <a:off x="4451733" y="2288353"/>
            <a:ext cx="0" cy="3635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BD353C4-5353-D84A-B90D-6DF4D4D21A24}"/>
              </a:ext>
            </a:extLst>
          </p:cNvPr>
          <p:cNvCxnSpPr>
            <a:endCxn id="50" idx="2"/>
          </p:cNvCxnSpPr>
          <p:nvPr/>
        </p:nvCxnSpPr>
        <p:spPr>
          <a:xfrm flipV="1">
            <a:off x="7605586" y="2288353"/>
            <a:ext cx="0" cy="3635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5FE62C8-6664-9D7A-3FBF-7FC547A977FF}"/>
              </a:ext>
            </a:extLst>
          </p:cNvPr>
          <p:cNvCxnSpPr>
            <a:stCxn id="20" idx="0"/>
            <a:endCxn id="51" idx="2"/>
          </p:cNvCxnSpPr>
          <p:nvPr/>
        </p:nvCxnSpPr>
        <p:spPr>
          <a:xfrm flipV="1">
            <a:off x="10764398" y="2288353"/>
            <a:ext cx="0" cy="3635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8" name="Left Brace 57">
            <a:extLst>
              <a:ext uri="{FF2B5EF4-FFF2-40B4-BE49-F238E27FC236}">
                <a16:creationId xmlns:a16="http://schemas.microsoft.com/office/drawing/2014/main" id="{FB165476-74B4-5FFE-6AA6-C0B1F63658C7}"/>
              </a:ext>
            </a:extLst>
          </p:cNvPr>
          <p:cNvSpPr/>
          <p:nvPr/>
        </p:nvSpPr>
        <p:spPr>
          <a:xfrm rot="16200000">
            <a:off x="1507016" y="4761650"/>
            <a:ext cx="182880" cy="164592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Left Brace 58">
            <a:extLst>
              <a:ext uri="{FF2B5EF4-FFF2-40B4-BE49-F238E27FC236}">
                <a16:creationId xmlns:a16="http://schemas.microsoft.com/office/drawing/2014/main" id="{A316346C-AFDA-C29F-F57D-0D81D5B68C9D}"/>
              </a:ext>
            </a:extLst>
          </p:cNvPr>
          <p:cNvSpPr/>
          <p:nvPr/>
        </p:nvSpPr>
        <p:spPr>
          <a:xfrm rot="16200000">
            <a:off x="6851206" y="1148828"/>
            <a:ext cx="182880" cy="8869680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7FA0726-B5A6-71D2-EA4A-C55592F11941}"/>
              </a:ext>
            </a:extLst>
          </p:cNvPr>
          <p:cNvSpPr txBox="1"/>
          <p:nvPr/>
        </p:nvSpPr>
        <p:spPr>
          <a:xfrm>
            <a:off x="314068" y="5715426"/>
            <a:ext cx="2583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Primary creation of money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94D6517-F08D-0786-6C7B-D8EC41E0E4BD}"/>
              </a:ext>
            </a:extLst>
          </p:cNvPr>
          <p:cNvSpPr txBox="1"/>
          <p:nvPr/>
        </p:nvSpPr>
        <p:spPr>
          <a:xfrm>
            <a:off x="5468129" y="5715426"/>
            <a:ext cx="5102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Secondary creation of money (</a:t>
            </a:r>
            <a:r>
              <a:rPr lang="en-US" i="1" dirty="0">
                <a:solidFill>
                  <a:schemeClr val="accent2"/>
                </a:solidFill>
              </a:rPr>
              <a:t>continues ad infinitum</a:t>
            </a:r>
            <a:r>
              <a:rPr lang="en-US" dirty="0">
                <a:solidFill>
                  <a:schemeClr val="accent2"/>
                </a:solidFill>
              </a:rPr>
              <a:t>)</a:t>
            </a:r>
            <a:endParaRPr lang="en-US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569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8" grpId="0" animBg="1"/>
      <p:bldP spid="59" grpId="0" animBg="1"/>
      <p:bldP spid="60" grpId="0"/>
      <p:bldP spid="6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166312AD-B447-C1FB-E8D0-E65EBD1628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3048108"/>
              </p:ext>
            </p:extLst>
          </p:nvPr>
        </p:nvGraphicFramePr>
        <p:xfrm>
          <a:off x="609600" y="685800"/>
          <a:ext cx="109728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922633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3FAEC30-CE64-833A-0B2C-D200E85B364B}"/>
              </a:ext>
            </a:extLst>
          </p:cNvPr>
          <p:cNvSpPr/>
          <p:nvPr/>
        </p:nvSpPr>
        <p:spPr>
          <a:xfrm>
            <a:off x="9143337" y="1072474"/>
            <a:ext cx="1828800" cy="64008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Miners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3C337B1-0236-1A8F-67F5-B73078C92847}"/>
              </a:ext>
            </a:extLst>
          </p:cNvPr>
          <p:cNvSpPr/>
          <p:nvPr/>
        </p:nvSpPr>
        <p:spPr>
          <a:xfrm>
            <a:off x="5005677" y="1702839"/>
            <a:ext cx="1828800" cy="64008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Gold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912868-34FC-41F3-EDD2-56D122F6E001}"/>
              </a:ext>
            </a:extLst>
          </p:cNvPr>
          <p:cNvSpPr/>
          <p:nvPr/>
        </p:nvSpPr>
        <p:spPr>
          <a:xfrm>
            <a:off x="868017" y="3293325"/>
            <a:ext cx="1828800" cy="223642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/>
              <a:t>Reserves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82645B-6316-CF3E-5A1B-F96D4D5A869D}"/>
              </a:ext>
            </a:extLst>
          </p:cNvPr>
          <p:cNvSpPr/>
          <p:nvPr/>
        </p:nvSpPr>
        <p:spPr>
          <a:xfrm>
            <a:off x="868017" y="3293325"/>
            <a:ext cx="18288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BA995F-E4C2-C474-64D8-349CB6551188}"/>
              </a:ext>
            </a:extLst>
          </p:cNvPr>
          <p:cNvSpPr/>
          <p:nvPr/>
        </p:nvSpPr>
        <p:spPr>
          <a:xfrm>
            <a:off x="5005677" y="3293325"/>
            <a:ext cx="1828800" cy="223642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/>
              <a:t>Reserves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1F1D50-0731-1FD4-1599-EAD745B84C82}"/>
              </a:ext>
            </a:extLst>
          </p:cNvPr>
          <p:cNvSpPr/>
          <p:nvPr/>
        </p:nvSpPr>
        <p:spPr>
          <a:xfrm>
            <a:off x="5005677" y="3293325"/>
            <a:ext cx="1828800" cy="1554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770710E-C0C4-E752-A554-531E90B7293D}"/>
              </a:ext>
            </a:extLst>
          </p:cNvPr>
          <p:cNvSpPr/>
          <p:nvPr/>
        </p:nvSpPr>
        <p:spPr>
          <a:xfrm>
            <a:off x="9143337" y="3247605"/>
            <a:ext cx="1828800" cy="223642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/>
              <a:t>Reserves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07FCAE7-A9AD-81AE-9EFF-F6A24DA313C1}"/>
              </a:ext>
            </a:extLst>
          </p:cNvPr>
          <p:cNvSpPr/>
          <p:nvPr/>
        </p:nvSpPr>
        <p:spPr>
          <a:xfrm>
            <a:off x="9143337" y="3247605"/>
            <a:ext cx="1828800" cy="12801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EE1FBC79-DFE5-1EBC-1D96-AB7FEB839763}"/>
              </a:ext>
            </a:extLst>
          </p:cNvPr>
          <p:cNvCxnSpPr>
            <a:cxnSpLocks/>
            <a:stCxn id="24" idx="1"/>
            <a:endCxn id="25" idx="3"/>
          </p:cNvCxnSpPr>
          <p:nvPr/>
        </p:nvCxnSpPr>
        <p:spPr>
          <a:xfrm rot="10800000" flipV="1">
            <a:off x="6834477" y="1392513"/>
            <a:ext cx="2308860" cy="63036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F2EDA15C-4BCC-0408-1197-BA14F53C34C7}"/>
              </a:ext>
            </a:extLst>
          </p:cNvPr>
          <p:cNvCxnSpPr>
            <a:stCxn id="25" idx="2"/>
            <a:endCxn id="27" idx="0"/>
          </p:cNvCxnSpPr>
          <p:nvPr/>
        </p:nvCxnSpPr>
        <p:spPr>
          <a:xfrm rot="5400000">
            <a:off x="3376044" y="749292"/>
            <a:ext cx="950406" cy="4137660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86DBA17-0C60-4568-9A5D-52495E057D91}"/>
              </a:ext>
            </a:extLst>
          </p:cNvPr>
          <p:cNvCxnSpPr>
            <a:stCxn id="25" idx="2"/>
            <a:endCxn id="29" idx="0"/>
          </p:cNvCxnSpPr>
          <p:nvPr/>
        </p:nvCxnSpPr>
        <p:spPr>
          <a:xfrm>
            <a:off x="5920077" y="2342919"/>
            <a:ext cx="0" cy="9504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15FCEA39-67C7-078F-4350-FE071E035743}"/>
              </a:ext>
            </a:extLst>
          </p:cNvPr>
          <p:cNvCxnSpPr>
            <a:stCxn id="25" idx="2"/>
            <a:endCxn id="31" idx="0"/>
          </p:cNvCxnSpPr>
          <p:nvPr/>
        </p:nvCxnSpPr>
        <p:spPr>
          <a:xfrm rot="16200000" flipH="1">
            <a:off x="7536564" y="726432"/>
            <a:ext cx="904686" cy="4137660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AA135CA8-03DF-150B-57EA-5E82E2F89AE0}"/>
              </a:ext>
            </a:extLst>
          </p:cNvPr>
          <p:cNvSpPr/>
          <p:nvPr/>
        </p:nvSpPr>
        <p:spPr>
          <a:xfrm>
            <a:off x="868017" y="5567206"/>
            <a:ext cx="1828800" cy="3657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Bank 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2C8F74E-0978-C703-BA26-92CAADD16F5E}"/>
              </a:ext>
            </a:extLst>
          </p:cNvPr>
          <p:cNvSpPr/>
          <p:nvPr/>
        </p:nvSpPr>
        <p:spPr>
          <a:xfrm>
            <a:off x="5005677" y="5567206"/>
            <a:ext cx="1828800" cy="3657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Bank B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FAC655-D834-D3D1-E714-2D0F4F985025}"/>
              </a:ext>
            </a:extLst>
          </p:cNvPr>
          <p:cNvSpPr/>
          <p:nvPr/>
        </p:nvSpPr>
        <p:spPr>
          <a:xfrm>
            <a:off x="9143337" y="5529749"/>
            <a:ext cx="1828800" cy="3657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Bank C</a:t>
            </a:r>
          </a:p>
        </p:txBody>
      </p:sp>
      <p:sp>
        <p:nvSpPr>
          <p:cNvPr id="54" name="Arrow: Left-Right 53">
            <a:extLst>
              <a:ext uri="{FF2B5EF4-FFF2-40B4-BE49-F238E27FC236}">
                <a16:creationId xmlns:a16="http://schemas.microsoft.com/office/drawing/2014/main" id="{6188C5D7-4D43-3831-AEEF-6C44BE6FBAD1}"/>
              </a:ext>
            </a:extLst>
          </p:cNvPr>
          <p:cNvSpPr/>
          <p:nvPr/>
        </p:nvSpPr>
        <p:spPr>
          <a:xfrm>
            <a:off x="1279497" y="3409890"/>
            <a:ext cx="9496540" cy="655546"/>
          </a:xfrm>
          <a:prstGeom prst="left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CLEARING HOUSE</a:t>
            </a:r>
          </a:p>
        </p:txBody>
      </p:sp>
    </p:spTree>
    <p:extLst>
      <p:ext uri="{BB962C8B-B14F-4D97-AF65-F5344CB8AC3E}">
        <p14:creationId xmlns:p14="http://schemas.microsoft.com/office/powerpoint/2010/main" val="14293447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3FA0E5E4-334A-74E6-FC29-4A92683AE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717" y="1371600"/>
            <a:ext cx="9518566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311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2EFDC06-3406-E85B-9A04-17D0A06DA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215932"/>
              </p:ext>
            </p:extLst>
          </p:nvPr>
        </p:nvGraphicFramePr>
        <p:xfrm>
          <a:off x="119269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739847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6A652C-7B78-A2CF-949F-06D89BD5B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F444-52AF-E8DE-F293-4B0D61797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B8672-6C4E-2213-075B-C692A3C27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Central Banks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4973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4318FAE-121E-7CE0-5033-1DAC3B5916A0}"/>
              </a:ext>
            </a:extLst>
          </p:cNvPr>
          <p:cNvSpPr/>
          <p:nvPr/>
        </p:nvSpPr>
        <p:spPr>
          <a:xfrm>
            <a:off x="2504329" y="2975679"/>
            <a:ext cx="1737360" cy="24688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ysClr val="windowText" lastClr="000000"/>
                </a:solidFill>
              </a:rPr>
              <a:t>Foreign ccy.</a:t>
            </a:r>
          </a:p>
          <a:p>
            <a:r>
              <a:rPr lang="en-US" sz="1600" dirty="0">
                <a:solidFill>
                  <a:sysClr val="windowText" lastClr="000000"/>
                </a:solidFill>
              </a:rPr>
              <a:t>Securities</a:t>
            </a:r>
          </a:p>
          <a:p>
            <a:r>
              <a:rPr lang="en-US" sz="1600" dirty="0">
                <a:solidFill>
                  <a:sysClr val="windowText" lastClr="000000"/>
                </a:solidFill>
              </a:rPr>
              <a:t>Other assets</a:t>
            </a:r>
          </a:p>
          <a:p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B2ACD8-60C5-F32F-D713-153DF911317B}"/>
              </a:ext>
            </a:extLst>
          </p:cNvPr>
          <p:cNvSpPr/>
          <p:nvPr/>
        </p:nvSpPr>
        <p:spPr>
          <a:xfrm>
            <a:off x="4241689" y="2975679"/>
            <a:ext cx="1737360" cy="1828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>
                <a:solidFill>
                  <a:sysClr val="windowText" lastClr="000000"/>
                </a:solidFill>
              </a:rPr>
              <a:t>Base money</a:t>
            </a:r>
          </a:p>
          <a:p>
            <a:r>
              <a:rPr lang="en-US" sz="1600">
                <a:solidFill>
                  <a:sysClr val="windowText" lastClr="000000"/>
                </a:solidFill>
              </a:rPr>
              <a:t>Gov. deposits</a:t>
            </a:r>
          </a:p>
          <a:p>
            <a:r>
              <a:rPr lang="en-US" sz="1600">
                <a:solidFill>
                  <a:sysClr val="windowText" lastClr="000000"/>
                </a:solidFill>
              </a:rPr>
              <a:t>Bank deposits</a:t>
            </a:r>
          </a:p>
          <a:p>
            <a:r>
              <a:rPr lang="en-US" sz="1600">
                <a:solidFill>
                  <a:sysClr val="windowText" lastClr="000000"/>
                </a:solidFill>
              </a:rPr>
              <a:t>Other liabilities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39F73E-697F-15A5-D0A3-760443293E70}"/>
              </a:ext>
            </a:extLst>
          </p:cNvPr>
          <p:cNvSpPr/>
          <p:nvPr/>
        </p:nvSpPr>
        <p:spPr>
          <a:xfrm>
            <a:off x="4241689" y="4804479"/>
            <a:ext cx="1737360" cy="64008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/>
              <a:t>EQUITY</a:t>
            </a:r>
          </a:p>
          <a:p>
            <a:endParaRPr lang="en-US" sz="1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D82813-2FA6-376B-DEF7-0C9E1D2C0EC5}"/>
              </a:ext>
            </a:extLst>
          </p:cNvPr>
          <p:cNvSpPr/>
          <p:nvPr/>
        </p:nvSpPr>
        <p:spPr>
          <a:xfrm>
            <a:off x="4241689" y="2609919"/>
            <a:ext cx="1737360" cy="36576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/>
              <a:t>LIABILITIES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F96DE3-6976-A260-9D0B-FCE9B14E7338}"/>
              </a:ext>
            </a:extLst>
          </p:cNvPr>
          <p:cNvSpPr/>
          <p:nvPr/>
        </p:nvSpPr>
        <p:spPr>
          <a:xfrm>
            <a:off x="2504329" y="2609919"/>
            <a:ext cx="1737360" cy="365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/>
              <a:t>ASSETS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C33FB3-E949-2130-6AA0-09F9D50AF5F4}"/>
              </a:ext>
            </a:extLst>
          </p:cNvPr>
          <p:cNvSpPr txBox="1"/>
          <p:nvPr/>
        </p:nvSpPr>
        <p:spPr>
          <a:xfrm>
            <a:off x="3240325" y="1963588"/>
            <a:ext cx="2002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Typical central bank</a:t>
            </a:r>
          </a:p>
          <a:p>
            <a:pPr algn="ctr"/>
            <a:r>
              <a:rPr lang="en-US"/>
              <a:t>balance sheet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F5A1EE-9EC2-E5BD-2EAC-FCFAF659E300}"/>
              </a:ext>
            </a:extLst>
          </p:cNvPr>
          <p:cNvSpPr/>
          <p:nvPr/>
        </p:nvSpPr>
        <p:spPr>
          <a:xfrm>
            <a:off x="6416040" y="2976869"/>
            <a:ext cx="1737360" cy="24688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ysClr val="windowText" lastClr="000000"/>
                </a:solidFill>
              </a:rPr>
              <a:t>Gold</a:t>
            </a:r>
          </a:p>
          <a:p>
            <a:r>
              <a:rPr lang="en-US" sz="1600" dirty="0">
                <a:solidFill>
                  <a:sysClr val="windowText" lastClr="000000"/>
                </a:solidFill>
              </a:rPr>
              <a:t>US Treasury Bonds</a:t>
            </a:r>
          </a:p>
          <a:p>
            <a:r>
              <a:rPr lang="en-US" sz="1600" dirty="0">
                <a:solidFill>
                  <a:sysClr val="windowText" lastClr="000000"/>
                </a:solidFill>
              </a:rPr>
              <a:t>MBS</a:t>
            </a:r>
          </a:p>
          <a:p>
            <a:r>
              <a:rPr lang="en-US" sz="1600" dirty="0">
                <a:solidFill>
                  <a:sysClr val="windowText" lastClr="000000"/>
                </a:solidFill>
              </a:rPr>
              <a:t>Other  assets</a:t>
            </a:r>
          </a:p>
          <a:p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4AEA99-63C6-5313-78EE-3B462AD48D97}"/>
              </a:ext>
            </a:extLst>
          </p:cNvPr>
          <p:cNvSpPr/>
          <p:nvPr/>
        </p:nvSpPr>
        <p:spPr>
          <a:xfrm>
            <a:off x="8153400" y="2976869"/>
            <a:ext cx="1737360" cy="1828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ysClr val="windowText" lastClr="000000"/>
                </a:solidFill>
              </a:rPr>
              <a:t>Federal reserves</a:t>
            </a:r>
          </a:p>
          <a:p>
            <a:r>
              <a:rPr lang="en-US" sz="1600" dirty="0">
                <a:solidFill>
                  <a:sysClr val="windowText" lastClr="000000"/>
                </a:solidFill>
              </a:rPr>
              <a:t>Repos</a:t>
            </a:r>
          </a:p>
          <a:p>
            <a:r>
              <a:rPr lang="en-US" sz="1600" dirty="0">
                <a:solidFill>
                  <a:sysClr val="windowText" lastClr="000000"/>
                </a:solidFill>
              </a:rPr>
              <a:t>Gov. deposits</a:t>
            </a:r>
          </a:p>
          <a:p>
            <a:r>
              <a:rPr lang="en-US" sz="1600" dirty="0">
                <a:solidFill>
                  <a:sysClr val="windowText" lastClr="000000"/>
                </a:solidFill>
              </a:rPr>
              <a:t>Bank deposits</a:t>
            </a:r>
          </a:p>
          <a:p>
            <a:r>
              <a:rPr lang="en-US" sz="1600" dirty="0">
                <a:solidFill>
                  <a:sysClr val="windowText" lastClr="000000"/>
                </a:solidFill>
              </a:rPr>
              <a:t>Other liabilities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CFACB1-ED7B-670B-69F0-902586BFDBCA}"/>
              </a:ext>
            </a:extLst>
          </p:cNvPr>
          <p:cNvSpPr/>
          <p:nvPr/>
        </p:nvSpPr>
        <p:spPr>
          <a:xfrm>
            <a:off x="8153400" y="4805669"/>
            <a:ext cx="1737360" cy="64008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/>
              <a:t>EQUITY</a:t>
            </a:r>
          </a:p>
          <a:p>
            <a:endParaRPr lang="en-US" sz="16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A53674-607A-E912-0113-5FA231341A72}"/>
              </a:ext>
            </a:extLst>
          </p:cNvPr>
          <p:cNvSpPr/>
          <p:nvPr/>
        </p:nvSpPr>
        <p:spPr>
          <a:xfrm>
            <a:off x="8153400" y="2611109"/>
            <a:ext cx="1737360" cy="36576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/>
              <a:t>LIABILITIES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88CE4D-1C19-C98B-A695-EB731FFE2AD0}"/>
              </a:ext>
            </a:extLst>
          </p:cNvPr>
          <p:cNvSpPr/>
          <p:nvPr/>
        </p:nvSpPr>
        <p:spPr>
          <a:xfrm>
            <a:off x="6416040" y="2611109"/>
            <a:ext cx="1737360" cy="365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/>
              <a:t>ASSETS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81D753-EF00-5678-BCEB-5B74F5E0807E}"/>
              </a:ext>
            </a:extLst>
          </p:cNvPr>
          <p:cNvSpPr txBox="1"/>
          <p:nvPr/>
        </p:nvSpPr>
        <p:spPr>
          <a:xfrm>
            <a:off x="7327886" y="1964778"/>
            <a:ext cx="1651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Federal Reserve</a:t>
            </a:r>
          </a:p>
          <a:p>
            <a:pPr algn="ctr"/>
            <a:r>
              <a:rPr lang="en-US" dirty="0"/>
              <a:t>balance sheet</a:t>
            </a:r>
          </a:p>
        </p:txBody>
      </p:sp>
    </p:spTree>
    <p:extLst>
      <p:ext uri="{BB962C8B-B14F-4D97-AF65-F5344CB8AC3E}">
        <p14:creationId xmlns:p14="http://schemas.microsoft.com/office/powerpoint/2010/main" val="35644359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336CBD19-E291-5B5E-5FB1-305A5EE0C9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997725"/>
              </p:ext>
            </p:extLst>
          </p:nvPr>
        </p:nvGraphicFramePr>
        <p:xfrm>
          <a:off x="1158240" y="868680"/>
          <a:ext cx="10241280" cy="44000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716131898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500041126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329843319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107006291"/>
                    </a:ext>
                  </a:extLst>
                </a:gridCol>
              </a:tblGrid>
              <a:tr h="18288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j-lt"/>
                        </a:rPr>
                        <a:t>FEDERAL RESERVE BALANCE SHEET (MARCH 31, 2023) |  MILLIONS OF DOLLARS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>
                        <a:latin typeface="+mj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>
                        <a:latin typeface="+mj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3772789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latin typeface="+mj-lt"/>
                        </a:rPr>
                        <a:t>ASSETS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>
                        <a:latin typeface="+mj-lt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latin typeface="+mj-lt"/>
                        </a:rPr>
                        <a:t>LIABILITIES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83190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Gold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+mj-lt"/>
                        </a:rPr>
                        <a:t>$11,037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Federal Reserve notes (net of F.R. Bank holdings)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+mj-lt"/>
                        </a:rPr>
                        <a:t>$2,387,471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59085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SDR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+mj-lt"/>
                        </a:rPr>
                        <a:t>$15,200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Reserve repurchase agreement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+mj-lt"/>
                        </a:rPr>
                        <a:t>$321,539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046595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Coin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+mj-lt"/>
                        </a:rPr>
                        <a:t>$1,480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Deposits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+mj-lt"/>
                        </a:rPr>
                        <a:t>$4,057,961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79152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Securities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+mj-lt"/>
                        </a:rPr>
                        <a:t>$6,492,768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  Term deposits held by depository institutions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$0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86780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  U.S. Treasury securities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$4,227,581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  Other deposits held by depository institutions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$2,980,514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50536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  <a:ea typeface="+mn-ea"/>
                          <a:cs typeface="+mn-cs"/>
                        </a:rPr>
                        <a:t>   MBS</a:t>
                      </a:r>
                      <a:endPara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$2,050,575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  U.S. Treasury general account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$801,537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44514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  Others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$214,612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  Foreign official accounts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$9,439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37583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Net portfolio holdings of MS Facilities 2020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+mj-lt"/>
                        </a:rPr>
                        <a:t>2,089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  Other deposits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$266,470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48523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Items in the process of collection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+mj-lt"/>
                        </a:rPr>
                        <a:t>$87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Deferred availability cash items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+mj-lt"/>
                        </a:rPr>
                        <a:t>$465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79865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Banks premises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+mj-lt"/>
                        </a:rPr>
                        <a:t>$642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Treasury contributions to credit facilities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+mj-lt"/>
                        </a:rPr>
                        <a:t>$821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810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Central bank liquidity swaps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+mj-lt"/>
                        </a:rPr>
                        <a:t>$481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Other liabilities and accrued dividends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+mj-lt"/>
                        </a:rPr>
                        <a:t>-$232,950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0039984"/>
                  </a:ext>
                </a:extLst>
              </a:tr>
              <a:tr h="28520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Foreign currency denominated assets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+mj-lt"/>
                        </a:rPr>
                        <a:t>$19,416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Total liabilities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latin typeface="+mj-lt"/>
                        </a:rPr>
                        <a:t>$6,535,307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114348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Other assets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+mj-lt"/>
                        </a:rPr>
                        <a:t>$38,031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Capital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latin typeface="+mj-lt"/>
                        </a:rPr>
                        <a:t>$45,923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90129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Total assets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latin typeface="+mj-lt"/>
                        </a:rPr>
                        <a:t>$6,581,231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Liabilities + Capital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latin typeface="+mj-lt"/>
                        </a:rPr>
                        <a:t>$6,581,231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6351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3188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8">
            <a:extLst>
              <a:ext uri="{FF2B5EF4-FFF2-40B4-BE49-F238E27FC236}">
                <a16:creationId xmlns:a16="http://schemas.microsoft.com/office/drawing/2014/main" id="{D76463EA-A480-E9BD-77FB-15E0BC3D06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801304"/>
              </p:ext>
            </p:extLst>
          </p:nvPr>
        </p:nvGraphicFramePr>
        <p:xfrm>
          <a:off x="609600" y="685800"/>
          <a:ext cx="109728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900240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9547F-8E6F-1CAF-F6DF-AD524E056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Federal Reserve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AC337BD-2742-329A-87C1-114FBA9153A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81200" y="2131060"/>
          <a:ext cx="8229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97933474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35535654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12 Federal Reserve banks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972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Boston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Chicago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700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St. Louis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249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Philadelphia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Minneapolis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048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Cleveland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Kansas 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065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Richmond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Dallas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252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Atlanta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San Francisco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046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58641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8" descr="A close up of a map&#10;&#10;Description automatically generated">
            <a:extLst>
              <a:ext uri="{FF2B5EF4-FFF2-40B4-BE49-F238E27FC236}">
                <a16:creationId xmlns:a16="http://schemas.microsoft.com/office/drawing/2014/main" id="{569A44B5-EA87-832C-43B1-771BFA9171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3427" y="228600"/>
            <a:ext cx="10065145" cy="6400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E0EE60-AA5B-9CC7-E9A8-C8E7A38CF836}"/>
              </a:ext>
            </a:extLst>
          </p:cNvPr>
          <p:cNvSpPr txBox="1"/>
          <p:nvPr/>
        </p:nvSpPr>
        <p:spPr>
          <a:xfrm>
            <a:off x="5649924" y="228600"/>
            <a:ext cx="4390188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Geographic Boundaries</a:t>
            </a:r>
          </a:p>
          <a:p>
            <a:pPr algn="ctr"/>
            <a:r>
              <a:rPr lang="en-US" sz="2400"/>
              <a:t>Federal Reserve Districts</a:t>
            </a:r>
          </a:p>
        </p:txBody>
      </p:sp>
    </p:spTree>
    <p:extLst>
      <p:ext uri="{BB962C8B-B14F-4D97-AF65-F5344CB8AC3E}">
        <p14:creationId xmlns:p14="http://schemas.microsoft.com/office/powerpoint/2010/main" val="40430229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7A8049C-4396-97C3-B98F-4F0D6295E6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3709089"/>
              </p:ext>
            </p:extLst>
          </p:nvPr>
        </p:nvGraphicFramePr>
        <p:xfrm>
          <a:off x="838200" y="1253331"/>
          <a:ext cx="10972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9CE8B0C9-7076-77C6-F7D7-47B6B0C0CD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39" t="3099" r="13468" b="43285"/>
          <a:stretch/>
        </p:blipFill>
        <p:spPr bwMode="auto">
          <a:xfrm>
            <a:off x="1157146" y="1290841"/>
            <a:ext cx="640080" cy="64008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AAD25C0-D79A-409D-E887-E2DB6FCFFA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4" t="5632" r="7748" b="28961"/>
          <a:stretch/>
        </p:blipFill>
        <p:spPr bwMode="auto">
          <a:xfrm>
            <a:off x="3229059" y="1916991"/>
            <a:ext cx="640080" cy="640080"/>
          </a:xfrm>
          <a:prstGeom prst="rect">
            <a:avLst/>
          </a:prstGeom>
          <a:noFill/>
          <a:ln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ernanke smiling, wearing a suit">
            <a:extLst>
              <a:ext uri="{FF2B5EF4-FFF2-40B4-BE49-F238E27FC236}">
                <a16:creationId xmlns:a16="http://schemas.microsoft.com/office/drawing/2014/main" id="{86F79114-C4E3-BF82-9CCC-D18C317359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1" b="17939"/>
          <a:stretch/>
        </p:blipFill>
        <p:spPr bwMode="auto">
          <a:xfrm>
            <a:off x="7134084" y="2565526"/>
            <a:ext cx="640080" cy="640080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79188D5-5C8C-9020-83A0-FCDC73547C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4" t="5234" r="23756" b="59052"/>
          <a:stretch/>
        </p:blipFill>
        <p:spPr bwMode="auto">
          <a:xfrm>
            <a:off x="9203138" y="3227010"/>
            <a:ext cx="640080" cy="640080"/>
          </a:xfrm>
          <a:prstGeom prst="rect">
            <a:avLst/>
          </a:prstGeom>
          <a:noFill/>
          <a:ln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EAE8E207-BADC-2753-5C1E-16DCEBAA65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" b="25912"/>
          <a:stretch/>
        </p:blipFill>
        <p:spPr bwMode="auto">
          <a:xfrm>
            <a:off x="10138274" y="3849857"/>
            <a:ext cx="640080" cy="640080"/>
          </a:xfrm>
          <a:prstGeom prst="rect">
            <a:avLst/>
          </a:prstGeom>
          <a:noFill/>
          <a:ln>
            <a:solidFill>
              <a:schemeClr val="accent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5E2D16-408B-3FF4-8386-62E73D46A551}"/>
              </a:ext>
            </a:extLst>
          </p:cNvPr>
          <p:cNvSpPr txBox="1"/>
          <p:nvPr/>
        </p:nvSpPr>
        <p:spPr>
          <a:xfrm>
            <a:off x="1797226" y="1338252"/>
            <a:ext cx="219456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Paul Volcker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1979 – 1987 | 8 years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B4E2BA-AEB0-EA2B-7349-44F1AAA6FD5C}"/>
              </a:ext>
            </a:extLst>
          </p:cNvPr>
          <p:cNvSpPr txBox="1"/>
          <p:nvPr/>
        </p:nvSpPr>
        <p:spPr>
          <a:xfrm>
            <a:off x="3869139" y="1986437"/>
            <a:ext cx="219456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Alan Greenspan</a:t>
            </a:r>
          </a:p>
          <a:p>
            <a:r>
              <a:rPr lang="en-US" sz="1400" dirty="0">
                <a:solidFill>
                  <a:schemeClr val="accent2"/>
                </a:solidFill>
              </a:rPr>
              <a:t>1987 – 2006 | 19 years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BA1131-6211-A13D-BB45-2FDA0D99E3CA}"/>
              </a:ext>
            </a:extLst>
          </p:cNvPr>
          <p:cNvSpPr txBox="1"/>
          <p:nvPr/>
        </p:nvSpPr>
        <p:spPr>
          <a:xfrm>
            <a:off x="7774164" y="2619216"/>
            <a:ext cx="219456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b="1" dirty="0">
                <a:solidFill>
                  <a:schemeClr val="accent3"/>
                </a:solidFill>
              </a:rPr>
              <a:t>Ben Bernanke</a:t>
            </a:r>
          </a:p>
          <a:p>
            <a:r>
              <a:rPr lang="en-US" sz="1400" dirty="0">
                <a:solidFill>
                  <a:schemeClr val="accent3"/>
                </a:solidFill>
              </a:rPr>
              <a:t>2006 – 2014 | 8 years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8E86C0-CB65-DEF8-E28D-83DA34B1DE5F}"/>
              </a:ext>
            </a:extLst>
          </p:cNvPr>
          <p:cNvSpPr txBox="1"/>
          <p:nvPr/>
        </p:nvSpPr>
        <p:spPr>
          <a:xfrm>
            <a:off x="9843218" y="3290935"/>
            <a:ext cx="219456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b="1" dirty="0">
                <a:solidFill>
                  <a:schemeClr val="accent4"/>
                </a:solidFill>
              </a:rPr>
              <a:t>Janet Yellen</a:t>
            </a:r>
          </a:p>
          <a:p>
            <a:r>
              <a:rPr lang="en-US" sz="1400" dirty="0">
                <a:solidFill>
                  <a:schemeClr val="accent4"/>
                </a:solidFill>
              </a:rPr>
              <a:t>2014 – 2018 | 4 years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F49B2C-98E4-0959-2C03-D4287EAFE775}"/>
              </a:ext>
            </a:extLst>
          </p:cNvPr>
          <p:cNvSpPr txBox="1"/>
          <p:nvPr/>
        </p:nvSpPr>
        <p:spPr>
          <a:xfrm>
            <a:off x="10778354" y="3895312"/>
            <a:ext cx="164592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</a:rPr>
              <a:t>Jerome Powell</a:t>
            </a:r>
          </a:p>
          <a:p>
            <a:r>
              <a:rPr lang="en-US" sz="1400" dirty="0">
                <a:solidFill>
                  <a:schemeClr val="accent5"/>
                </a:solidFill>
              </a:rPr>
              <a:t>2014– incumbent</a:t>
            </a:r>
          </a:p>
        </p:txBody>
      </p:sp>
    </p:spTree>
    <p:extLst>
      <p:ext uri="{BB962C8B-B14F-4D97-AF65-F5344CB8AC3E}">
        <p14:creationId xmlns:p14="http://schemas.microsoft.com/office/powerpoint/2010/main" val="180733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uiExpand="1">
        <p:bldSub>
          <a:bldChart bld="series"/>
        </p:bldSub>
      </p:bldGraphic>
      <p:bldP spid="12" grpId="0" uiExpand="1"/>
      <p:bldP spid="13" grpId="0" uiExpand="1"/>
      <p:bldP spid="14" grpId="0" uiExpand="1"/>
      <p:bldP spid="15" grpId="0" uiExpand="1"/>
      <p:bldP spid="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7A8049C-4396-97C3-B98F-4F0D6295E6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1487969"/>
              </p:ext>
            </p:extLst>
          </p:nvPr>
        </p:nvGraphicFramePr>
        <p:xfrm>
          <a:off x="827315" y="1336221"/>
          <a:ext cx="10972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15E2D16-408B-3FF4-8386-62E73D46A551}"/>
              </a:ext>
            </a:extLst>
          </p:cNvPr>
          <p:cNvSpPr txBox="1"/>
          <p:nvPr/>
        </p:nvSpPr>
        <p:spPr>
          <a:xfrm>
            <a:off x="1808977" y="1438195"/>
            <a:ext cx="219456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b="1">
                <a:solidFill>
                  <a:schemeClr val="accent1"/>
                </a:solidFill>
              </a:rPr>
              <a:t>Wim Duisenberg</a:t>
            </a:r>
          </a:p>
          <a:p>
            <a:r>
              <a:rPr lang="en-US" sz="1400">
                <a:solidFill>
                  <a:schemeClr val="accent1"/>
                </a:solidFill>
              </a:rPr>
              <a:t>1998 – 2003 | 5 years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B4E2BA-AEB0-EA2B-7349-44F1AAA6FD5C}"/>
              </a:ext>
            </a:extLst>
          </p:cNvPr>
          <p:cNvSpPr txBox="1"/>
          <p:nvPr/>
        </p:nvSpPr>
        <p:spPr>
          <a:xfrm>
            <a:off x="3785939" y="2245824"/>
            <a:ext cx="219456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b="1">
                <a:solidFill>
                  <a:schemeClr val="accent2"/>
                </a:solidFill>
              </a:rPr>
              <a:t>Jean-Claude Trichet</a:t>
            </a:r>
          </a:p>
          <a:p>
            <a:r>
              <a:rPr lang="en-US" sz="1400">
                <a:solidFill>
                  <a:schemeClr val="accent2"/>
                </a:solidFill>
              </a:rPr>
              <a:t>2003 – 2011 | 8 years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BA1131-6211-A13D-BB45-2FDA0D99E3CA}"/>
              </a:ext>
            </a:extLst>
          </p:cNvPr>
          <p:cNvSpPr txBox="1"/>
          <p:nvPr/>
        </p:nvSpPr>
        <p:spPr>
          <a:xfrm>
            <a:off x="6974540" y="3092829"/>
            <a:ext cx="219456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b="1">
                <a:solidFill>
                  <a:schemeClr val="accent3"/>
                </a:solidFill>
              </a:rPr>
              <a:t>Mario Draghi</a:t>
            </a:r>
          </a:p>
          <a:p>
            <a:r>
              <a:rPr lang="en-US" sz="1400">
                <a:solidFill>
                  <a:schemeClr val="accent3"/>
                </a:solidFill>
              </a:rPr>
              <a:t>2011 – 2019 | 8 years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8E86C0-CB65-DEF8-E28D-83DA34B1DE5F}"/>
              </a:ext>
            </a:extLst>
          </p:cNvPr>
          <p:cNvSpPr txBox="1"/>
          <p:nvPr/>
        </p:nvSpPr>
        <p:spPr>
          <a:xfrm>
            <a:off x="10159232" y="3888463"/>
            <a:ext cx="219456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b="1">
                <a:solidFill>
                  <a:schemeClr val="accent4"/>
                </a:solidFill>
              </a:rPr>
              <a:t>Christine Lagarde</a:t>
            </a:r>
          </a:p>
          <a:p>
            <a:r>
              <a:rPr lang="en-US" sz="1400">
                <a:solidFill>
                  <a:schemeClr val="accent4"/>
                </a:solidFill>
              </a:rPr>
              <a:t>2019 – incumbent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E9B1E2C-D9F9-C976-F6D5-943920B6B6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8" b="24936"/>
          <a:stretch/>
        </p:blipFill>
        <p:spPr bwMode="auto">
          <a:xfrm>
            <a:off x="1157880" y="1379765"/>
            <a:ext cx="640080" cy="64008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A6EC056-66E1-139A-805E-019EED3430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1" b="27951"/>
          <a:stretch/>
        </p:blipFill>
        <p:spPr bwMode="auto">
          <a:xfrm>
            <a:off x="3145859" y="2187395"/>
            <a:ext cx="640080" cy="640080"/>
          </a:xfrm>
          <a:prstGeom prst="rect">
            <a:avLst/>
          </a:prstGeom>
          <a:noFill/>
          <a:ln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F7C2B201-5333-9BD0-8DF5-F91D1689FB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3" b="22925"/>
          <a:stretch/>
        </p:blipFill>
        <p:spPr bwMode="auto">
          <a:xfrm>
            <a:off x="6334460" y="3034400"/>
            <a:ext cx="640080" cy="640080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5044A95C-2273-71D2-893D-AD8DDF87F8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9" r="1860" b="27421"/>
          <a:stretch/>
        </p:blipFill>
        <p:spPr bwMode="auto">
          <a:xfrm>
            <a:off x="9505419" y="3819017"/>
            <a:ext cx="642796" cy="640080"/>
          </a:xfrm>
          <a:prstGeom prst="rect">
            <a:avLst/>
          </a:prstGeom>
          <a:noFill/>
          <a:ln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41243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9547F-8E6F-1CAF-F6DF-AD524E056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European Central Bank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4708DF1-E97E-E67F-D62B-B58796DCF2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5251562"/>
              </p:ext>
            </p:extLst>
          </p:nvPr>
        </p:nvGraphicFramePr>
        <p:xfrm>
          <a:off x="838200" y="2687320"/>
          <a:ext cx="10515600" cy="15849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0956844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359278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The Federal Reserve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The European Central Bank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420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The Board of Governors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The Executive 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257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12 Regional Federal Reserve Banks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 National Central Banks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916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Federal Open Market Committee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Governing Council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91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5170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7D9B03-1C97-F31E-ADBB-8E440E9C1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606B9-D679-E0AA-F350-C03CD4FE2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38DA6-9545-E47E-8072-BEB554423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How Central Banks Operate — and Why It Matters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9553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F077FF-BFC5-AC11-C0BA-5BFF0F619CF5}"/>
              </a:ext>
            </a:extLst>
          </p:cNvPr>
          <p:cNvCxnSpPr>
            <a:cxnSpLocks/>
          </p:cNvCxnSpPr>
          <p:nvPr/>
        </p:nvCxnSpPr>
        <p:spPr>
          <a:xfrm flipV="1">
            <a:off x="2895587" y="951484"/>
            <a:ext cx="0" cy="457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CCF0F3-2CB4-7F77-3859-7F9B9FDB978D}"/>
              </a:ext>
            </a:extLst>
          </p:cNvPr>
          <p:cNvCxnSpPr>
            <a:cxnSpLocks/>
          </p:cNvCxnSpPr>
          <p:nvPr/>
        </p:nvCxnSpPr>
        <p:spPr>
          <a:xfrm rot="5400000" flipV="1">
            <a:off x="6096000" y="2336147"/>
            <a:ext cx="0" cy="6400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A72A187-B32C-6947-158B-7BD21119DABE}"/>
                  </a:ext>
                </a:extLst>
              </p:cNvPr>
              <p:cNvSpPr txBox="1"/>
              <p:nvPr/>
            </p:nvSpPr>
            <p:spPr>
              <a:xfrm>
                <a:off x="2446144" y="951484"/>
                <a:ext cx="36176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A72A187-B32C-6947-158B-7BD21119D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144" y="951484"/>
                <a:ext cx="361766" cy="307777"/>
              </a:xfrm>
              <a:prstGeom prst="rect">
                <a:avLst/>
              </a:prstGeom>
              <a:blipFill>
                <a:blip r:embed="rId2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60D8B0CE-374B-C06E-5786-502FFB22A717}"/>
              </a:ext>
            </a:extLst>
          </p:cNvPr>
          <p:cNvSpPr txBox="1"/>
          <p:nvPr/>
        </p:nvSpPr>
        <p:spPr>
          <a:xfrm>
            <a:off x="8654932" y="5536547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Time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17B252-F3F6-9FB9-7AAC-B0DC01710736}"/>
              </a:ext>
            </a:extLst>
          </p:cNvPr>
          <p:cNvCxnSpPr>
            <a:cxnSpLocks/>
          </p:cNvCxnSpPr>
          <p:nvPr/>
        </p:nvCxnSpPr>
        <p:spPr>
          <a:xfrm rot="-1380000">
            <a:off x="2619364" y="3278059"/>
            <a:ext cx="694944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76538E5-1A45-8EAA-6809-BA6F1448C4D8}"/>
              </a:ext>
            </a:extLst>
          </p:cNvPr>
          <p:cNvSpPr/>
          <p:nvPr/>
        </p:nvSpPr>
        <p:spPr>
          <a:xfrm>
            <a:off x="2916356" y="1241811"/>
            <a:ext cx="6400800" cy="3474720"/>
          </a:xfrm>
          <a:custGeom>
            <a:avLst/>
            <a:gdLst>
              <a:gd name="connsiteX0" fmla="*/ 0 w 4125685"/>
              <a:gd name="connsiteY0" fmla="*/ 1785257 h 2239337"/>
              <a:gd name="connsiteX1" fmla="*/ 990600 w 4125685"/>
              <a:gd name="connsiteY1" fmla="*/ 2198914 h 2239337"/>
              <a:gd name="connsiteX2" fmla="*/ 1796142 w 4125685"/>
              <a:gd name="connsiteY2" fmla="*/ 903514 h 2239337"/>
              <a:gd name="connsiteX3" fmla="*/ 3200400 w 4125685"/>
              <a:gd name="connsiteY3" fmla="*/ 1404257 h 2239337"/>
              <a:gd name="connsiteX4" fmla="*/ 4125685 w 4125685"/>
              <a:gd name="connsiteY4" fmla="*/ 0 h 2239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5685" h="2239337">
                <a:moveTo>
                  <a:pt x="0" y="1785257"/>
                </a:moveTo>
                <a:cubicBezTo>
                  <a:pt x="345621" y="2065564"/>
                  <a:pt x="691243" y="2345871"/>
                  <a:pt x="990600" y="2198914"/>
                </a:cubicBezTo>
                <a:cubicBezTo>
                  <a:pt x="1289957" y="2051957"/>
                  <a:pt x="1427842" y="1035957"/>
                  <a:pt x="1796142" y="903514"/>
                </a:cubicBezTo>
                <a:cubicBezTo>
                  <a:pt x="2164442" y="771071"/>
                  <a:pt x="2812143" y="1554843"/>
                  <a:pt x="3200400" y="1404257"/>
                </a:cubicBezTo>
                <a:cubicBezTo>
                  <a:pt x="3588657" y="1253671"/>
                  <a:pt x="3857171" y="626835"/>
                  <a:pt x="4125685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96B805-0DE4-52C5-DC16-E8362EF81FA8}"/>
              </a:ext>
            </a:extLst>
          </p:cNvPr>
          <p:cNvSpPr txBox="1"/>
          <p:nvPr/>
        </p:nvSpPr>
        <p:spPr>
          <a:xfrm>
            <a:off x="7918993" y="1818682"/>
            <a:ext cx="10326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GDP trend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4ADBD6EE-D57E-9C19-58CD-346C709931DB}"/>
              </a:ext>
            </a:extLst>
          </p:cNvPr>
          <p:cNvSpPr/>
          <p:nvPr/>
        </p:nvSpPr>
        <p:spPr>
          <a:xfrm rot="21050246">
            <a:off x="2796376" y="2381303"/>
            <a:ext cx="6675120" cy="1491237"/>
          </a:xfrm>
          <a:custGeom>
            <a:avLst/>
            <a:gdLst>
              <a:gd name="connsiteX0" fmla="*/ 0 w 4125685"/>
              <a:gd name="connsiteY0" fmla="*/ 1785257 h 2239337"/>
              <a:gd name="connsiteX1" fmla="*/ 990600 w 4125685"/>
              <a:gd name="connsiteY1" fmla="*/ 2198914 h 2239337"/>
              <a:gd name="connsiteX2" fmla="*/ 1796142 w 4125685"/>
              <a:gd name="connsiteY2" fmla="*/ 903514 h 2239337"/>
              <a:gd name="connsiteX3" fmla="*/ 3200400 w 4125685"/>
              <a:gd name="connsiteY3" fmla="*/ 1404257 h 2239337"/>
              <a:gd name="connsiteX4" fmla="*/ 4125685 w 4125685"/>
              <a:gd name="connsiteY4" fmla="*/ 0 h 2239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5685" h="2239337">
                <a:moveTo>
                  <a:pt x="0" y="1785257"/>
                </a:moveTo>
                <a:cubicBezTo>
                  <a:pt x="345621" y="2065564"/>
                  <a:pt x="691243" y="2345871"/>
                  <a:pt x="990600" y="2198914"/>
                </a:cubicBezTo>
                <a:cubicBezTo>
                  <a:pt x="1289957" y="2051957"/>
                  <a:pt x="1427842" y="1035957"/>
                  <a:pt x="1796142" y="903514"/>
                </a:cubicBezTo>
                <a:cubicBezTo>
                  <a:pt x="2164442" y="771071"/>
                  <a:pt x="2812143" y="1554843"/>
                  <a:pt x="3200400" y="1404257"/>
                </a:cubicBezTo>
                <a:cubicBezTo>
                  <a:pt x="3588657" y="1253671"/>
                  <a:pt x="3857171" y="626835"/>
                  <a:pt x="4125685" y="0"/>
                </a:cubicBezTo>
              </a:path>
            </a:pathLst>
          </a:custGeom>
          <a:noFill/>
          <a:ln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35642D-7FD2-7AC1-EED3-62782F37752C}"/>
              </a:ext>
            </a:extLst>
          </p:cNvPr>
          <p:cNvSpPr txBox="1"/>
          <p:nvPr/>
        </p:nvSpPr>
        <p:spPr>
          <a:xfrm>
            <a:off x="4719846" y="5028386"/>
            <a:ext cx="1930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</a:rPr>
              <a:t>Good monetary policy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8B8B6BC-6368-BADB-74E1-6643C24B6989}"/>
              </a:ext>
            </a:extLst>
          </p:cNvPr>
          <p:cNvCxnSpPr>
            <a:stCxn id="44" idx="2"/>
            <a:endCxn id="45" idx="0"/>
          </p:cNvCxnSpPr>
          <p:nvPr/>
        </p:nvCxnSpPr>
        <p:spPr>
          <a:xfrm>
            <a:off x="5685015" y="3053526"/>
            <a:ext cx="0" cy="197486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434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1BC97757-50D8-83A3-5553-C8778B5B74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1028062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9ABD51-DB4F-CE7D-94B6-6139BD291285}"/>
              </a:ext>
            </a:extLst>
          </p:cNvPr>
          <p:cNvSpPr/>
          <p:nvPr/>
        </p:nvSpPr>
        <p:spPr>
          <a:xfrm>
            <a:off x="3979147" y="1497204"/>
            <a:ext cx="2116853" cy="3255666"/>
          </a:xfrm>
          <a:prstGeom prst="roundRect">
            <a:avLst/>
          </a:prstGeom>
          <a:solidFill>
            <a:srgbClr val="7030A0">
              <a:alpha val="1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rgbClr val="7030A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The 2008 crisis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677D52F6-63F3-0D46-B071-C9C193E66C69}"/>
                  </a:ext>
                </a:extLst>
              </p:cNvPr>
              <p:cNvSpPr/>
              <p:nvPr/>
            </p:nvSpPr>
            <p:spPr>
              <a:xfrm>
                <a:off x="6950946" y="2883876"/>
                <a:ext cx="3790742" cy="1868993"/>
              </a:xfrm>
              <a:prstGeom prst="roundRect">
                <a:avLst/>
              </a:prstGeom>
              <a:solidFill>
                <a:srgbClr val="7030A0">
                  <a:alpha val="10000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200" dirty="0">
                    <a:solidFill>
                      <a:srgbClr val="7030A0"/>
                    </a:solidFill>
                    <a:latin typeface="Dreaming Outloud Pro" panose="03050502040302030504" pitchFamily="66" charset="0"/>
                    <a:cs typeface="Dreaming Outloud Pro" panose="03050502040302030504" pitchFamily="66" charset="0"/>
                  </a:rPr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Dreaming Outloud Pro" panose="03050502040302030504" pitchFamily="66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Dreaming Outloud Pro" panose="03050502040302030504" pitchFamily="66" charset="0"/>
                          </a:rPr>
                          <m:t>𝑟</m:t>
                        </m:r>
                      </m:e>
                      <m:sup>
                        <m:r>
                          <a:rPr lang="en-US" sz="1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Dreaming Outloud Pro" panose="03050502040302030504" pitchFamily="66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200" dirty="0">
                    <a:solidFill>
                      <a:srgbClr val="7030A0"/>
                    </a:solidFill>
                    <a:latin typeface="Dreaming Outloud Pro" panose="03050502040302030504" pitchFamily="66" charset="0"/>
                    <a:cs typeface="Dreaming Outloud Pro" panose="03050502040302030504" pitchFamily="66" charset="0"/>
                  </a:rPr>
                  <a:t> debate</a:t>
                </a: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677D52F6-63F3-0D46-B071-C9C193E66C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946" y="2883876"/>
                <a:ext cx="3790742" cy="186899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0BC3009-EF1F-99D8-2CDD-DE05593442C0}"/>
              </a:ext>
            </a:extLst>
          </p:cNvPr>
          <p:cNvSpPr/>
          <p:nvPr/>
        </p:nvSpPr>
        <p:spPr>
          <a:xfrm>
            <a:off x="10882365" y="1497203"/>
            <a:ext cx="1194079" cy="3255666"/>
          </a:xfrm>
          <a:prstGeom prst="roundRect">
            <a:avLst/>
          </a:prstGeom>
          <a:solidFill>
            <a:srgbClr val="7030A0">
              <a:alpha val="1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rgbClr val="7030A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COVID inflation</a:t>
            </a:r>
          </a:p>
        </p:txBody>
      </p:sp>
    </p:spTree>
    <p:extLst>
      <p:ext uri="{BB962C8B-B14F-4D97-AF65-F5344CB8AC3E}">
        <p14:creationId xmlns:p14="http://schemas.microsoft.com/office/powerpoint/2010/main" val="34618564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96CAF-77D3-2E78-6A94-29E5FB7C3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targets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9724C90-CA84-B929-FD87-595E3270005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7110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4C231-7B2F-E89E-3ECA-D0437CC0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7305D-0CEA-0B87-D1D9-7C4EB6577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Because the </a:t>
            </a:r>
            <a:r>
              <a:rPr lang="en-US" b="1" dirty="0"/>
              <a:t>final objectives</a:t>
            </a:r>
            <a:r>
              <a:rPr lang="en-US" dirty="0"/>
              <a:t> are too “far to reach” for monetary policy, a CB must work with </a:t>
            </a:r>
            <a:r>
              <a:rPr lang="en-US" b="1" dirty="0"/>
              <a:t>intermediate</a:t>
            </a:r>
            <a:r>
              <a:rPr lang="en-US" dirty="0"/>
              <a:t> targets</a:t>
            </a:r>
          </a:p>
          <a:p>
            <a:pPr lvl="1"/>
            <a:r>
              <a:rPr lang="en-US" dirty="0"/>
              <a:t>Most CBs in developed countries target a short-term (i.e., overnight) interest rate</a:t>
            </a:r>
          </a:p>
          <a:p>
            <a:pPr lvl="1"/>
            <a:r>
              <a:rPr lang="en-US" dirty="0"/>
              <a:t>The CB has control over the short-term interest rate but looses control over the final objective variables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0F846AE-9A9B-F31B-11E7-AC93ADB587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7906087"/>
              </p:ext>
            </p:extLst>
          </p:nvPr>
        </p:nvGraphicFramePr>
        <p:xfrm>
          <a:off x="1112520" y="4001294"/>
          <a:ext cx="10241280" cy="1799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A9559D-48E8-5665-4D69-0045EA8A5E1D}"/>
              </a:ext>
            </a:extLst>
          </p:cNvPr>
          <p:cNvCxnSpPr/>
          <p:nvPr/>
        </p:nvCxnSpPr>
        <p:spPr>
          <a:xfrm>
            <a:off x="1112520" y="5665694"/>
            <a:ext cx="1024128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57D85DF-148E-6E13-9227-0331CA4E7A86}"/>
              </a:ext>
            </a:extLst>
          </p:cNvPr>
          <p:cNvSpPr txBox="1"/>
          <p:nvPr/>
        </p:nvSpPr>
        <p:spPr>
          <a:xfrm>
            <a:off x="1112520" y="5690472"/>
            <a:ext cx="2212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Long and variable lags</a:t>
            </a:r>
          </a:p>
        </p:txBody>
      </p:sp>
    </p:spTree>
    <p:extLst>
      <p:ext uri="{BB962C8B-B14F-4D97-AF65-F5344CB8AC3E}">
        <p14:creationId xmlns:p14="http://schemas.microsoft.com/office/powerpoint/2010/main" val="17560631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1922297-87F7-9520-1744-42F6086346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1013703"/>
              </p:ext>
            </p:extLst>
          </p:nvPr>
        </p:nvGraphicFramePr>
        <p:xfrm>
          <a:off x="838200" y="125333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61042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3FCBEB6-CEDE-6017-7ACC-C06449BF8BCB}"/>
              </a:ext>
            </a:extLst>
          </p:cNvPr>
          <p:cNvSpPr/>
          <p:nvPr/>
        </p:nvSpPr>
        <p:spPr>
          <a:xfrm>
            <a:off x="3124200" y="2408975"/>
            <a:ext cx="1828800" cy="3200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dirty="0"/>
              <a:t>Bank 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7F7DC4-6C03-70B6-1680-9B5FAC77FFBF}"/>
              </a:ext>
            </a:extLst>
          </p:cNvPr>
          <p:cNvSpPr/>
          <p:nvPr/>
        </p:nvSpPr>
        <p:spPr>
          <a:xfrm>
            <a:off x="9525000" y="2408975"/>
            <a:ext cx="1828800" cy="3200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dirty="0"/>
              <a:t>Bank 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9F56DD-DD5F-C964-A689-9405E52654F8}"/>
              </a:ext>
            </a:extLst>
          </p:cNvPr>
          <p:cNvSpPr/>
          <p:nvPr/>
        </p:nvSpPr>
        <p:spPr>
          <a:xfrm>
            <a:off x="838200" y="2423319"/>
            <a:ext cx="1828800" cy="3200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dirty="0"/>
              <a:t>Bank 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6CF06F-553A-8D59-C627-8B0DBDCD7C93}"/>
              </a:ext>
            </a:extLst>
          </p:cNvPr>
          <p:cNvSpPr/>
          <p:nvPr/>
        </p:nvSpPr>
        <p:spPr>
          <a:xfrm>
            <a:off x="838200" y="3963455"/>
            <a:ext cx="1828800" cy="1645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/>
              <a:t>Reserves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E1BDA3-1C0E-5B99-EE15-93FF345A84A3}"/>
              </a:ext>
            </a:extLst>
          </p:cNvPr>
          <p:cNvSpPr/>
          <p:nvPr/>
        </p:nvSpPr>
        <p:spPr>
          <a:xfrm>
            <a:off x="3124200" y="4877855"/>
            <a:ext cx="1828800" cy="731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/>
              <a:t>Reserves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B62EF4-9A60-0F2D-B3B7-E5ED27EAA6BF}"/>
              </a:ext>
            </a:extLst>
          </p:cNvPr>
          <p:cNvSpPr/>
          <p:nvPr/>
        </p:nvSpPr>
        <p:spPr>
          <a:xfrm>
            <a:off x="7239000" y="2408975"/>
            <a:ext cx="1828800" cy="3200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dirty="0"/>
              <a:t>Bank 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A43409-8A52-1DB9-BE30-1D2CCC44A7E7}"/>
              </a:ext>
            </a:extLst>
          </p:cNvPr>
          <p:cNvSpPr/>
          <p:nvPr/>
        </p:nvSpPr>
        <p:spPr>
          <a:xfrm>
            <a:off x="7239000" y="3780575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/>
              <a:t>Reserves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88ABE0-5AF0-84CF-8B7C-16C0890615C2}"/>
              </a:ext>
            </a:extLst>
          </p:cNvPr>
          <p:cNvSpPr/>
          <p:nvPr/>
        </p:nvSpPr>
        <p:spPr>
          <a:xfrm>
            <a:off x="9525000" y="4694975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/>
              <a:t>Reserves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A2C663-DFF7-7430-F34B-DF2F04728F81}"/>
              </a:ext>
            </a:extLst>
          </p:cNvPr>
          <p:cNvSpPr txBox="1"/>
          <p:nvPr/>
        </p:nvSpPr>
        <p:spPr>
          <a:xfrm>
            <a:off x="5244353" y="4235550"/>
            <a:ext cx="1703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3"/>
                </a:solidFill>
              </a:rPr>
              <a:t>Desired reserves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262AF4-E3A1-23C2-C0C0-BC4624BB9BE8}"/>
              </a:ext>
            </a:extLst>
          </p:cNvPr>
          <p:cNvSpPr txBox="1"/>
          <p:nvPr/>
        </p:nvSpPr>
        <p:spPr>
          <a:xfrm>
            <a:off x="5244353" y="1382911"/>
            <a:ext cx="1703294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FFR is too high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93A3D3-D6A1-6507-E650-DF8DF3219FB9}"/>
              </a:ext>
            </a:extLst>
          </p:cNvPr>
          <p:cNvSpPr txBox="1"/>
          <p:nvPr/>
        </p:nvSpPr>
        <p:spPr>
          <a:xfrm>
            <a:off x="838200" y="1903115"/>
            <a:ext cx="4114800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Before monetary policy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AFB489-48CC-2C56-9C5D-66DE947FCBEA}"/>
              </a:ext>
            </a:extLst>
          </p:cNvPr>
          <p:cNvSpPr txBox="1"/>
          <p:nvPr/>
        </p:nvSpPr>
        <p:spPr>
          <a:xfrm>
            <a:off x="7239000" y="1903115"/>
            <a:ext cx="4114800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After monetary policy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C59AD65-EFD2-ABC8-6E76-F6ACE519D1D7}"/>
              </a:ext>
            </a:extLst>
          </p:cNvPr>
          <p:cNvCxnSpPr/>
          <p:nvPr/>
        </p:nvCxnSpPr>
        <p:spPr>
          <a:xfrm>
            <a:off x="563880" y="4560505"/>
            <a:ext cx="1106424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6468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3FCBEB6-CEDE-6017-7ACC-C06449BF8BCB}"/>
              </a:ext>
            </a:extLst>
          </p:cNvPr>
          <p:cNvSpPr/>
          <p:nvPr/>
        </p:nvSpPr>
        <p:spPr>
          <a:xfrm>
            <a:off x="3124200" y="2408975"/>
            <a:ext cx="1828800" cy="3200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dirty="0"/>
              <a:t>Bank 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7F7DC4-6C03-70B6-1680-9B5FAC77FFBF}"/>
              </a:ext>
            </a:extLst>
          </p:cNvPr>
          <p:cNvSpPr/>
          <p:nvPr/>
        </p:nvSpPr>
        <p:spPr>
          <a:xfrm>
            <a:off x="9525000" y="2408975"/>
            <a:ext cx="1828800" cy="3200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dirty="0"/>
              <a:t>Bank 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9F56DD-DD5F-C964-A689-9405E52654F8}"/>
              </a:ext>
            </a:extLst>
          </p:cNvPr>
          <p:cNvSpPr/>
          <p:nvPr/>
        </p:nvSpPr>
        <p:spPr>
          <a:xfrm>
            <a:off x="838200" y="2423319"/>
            <a:ext cx="1828800" cy="3200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dirty="0"/>
              <a:t>Bank 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6CF06F-553A-8D59-C627-8B0DBDCD7C93}"/>
              </a:ext>
            </a:extLst>
          </p:cNvPr>
          <p:cNvSpPr/>
          <p:nvPr/>
        </p:nvSpPr>
        <p:spPr>
          <a:xfrm>
            <a:off x="838200" y="3780575"/>
            <a:ext cx="1828800" cy="182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/>
              <a:t>Reserves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E1BDA3-1C0E-5B99-EE15-93FF345A84A3}"/>
              </a:ext>
            </a:extLst>
          </p:cNvPr>
          <p:cNvSpPr/>
          <p:nvPr/>
        </p:nvSpPr>
        <p:spPr>
          <a:xfrm>
            <a:off x="3124200" y="4694975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/>
              <a:t>Reserves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B62EF4-9A60-0F2D-B3B7-E5ED27EAA6BF}"/>
              </a:ext>
            </a:extLst>
          </p:cNvPr>
          <p:cNvSpPr/>
          <p:nvPr/>
        </p:nvSpPr>
        <p:spPr>
          <a:xfrm>
            <a:off x="7239000" y="2408975"/>
            <a:ext cx="1828800" cy="3200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dirty="0"/>
              <a:t>Bank 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A43409-8A52-1DB9-BE30-1D2CCC44A7E7}"/>
              </a:ext>
            </a:extLst>
          </p:cNvPr>
          <p:cNvSpPr/>
          <p:nvPr/>
        </p:nvSpPr>
        <p:spPr>
          <a:xfrm>
            <a:off x="7239000" y="3963455"/>
            <a:ext cx="1828800" cy="1645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/>
              <a:t>Reserves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88ABE0-5AF0-84CF-8B7C-16C0890615C2}"/>
              </a:ext>
            </a:extLst>
          </p:cNvPr>
          <p:cNvSpPr/>
          <p:nvPr/>
        </p:nvSpPr>
        <p:spPr>
          <a:xfrm>
            <a:off x="9525000" y="4892199"/>
            <a:ext cx="1828800" cy="731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/>
              <a:t>Reserves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A2C663-DFF7-7430-F34B-DF2F04728F81}"/>
              </a:ext>
            </a:extLst>
          </p:cNvPr>
          <p:cNvSpPr txBox="1"/>
          <p:nvPr/>
        </p:nvSpPr>
        <p:spPr>
          <a:xfrm>
            <a:off x="5244353" y="4235550"/>
            <a:ext cx="1703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3"/>
                </a:solidFill>
              </a:rPr>
              <a:t>Desired reserves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262AF4-E3A1-23C2-C0C0-BC4624BB9BE8}"/>
              </a:ext>
            </a:extLst>
          </p:cNvPr>
          <p:cNvSpPr txBox="1"/>
          <p:nvPr/>
        </p:nvSpPr>
        <p:spPr>
          <a:xfrm>
            <a:off x="5244353" y="1382911"/>
            <a:ext cx="1703294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FFR is too low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93A3D3-D6A1-6507-E650-DF8DF3219FB9}"/>
              </a:ext>
            </a:extLst>
          </p:cNvPr>
          <p:cNvSpPr txBox="1"/>
          <p:nvPr/>
        </p:nvSpPr>
        <p:spPr>
          <a:xfrm>
            <a:off x="838200" y="1903115"/>
            <a:ext cx="4114800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Before monetary policy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AFB489-48CC-2C56-9C5D-66DE947FCBEA}"/>
              </a:ext>
            </a:extLst>
          </p:cNvPr>
          <p:cNvSpPr txBox="1"/>
          <p:nvPr/>
        </p:nvSpPr>
        <p:spPr>
          <a:xfrm>
            <a:off x="7239000" y="1903115"/>
            <a:ext cx="4114800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After monetary policy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C59AD65-EFD2-ABC8-6E76-F6ACE519D1D7}"/>
              </a:ext>
            </a:extLst>
          </p:cNvPr>
          <p:cNvCxnSpPr/>
          <p:nvPr/>
        </p:nvCxnSpPr>
        <p:spPr>
          <a:xfrm>
            <a:off x="563880" y="4560505"/>
            <a:ext cx="1106424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9812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B6E2CD-7878-96B7-5D6B-B8B5DA46ABA6}"/>
              </a:ext>
            </a:extLst>
          </p:cNvPr>
          <p:cNvSpPr/>
          <p:nvPr/>
        </p:nvSpPr>
        <p:spPr>
          <a:xfrm>
            <a:off x="1039906" y="3703479"/>
            <a:ext cx="1280160" cy="640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Central Bank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72483A7-F661-5141-FD19-FAE5C10DFA92}"/>
              </a:ext>
            </a:extLst>
          </p:cNvPr>
          <p:cNvSpPr/>
          <p:nvPr/>
        </p:nvSpPr>
        <p:spPr>
          <a:xfrm>
            <a:off x="4358640" y="2285207"/>
            <a:ext cx="3474720" cy="347472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/>
              <a:t>Financial Sector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2B6668-F20B-2D55-961B-96400951BFE9}"/>
              </a:ext>
            </a:extLst>
          </p:cNvPr>
          <p:cNvSpPr/>
          <p:nvPr/>
        </p:nvSpPr>
        <p:spPr>
          <a:xfrm>
            <a:off x="4687645" y="3336767"/>
            <a:ext cx="1371600" cy="13716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Primary dealers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F8511C-D67C-348A-AD1A-2260553EE9A1}"/>
              </a:ext>
            </a:extLst>
          </p:cNvPr>
          <p:cNvSpPr/>
          <p:nvPr/>
        </p:nvSpPr>
        <p:spPr>
          <a:xfrm>
            <a:off x="9250680" y="2194719"/>
            <a:ext cx="2103120" cy="36576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Rest of the market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5676CA1-4A29-D14C-B02A-51E53353D0BA}"/>
              </a:ext>
            </a:extLst>
          </p:cNvPr>
          <p:cNvCxnSpPr>
            <a:stCxn id="8" idx="3"/>
            <a:endCxn id="10" idx="2"/>
          </p:cNvCxnSpPr>
          <p:nvPr/>
        </p:nvCxnSpPr>
        <p:spPr>
          <a:xfrm flipV="1">
            <a:off x="2320066" y="4022567"/>
            <a:ext cx="2367579" cy="952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82FB6F0-22DC-025B-2F70-E2D7CA39A316}"/>
              </a:ext>
            </a:extLst>
          </p:cNvPr>
          <p:cNvCxnSpPr>
            <a:stCxn id="9" idx="6"/>
            <a:endCxn id="11" idx="1"/>
          </p:cNvCxnSpPr>
          <p:nvPr/>
        </p:nvCxnSpPr>
        <p:spPr>
          <a:xfrm>
            <a:off x="7833360" y="4022567"/>
            <a:ext cx="1417320" cy="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0710E1-A048-9EE5-E337-58C8233B0D65}"/>
                  </a:ext>
                </a:extLst>
              </p:cNvPr>
              <p:cNvSpPr txBox="1"/>
              <p:nvPr/>
            </p:nvSpPr>
            <p:spPr>
              <a:xfrm>
                <a:off x="2653553" y="3716054"/>
                <a:ext cx="1280160" cy="307777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r>
                  <a:rPr lang="en-US" sz="1400" dirty="0">
                    <a:solidFill>
                      <a:schemeClr val="accent4"/>
                    </a:solidFill>
                  </a:rPr>
                  <a:t>US dollars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endParaRPr lang="en-US" sz="14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0710E1-A048-9EE5-E337-58C8233B0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553" y="3716054"/>
                <a:ext cx="1280160" cy="307777"/>
              </a:xfrm>
              <a:prstGeom prst="rect">
                <a:avLst/>
              </a:prstGeom>
              <a:blipFill>
                <a:blip r:embed="rId2"/>
                <a:stretch>
                  <a:fillRect l="-1429" t="-6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9AA32BD-FC4F-6843-52E1-BDE0DB6DF5B3}"/>
                  </a:ext>
                </a:extLst>
              </p:cNvPr>
              <p:cNvSpPr txBox="1"/>
              <p:nvPr/>
            </p:nvSpPr>
            <p:spPr>
              <a:xfrm>
                <a:off x="2675965" y="4058642"/>
                <a:ext cx="1280160" cy="307777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400" dirty="0">
                    <a:solidFill>
                      <a:schemeClr val="accent4"/>
                    </a:solidFill>
                  </a:rPr>
                  <a:t> securities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9AA32BD-FC4F-6843-52E1-BDE0DB6DF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965" y="4058642"/>
                <a:ext cx="1280160" cy="307777"/>
              </a:xfrm>
              <a:prstGeom prst="rect">
                <a:avLst/>
              </a:prstGeom>
              <a:blipFill>
                <a:blip r:embed="rId3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D92A8DD-BB1D-EB64-3877-FBD2D093C0C9}"/>
                  </a:ext>
                </a:extLst>
              </p:cNvPr>
              <p:cNvSpPr txBox="1"/>
              <p:nvPr/>
            </p:nvSpPr>
            <p:spPr>
              <a:xfrm>
                <a:off x="7833360" y="3696604"/>
                <a:ext cx="1417320" cy="307777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r>
                  <a:rPr lang="en-US" sz="1400" dirty="0">
                    <a:solidFill>
                      <a:schemeClr val="accent4"/>
                    </a:solidFill>
                  </a:rPr>
                  <a:t>More loans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endParaRPr lang="en-US" sz="14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D92A8DD-BB1D-EB64-3877-FBD2D093C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3360" y="3696604"/>
                <a:ext cx="1417320" cy="307777"/>
              </a:xfrm>
              <a:prstGeom prst="rect">
                <a:avLst/>
              </a:prstGeom>
              <a:blipFill>
                <a:blip r:embed="rId4"/>
                <a:stretch>
                  <a:fillRect l="-1288" t="-392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9835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B6E2CD-7878-96B7-5D6B-B8B5DA46ABA6}"/>
              </a:ext>
            </a:extLst>
          </p:cNvPr>
          <p:cNvSpPr/>
          <p:nvPr/>
        </p:nvSpPr>
        <p:spPr>
          <a:xfrm>
            <a:off x="1039906" y="3703479"/>
            <a:ext cx="1280160" cy="640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Central Bank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72483A7-F661-5141-FD19-FAE5C10DFA92}"/>
              </a:ext>
            </a:extLst>
          </p:cNvPr>
          <p:cNvSpPr/>
          <p:nvPr/>
        </p:nvSpPr>
        <p:spPr>
          <a:xfrm>
            <a:off x="4358640" y="2285207"/>
            <a:ext cx="3474720" cy="347472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/>
              <a:t>Financial Sector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2B6668-F20B-2D55-961B-96400951BFE9}"/>
              </a:ext>
            </a:extLst>
          </p:cNvPr>
          <p:cNvSpPr/>
          <p:nvPr/>
        </p:nvSpPr>
        <p:spPr>
          <a:xfrm>
            <a:off x="4687645" y="3336767"/>
            <a:ext cx="1371600" cy="13716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Primary dealers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F8511C-D67C-348A-AD1A-2260553EE9A1}"/>
              </a:ext>
            </a:extLst>
          </p:cNvPr>
          <p:cNvSpPr/>
          <p:nvPr/>
        </p:nvSpPr>
        <p:spPr>
          <a:xfrm>
            <a:off x="9250680" y="2194719"/>
            <a:ext cx="2103120" cy="36576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Rest of the market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5676CA1-4A29-D14C-B02A-51E53353D0BA}"/>
              </a:ext>
            </a:extLst>
          </p:cNvPr>
          <p:cNvCxnSpPr>
            <a:stCxn id="8" idx="3"/>
            <a:endCxn id="10" idx="2"/>
          </p:cNvCxnSpPr>
          <p:nvPr/>
        </p:nvCxnSpPr>
        <p:spPr>
          <a:xfrm flipV="1">
            <a:off x="2320066" y="4022567"/>
            <a:ext cx="2367579" cy="952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82FB6F0-22DC-025B-2F70-E2D7CA39A316}"/>
              </a:ext>
            </a:extLst>
          </p:cNvPr>
          <p:cNvCxnSpPr>
            <a:stCxn id="9" idx="6"/>
            <a:endCxn id="11" idx="1"/>
          </p:cNvCxnSpPr>
          <p:nvPr/>
        </p:nvCxnSpPr>
        <p:spPr>
          <a:xfrm>
            <a:off x="7833360" y="4022567"/>
            <a:ext cx="1417320" cy="95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0710E1-A048-9EE5-E337-58C8233B0D65}"/>
                  </a:ext>
                </a:extLst>
              </p:cNvPr>
              <p:cNvSpPr txBox="1"/>
              <p:nvPr/>
            </p:nvSpPr>
            <p:spPr>
              <a:xfrm>
                <a:off x="2653553" y="3716054"/>
                <a:ext cx="1280160" cy="307777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r>
                  <a:rPr lang="en-US" sz="1400" dirty="0">
                    <a:solidFill>
                      <a:schemeClr val="accent4"/>
                    </a:solidFill>
                  </a:rPr>
                  <a:t>securities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endParaRPr lang="en-US" sz="14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0710E1-A048-9EE5-E337-58C8233B0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553" y="3716054"/>
                <a:ext cx="1280160" cy="307777"/>
              </a:xfrm>
              <a:prstGeom prst="rect">
                <a:avLst/>
              </a:prstGeom>
              <a:blipFill>
                <a:blip r:embed="rId2"/>
                <a:stretch>
                  <a:fillRect l="-1429" t="-6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9AA32BD-FC4F-6843-52E1-BDE0DB6DF5B3}"/>
                  </a:ext>
                </a:extLst>
              </p:cNvPr>
              <p:cNvSpPr txBox="1"/>
              <p:nvPr/>
            </p:nvSpPr>
            <p:spPr>
              <a:xfrm>
                <a:off x="2675965" y="4058642"/>
                <a:ext cx="1280160" cy="307777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400" dirty="0">
                    <a:solidFill>
                      <a:schemeClr val="accent4"/>
                    </a:solidFill>
                  </a:rPr>
                  <a:t> US dollars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9AA32BD-FC4F-6843-52E1-BDE0DB6DF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965" y="4058642"/>
                <a:ext cx="1280160" cy="307777"/>
              </a:xfrm>
              <a:prstGeom prst="rect">
                <a:avLst/>
              </a:prstGeom>
              <a:blipFill>
                <a:blip r:embed="rId3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D92A8DD-BB1D-EB64-3877-FBD2D093C0C9}"/>
                  </a:ext>
                </a:extLst>
              </p:cNvPr>
              <p:cNvSpPr txBox="1"/>
              <p:nvPr/>
            </p:nvSpPr>
            <p:spPr>
              <a:xfrm>
                <a:off x="7833360" y="3696604"/>
                <a:ext cx="1417320" cy="307777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400" dirty="0">
                    <a:solidFill>
                      <a:schemeClr val="accent4"/>
                    </a:solidFill>
                  </a:rPr>
                  <a:t> Less loans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D92A8DD-BB1D-EB64-3877-FBD2D093C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3360" y="3696604"/>
                <a:ext cx="1417320" cy="307777"/>
              </a:xfrm>
              <a:prstGeom prst="rect">
                <a:avLst/>
              </a:prstGeom>
              <a:blipFill>
                <a:blip r:embed="rId4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88375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BB2E0-C98A-7716-4B43-A4C5ABDB7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3051D-31DC-A056-A2EB-F21B59D6EA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67017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Interest on reserves (IOR)</a:t>
            </a:r>
          </a:p>
          <a:p>
            <a:pPr lvl="1"/>
            <a:r>
              <a:rPr lang="en-US" dirty="0"/>
              <a:t>Reserves: US dollars that commercial banks hold as a deposit at the Fed</a:t>
            </a:r>
          </a:p>
          <a:p>
            <a:pPr lvl="1"/>
            <a:r>
              <a:rPr lang="en-US" dirty="0"/>
              <a:t>Why pay IOR</a:t>
            </a:r>
          </a:p>
          <a:p>
            <a:pPr lvl="2"/>
            <a:r>
              <a:rPr lang="en-US" dirty="0"/>
              <a:t>Required reserves are a cost to banks, as they cannot lend those US dollars</a:t>
            </a:r>
          </a:p>
          <a:p>
            <a:pPr lvl="2"/>
            <a:r>
              <a:rPr lang="en-US" dirty="0"/>
              <a:t>Because this is a legal requirement, there is a case that the government should compensate the banks by paying IORR</a:t>
            </a:r>
          </a:p>
          <a:p>
            <a:pPr lvl="1"/>
            <a:r>
              <a:rPr lang="en-US" dirty="0"/>
              <a:t>Short history of IOR in the US</a:t>
            </a:r>
          </a:p>
          <a:p>
            <a:pPr lvl="2"/>
            <a:r>
              <a:rPr lang="en-US" dirty="0"/>
              <a:t>Oct-2008: Interest on </a:t>
            </a:r>
            <a:r>
              <a:rPr lang="en-US" b="1" dirty="0"/>
              <a:t>excess </a:t>
            </a:r>
            <a:r>
              <a:rPr lang="en-US" dirty="0"/>
              <a:t>reserves (IOER)</a:t>
            </a:r>
          </a:p>
          <a:p>
            <a:pPr lvl="2"/>
            <a:r>
              <a:rPr lang="en-US" dirty="0"/>
              <a:t>Aug-2016: Interest on </a:t>
            </a:r>
            <a:r>
              <a:rPr lang="en-US" b="1" dirty="0"/>
              <a:t>required</a:t>
            </a:r>
            <a:r>
              <a:rPr lang="en-US" dirty="0"/>
              <a:t> reserves</a:t>
            </a:r>
          </a:p>
          <a:p>
            <a:pPr lvl="2"/>
            <a:r>
              <a:rPr lang="en-US" dirty="0"/>
              <a:t>Jul-2021: IOER and IORR are combined into interest on reserve balances (IORB)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E89F4F-25FD-8872-867B-A809B2DCB283}"/>
              </a:ext>
            </a:extLst>
          </p:cNvPr>
          <p:cNvSpPr/>
          <p:nvPr/>
        </p:nvSpPr>
        <p:spPr>
          <a:xfrm>
            <a:off x="6781800" y="4572635"/>
            <a:ext cx="1828800" cy="137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Required reserves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FF1974-D286-4355-F1BB-D401EDFFBBE3}"/>
              </a:ext>
            </a:extLst>
          </p:cNvPr>
          <p:cNvSpPr/>
          <p:nvPr/>
        </p:nvSpPr>
        <p:spPr>
          <a:xfrm>
            <a:off x="6781800" y="1825625"/>
            <a:ext cx="1828800" cy="27432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Excess reserves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1B8CC9F0-F64D-3DE2-E54A-9985A6E08675}"/>
              </a:ext>
            </a:extLst>
          </p:cNvPr>
          <p:cNvSpPr/>
          <p:nvPr/>
        </p:nvSpPr>
        <p:spPr>
          <a:xfrm>
            <a:off x="8619565" y="1825625"/>
            <a:ext cx="182880" cy="274320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F89C9C-B948-C6E9-7F73-CACA59D23BA2}"/>
              </a:ext>
            </a:extLst>
          </p:cNvPr>
          <p:cNvSpPr txBox="1"/>
          <p:nvPr/>
        </p:nvSpPr>
        <p:spPr>
          <a:xfrm>
            <a:off x="8793480" y="3005266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IOER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15879E46-23B1-4930-397D-6EB521890783}"/>
              </a:ext>
            </a:extLst>
          </p:cNvPr>
          <p:cNvSpPr/>
          <p:nvPr/>
        </p:nvSpPr>
        <p:spPr>
          <a:xfrm>
            <a:off x="9290125" y="4568825"/>
            <a:ext cx="182880" cy="13716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02ECAA-85C0-285E-A9C2-14316F6680FB}"/>
              </a:ext>
            </a:extLst>
          </p:cNvPr>
          <p:cNvSpPr txBox="1"/>
          <p:nvPr/>
        </p:nvSpPr>
        <p:spPr>
          <a:xfrm>
            <a:off x="9494681" y="5069959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IORR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91944D27-A854-E75D-89F3-1BC9F44CC390}"/>
              </a:ext>
            </a:extLst>
          </p:cNvPr>
          <p:cNvSpPr/>
          <p:nvPr/>
        </p:nvSpPr>
        <p:spPr>
          <a:xfrm>
            <a:off x="10136121" y="1825625"/>
            <a:ext cx="182880" cy="4114800"/>
          </a:xfrm>
          <a:prstGeom prst="rightBrac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88B9B5-9D2B-4A10-3993-5236B0166ECF}"/>
              </a:ext>
            </a:extLst>
          </p:cNvPr>
          <p:cNvSpPr txBox="1"/>
          <p:nvPr/>
        </p:nvSpPr>
        <p:spPr>
          <a:xfrm>
            <a:off x="10319001" y="3698359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IORB</a:t>
            </a:r>
          </a:p>
        </p:txBody>
      </p:sp>
    </p:spTree>
    <p:extLst>
      <p:ext uri="{BB962C8B-B14F-4D97-AF65-F5344CB8AC3E}">
        <p14:creationId xmlns:p14="http://schemas.microsoft.com/office/powerpoint/2010/main" val="12129127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D0318-1A59-4AC7-3442-E2E80E759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corridor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0CC34-ABB4-512B-4649-EAE41B6512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Assume there is an increase in the demand for reserves</a:t>
            </a:r>
          </a:p>
          <a:p>
            <a:pPr lvl="1"/>
            <a:r>
              <a:rPr lang="en-US" dirty="0"/>
              <a:t>Step 1: Reserves demand shifts</a:t>
            </a:r>
          </a:p>
          <a:p>
            <a:pPr lvl="1"/>
            <a:r>
              <a:rPr lang="en-US" dirty="0"/>
              <a:t>Step 2: The Fed increases the supply of reserves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A8B070A-6ED8-BE13-AB7C-CEAD978535C7}"/>
              </a:ext>
            </a:extLst>
          </p:cNvPr>
          <p:cNvCxnSpPr/>
          <p:nvPr/>
        </p:nvCxnSpPr>
        <p:spPr>
          <a:xfrm flipV="1">
            <a:off x="6722889" y="1908842"/>
            <a:ext cx="0" cy="3657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1F4940-2B38-3632-E428-056D4EE06E4D}"/>
              </a:ext>
            </a:extLst>
          </p:cNvPr>
          <p:cNvCxnSpPr>
            <a:cxnSpLocks/>
          </p:cNvCxnSpPr>
          <p:nvPr/>
        </p:nvCxnSpPr>
        <p:spPr>
          <a:xfrm rot="5400000" flipV="1">
            <a:off x="8780289" y="3509042"/>
            <a:ext cx="0" cy="411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9FC852A-AFAC-9E3E-792F-99C3606C1E93}"/>
                  </a:ext>
                </a:extLst>
              </p:cNvPr>
              <p:cNvSpPr txBox="1"/>
              <p:nvPr/>
            </p:nvSpPr>
            <p:spPr>
              <a:xfrm>
                <a:off x="6096000" y="1990622"/>
                <a:ext cx="6385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𝐹𝐹𝑅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9FC852A-AFAC-9E3E-792F-99C3606C1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90622"/>
                <a:ext cx="63850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1B1D6F-931E-1ACC-F695-CBCCA32E3297}"/>
                  </a:ext>
                </a:extLst>
              </p:cNvPr>
              <p:cNvSpPr txBox="1"/>
              <p:nvPr/>
            </p:nvSpPr>
            <p:spPr>
              <a:xfrm>
                <a:off x="10455534" y="5566442"/>
                <a:ext cx="3821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1B1D6F-931E-1ACC-F695-CBCCA32E3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5534" y="5566442"/>
                <a:ext cx="3821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7B79A9-0BC1-93F2-35BB-5A5550083074}"/>
              </a:ext>
            </a:extLst>
          </p:cNvPr>
          <p:cNvCxnSpPr/>
          <p:nvPr/>
        </p:nvCxnSpPr>
        <p:spPr>
          <a:xfrm>
            <a:off x="8516471" y="5566442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51F0F95-964D-4345-C49D-1F3C000A71C0}"/>
              </a:ext>
            </a:extLst>
          </p:cNvPr>
          <p:cNvCxnSpPr>
            <a:cxnSpLocks/>
          </p:cNvCxnSpPr>
          <p:nvPr/>
        </p:nvCxnSpPr>
        <p:spPr>
          <a:xfrm>
            <a:off x="8277915" y="2359957"/>
            <a:ext cx="0" cy="3200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C7D9C35-B5DA-8718-5A79-11E17A20E3D2}"/>
                  </a:ext>
                </a:extLst>
              </p:cNvPr>
              <p:cNvSpPr txBox="1"/>
              <p:nvPr/>
            </p:nvSpPr>
            <p:spPr>
              <a:xfrm>
                <a:off x="8038523" y="5555078"/>
                <a:ext cx="4787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C7D9C35-B5DA-8718-5A79-11E17A20E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8523" y="5555078"/>
                <a:ext cx="47878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FD790A-54F1-E790-88C1-453A172FE035}"/>
              </a:ext>
            </a:extLst>
          </p:cNvPr>
          <p:cNvCxnSpPr>
            <a:cxnSpLocks/>
          </p:cNvCxnSpPr>
          <p:nvPr/>
        </p:nvCxnSpPr>
        <p:spPr>
          <a:xfrm rot="-3300000">
            <a:off x="8408213" y="2101631"/>
            <a:ext cx="0" cy="4114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87DE4AC-5607-CBFD-254E-2C3185F6E5B0}"/>
              </a:ext>
            </a:extLst>
          </p:cNvPr>
          <p:cNvCxnSpPr>
            <a:cxnSpLocks/>
          </p:cNvCxnSpPr>
          <p:nvPr/>
        </p:nvCxnSpPr>
        <p:spPr>
          <a:xfrm rot="5400000">
            <a:off x="7502783" y="3290056"/>
            <a:ext cx="0" cy="155448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DF8C03-7DE5-A40F-0C02-9435BB8CB360}"/>
                  </a:ext>
                </a:extLst>
              </p:cNvPr>
              <p:cNvSpPr txBox="1"/>
              <p:nvPr/>
            </p:nvSpPr>
            <p:spPr>
              <a:xfrm>
                <a:off x="6074003" y="3893516"/>
                <a:ext cx="638508" cy="373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𝐹𝐹𝑅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DF8C03-7DE5-A40F-0C02-9435BB8CB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003" y="3893516"/>
                <a:ext cx="638508" cy="373307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73E72F-E2B6-971B-4074-8399D7216A47}"/>
                  </a:ext>
                </a:extLst>
              </p:cNvPr>
              <p:cNvSpPr txBox="1"/>
              <p:nvPr/>
            </p:nvSpPr>
            <p:spPr>
              <a:xfrm>
                <a:off x="10108077" y="5145866"/>
                <a:ext cx="520206" cy="3749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73E72F-E2B6-971B-4074-8399D7216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8077" y="5145866"/>
                <a:ext cx="520206" cy="3749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7847301-18DD-1A86-98A0-D34F1DA8FA94}"/>
                  </a:ext>
                </a:extLst>
              </p:cNvPr>
              <p:cNvSpPr txBox="1"/>
              <p:nvPr/>
            </p:nvSpPr>
            <p:spPr>
              <a:xfrm>
                <a:off x="8038523" y="1947560"/>
                <a:ext cx="486800" cy="3749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7847301-18DD-1A86-98A0-D34F1DA8F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8523" y="1947560"/>
                <a:ext cx="486800" cy="3749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70555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869A8-E376-2BC1-EE20-3C827BD2B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floor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A252C-8C3E-6841-D0CB-436DC4D6B6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Floor</a:t>
            </a:r>
          </a:p>
          <a:p>
            <a:pPr lvl="1"/>
            <a:r>
              <a:rPr lang="en-US" dirty="0"/>
              <a:t>IOR</a:t>
            </a:r>
          </a:p>
          <a:p>
            <a:pPr lvl="2"/>
            <a:r>
              <a:rPr lang="en-US" dirty="0"/>
              <a:t>No bank will lend reserves to another one if they pay less than the IOR</a:t>
            </a:r>
          </a:p>
          <a:p>
            <a:r>
              <a:rPr lang="en-US" dirty="0"/>
              <a:t>Ceiling</a:t>
            </a:r>
          </a:p>
          <a:p>
            <a:pPr lvl="1"/>
            <a:r>
              <a:rPr lang="en-US" dirty="0"/>
              <a:t>Discount rate</a:t>
            </a:r>
          </a:p>
          <a:p>
            <a:pPr lvl="2"/>
            <a:r>
              <a:rPr lang="en-US" dirty="0"/>
              <a:t>No bank will borrow from another bank if they can get a discount loan at a lower rate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A604D93-E687-C40F-28AC-2AF86872790B}"/>
              </a:ext>
            </a:extLst>
          </p:cNvPr>
          <p:cNvCxnSpPr/>
          <p:nvPr/>
        </p:nvCxnSpPr>
        <p:spPr>
          <a:xfrm flipV="1">
            <a:off x="6722889" y="1908842"/>
            <a:ext cx="0" cy="3657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9990C19-A1DA-C9CD-C77A-2F9DF396503F}"/>
              </a:ext>
            </a:extLst>
          </p:cNvPr>
          <p:cNvCxnSpPr>
            <a:cxnSpLocks/>
          </p:cNvCxnSpPr>
          <p:nvPr/>
        </p:nvCxnSpPr>
        <p:spPr>
          <a:xfrm rot="5400000" flipV="1">
            <a:off x="8780289" y="3509042"/>
            <a:ext cx="0" cy="411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74AB117-4B1D-7337-BC90-89EAD508F134}"/>
                  </a:ext>
                </a:extLst>
              </p:cNvPr>
              <p:cNvSpPr txBox="1"/>
              <p:nvPr/>
            </p:nvSpPr>
            <p:spPr>
              <a:xfrm>
                <a:off x="6096000" y="1990622"/>
                <a:ext cx="6385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𝐹𝐹𝑅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74AB117-4B1D-7337-BC90-89EAD508F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90622"/>
                <a:ext cx="63850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52A0AFD-8742-3DCA-1F4B-C6EE37E12861}"/>
                  </a:ext>
                </a:extLst>
              </p:cNvPr>
              <p:cNvSpPr txBox="1"/>
              <p:nvPr/>
            </p:nvSpPr>
            <p:spPr>
              <a:xfrm>
                <a:off x="10455534" y="5566442"/>
                <a:ext cx="3821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52A0AFD-8742-3DCA-1F4B-C6EE37E12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5534" y="5566442"/>
                <a:ext cx="3821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AC4F5CC-AA56-A372-ABFC-9B75116ED465}"/>
              </a:ext>
            </a:extLst>
          </p:cNvPr>
          <p:cNvCxnSpPr/>
          <p:nvPr/>
        </p:nvCxnSpPr>
        <p:spPr>
          <a:xfrm>
            <a:off x="8516471" y="5566442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F32CCB1-8710-B270-2A28-497DD210E9CD}"/>
              </a:ext>
            </a:extLst>
          </p:cNvPr>
          <p:cNvCxnSpPr>
            <a:cxnSpLocks/>
          </p:cNvCxnSpPr>
          <p:nvPr/>
        </p:nvCxnSpPr>
        <p:spPr>
          <a:xfrm>
            <a:off x="9922470" y="2730071"/>
            <a:ext cx="0" cy="28346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75BB8B4-7D4A-19D6-A409-03FF4389BB3F}"/>
                  </a:ext>
                </a:extLst>
              </p:cNvPr>
              <p:cNvSpPr txBox="1"/>
              <p:nvPr/>
            </p:nvSpPr>
            <p:spPr>
              <a:xfrm>
                <a:off x="9683078" y="5555075"/>
                <a:ext cx="4787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75BB8B4-7D4A-19D6-A409-03FF4389B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3078" y="5555075"/>
                <a:ext cx="47878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ED7E8A8-C27F-C8FA-D471-FFC3688B3E0C}"/>
              </a:ext>
            </a:extLst>
          </p:cNvPr>
          <p:cNvCxnSpPr>
            <a:cxnSpLocks/>
          </p:cNvCxnSpPr>
          <p:nvPr/>
        </p:nvCxnSpPr>
        <p:spPr>
          <a:xfrm rot="19200000">
            <a:off x="8657495" y="2352667"/>
            <a:ext cx="0" cy="3200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AC7ED6A-B6CD-83D2-584A-27372E0116AE}"/>
              </a:ext>
            </a:extLst>
          </p:cNvPr>
          <p:cNvCxnSpPr>
            <a:cxnSpLocks/>
          </p:cNvCxnSpPr>
          <p:nvPr/>
        </p:nvCxnSpPr>
        <p:spPr>
          <a:xfrm rot="5400000">
            <a:off x="8168614" y="3715834"/>
            <a:ext cx="0" cy="292608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1E19D17-A7C8-7BCF-8C7B-3C542E61E17A}"/>
                  </a:ext>
                </a:extLst>
              </p:cNvPr>
              <p:cNvSpPr txBox="1"/>
              <p:nvPr/>
            </p:nvSpPr>
            <p:spPr>
              <a:xfrm>
                <a:off x="6260976" y="2542376"/>
                <a:ext cx="4428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1E19D17-A7C8-7BCF-8C7B-3C542E61E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976" y="2542376"/>
                <a:ext cx="44287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2372449-838F-7B4C-1168-AFA408D6CF93}"/>
                  </a:ext>
                </a:extLst>
              </p:cNvPr>
              <p:cNvSpPr txBox="1"/>
              <p:nvPr/>
            </p:nvSpPr>
            <p:spPr>
              <a:xfrm>
                <a:off x="10761592" y="4988629"/>
                <a:ext cx="520206" cy="3749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2372449-838F-7B4C-1168-AFA408D6C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1592" y="4988629"/>
                <a:ext cx="520206" cy="3749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FE19395-709C-7995-4FAF-DA92B116095C}"/>
                  </a:ext>
                </a:extLst>
              </p:cNvPr>
              <p:cNvSpPr txBox="1"/>
              <p:nvPr/>
            </p:nvSpPr>
            <p:spPr>
              <a:xfrm>
                <a:off x="10824723" y="2536797"/>
                <a:ext cx="486800" cy="3749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FE19395-709C-7995-4FAF-DA92B1160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4723" y="2536797"/>
                <a:ext cx="486800" cy="3749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E717351-CB60-2486-494B-FB49130B8CBB}"/>
              </a:ext>
            </a:extLst>
          </p:cNvPr>
          <p:cNvCxnSpPr>
            <a:cxnSpLocks/>
          </p:cNvCxnSpPr>
          <p:nvPr/>
        </p:nvCxnSpPr>
        <p:spPr>
          <a:xfrm rot="5400000">
            <a:off x="7180597" y="2269843"/>
            <a:ext cx="0" cy="914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F60ADDB-2168-A0A9-F3AC-7BC98D7F8E33}"/>
              </a:ext>
            </a:extLst>
          </p:cNvPr>
          <p:cNvCxnSpPr>
            <a:cxnSpLocks/>
          </p:cNvCxnSpPr>
          <p:nvPr/>
        </p:nvCxnSpPr>
        <p:spPr>
          <a:xfrm rot="5400000">
            <a:off x="10212952" y="4630234"/>
            <a:ext cx="0" cy="10972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2A8F3C0-AC79-1778-DA29-C9AFAEE8AED3}"/>
              </a:ext>
            </a:extLst>
          </p:cNvPr>
          <p:cNvCxnSpPr>
            <a:cxnSpLocks/>
          </p:cNvCxnSpPr>
          <p:nvPr/>
        </p:nvCxnSpPr>
        <p:spPr>
          <a:xfrm rot="5400000">
            <a:off x="10371531" y="2269842"/>
            <a:ext cx="0" cy="914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3E7A57E-DB46-6300-8789-51F38240A2BC}"/>
                  </a:ext>
                </a:extLst>
              </p:cNvPr>
              <p:cNvSpPr txBox="1"/>
              <p:nvPr/>
            </p:nvSpPr>
            <p:spPr>
              <a:xfrm>
                <a:off x="6280011" y="4994208"/>
                <a:ext cx="4428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3E7A57E-DB46-6300-8789-51F38240A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011" y="4994208"/>
                <a:ext cx="44287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71995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55844C-36A1-FE95-7FA3-1173FE1F9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07D4E-4FD4-DCAD-0893-D839D6B0A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CB608-9F36-9D56-DF37-EA6FAD583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How Financial Markets 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004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2A5A2-A5F4-220E-7183-E02A059F2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financial system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04F0F5-CAA9-DD7F-E51C-3ED712550C3A}"/>
              </a:ext>
            </a:extLst>
          </p:cNvPr>
          <p:cNvSpPr/>
          <p:nvPr/>
        </p:nvSpPr>
        <p:spPr>
          <a:xfrm>
            <a:off x="736848" y="1806102"/>
            <a:ext cx="10698480" cy="3657600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D085EFA-715E-1C4E-3689-02F0E92D4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02915"/>
              </p:ext>
            </p:extLst>
          </p:nvPr>
        </p:nvGraphicFramePr>
        <p:xfrm>
          <a:off x="838200" y="1890331"/>
          <a:ext cx="301752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388711751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en-US" sz="2800" i="1" dirty="0"/>
                        <a:t>1</a:t>
                      </a:r>
                      <a:r>
                        <a:rPr lang="en-US" sz="1600" dirty="0"/>
                        <a:t> Money and payment technologies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0516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600" dirty="0"/>
                        <a:t>To pay for purchases and store wealth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30703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17A3D48-CFC0-929A-904F-31FA9137A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651848"/>
              </p:ext>
            </p:extLst>
          </p:nvPr>
        </p:nvGraphicFramePr>
        <p:xfrm>
          <a:off x="4587240" y="1890331"/>
          <a:ext cx="3017520" cy="1554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388711751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en-US" sz="1600" i="1" dirty="0"/>
                        <a:t>2</a:t>
                      </a:r>
                      <a:r>
                        <a:rPr lang="en-US" sz="1600" dirty="0"/>
                        <a:t> Financial instruments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0516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600" dirty="0"/>
                        <a:t>To transfer resources and risk from savers to investors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30703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A427B4F-C1B7-999F-7572-81E0D267C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875132"/>
              </p:ext>
            </p:extLst>
          </p:nvPr>
        </p:nvGraphicFramePr>
        <p:xfrm>
          <a:off x="8336280" y="1890331"/>
          <a:ext cx="3017520" cy="1554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388711751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en-US" sz="1600" i="1" dirty="0"/>
                        <a:t>3</a:t>
                      </a:r>
                      <a:r>
                        <a:rPr lang="en-US" sz="1600" dirty="0"/>
                        <a:t> Financial markets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0516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600" dirty="0"/>
                        <a:t>Where financial instruments are exchanged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307034"/>
                  </a:ext>
                </a:extLst>
              </a:tr>
            </a:tbl>
          </a:graphicData>
        </a:graphic>
      </p:graphicFrame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9555DB14-1399-8AF9-9435-5D4690468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964357"/>
              </p:ext>
            </p:extLst>
          </p:nvPr>
        </p:nvGraphicFramePr>
        <p:xfrm>
          <a:off x="838200" y="3824987"/>
          <a:ext cx="3017520" cy="15544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388711751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en-US" sz="1600" i="1" dirty="0"/>
                        <a:t>4</a:t>
                      </a:r>
                      <a:r>
                        <a:rPr lang="en-US" sz="1600" dirty="0"/>
                        <a:t> Financial institutions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0516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600" dirty="0"/>
                        <a:t>Provide access to financial markets, collect information, and provide services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307034"/>
                  </a:ext>
                </a:extLst>
              </a:tr>
            </a:tbl>
          </a:graphicData>
        </a:graphic>
      </p:graphicFrame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6D3C9CB5-8E06-297E-63FA-C696B51E87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737454"/>
              </p:ext>
            </p:extLst>
          </p:nvPr>
        </p:nvGraphicFramePr>
        <p:xfrm>
          <a:off x="4587240" y="3824987"/>
          <a:ext cx="3017520" cy="15544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388711751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en-US" sz="1600" i="1" dirty="0"/>
                        <a:t>5</a:t>
                      </a:r>
                      <a:r>
                        <a:rPr lang="en-US" sz="1600" dirty="0"/>
                        <a:t> Financial regulators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0516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600" dirty="0"/>
                        <a:t>Oversights the financial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307034"/>
                  </a:ext>
                </a:extLst>
              </a:tr>
            </a:tbl>
          </a:graphicData>
        </a:graphic>
      </p:graphicFrame>
      <p:graphicFrame>
        <p:nvGraphicFramePr>
          <p:cNvPr id="12" name="Table 7">
            <a:extLst>
              <a:ext uri="{FF2B5EF4-FFF2-40B4-BE49-F238E27FC236}">
                <a16:creationId xmlns:a16="http://schemas.microsoft.com/office/drawing/2014/main" id="{4A3BBD18-E4CF-7431-28BC-C24EBDF93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618730"/>
              </p:ext>
            </p:extLst>
          </p:nvPr>
        </p:nvGraphicFramePr>
        <p:xfrm>
          <a:off x="8336280" y="3820210"/>
          <a:ext cx="3017520" cy="15544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388711751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en-US" sz="1600" i="1" dirty="0"/>
                        <a:t>6</a:t>
                      </a:r>
                      <a:r>
                        <a:rPr lang="en-US" sz="1600" dirty="0"/>
                        <a:t> Central banks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0516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600" dirty="0"/>
                        <a:t>Monitor financial institutions and stabilize the economy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307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79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E7A03-C371-48B5-EA6D-7B00739A6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instruments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01C20B-A800-9216-0ADF-882E7A4510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is a cash-flow?</a:t>
                </a:r>
              </a:p>
              <a:p>
                <a:pPr lvl="1"/>
                <a:r>
                  <a:rPr lang="en-US" dirty="0"/>
                  <a:t>A cash-flow is a combination of dates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payments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01C20B-A800-9216-0ADF-882E7A4510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D99BBFBE-CDCC-9D87-C3F3-BE29E14124B0}"/>
              </a:ext>
            </a:extLst>
          </p:cNvPr>
          <p:cNvGrpSpPr/>
          <p:nvPr/>
        </p:nvGrpSpPr>
        <p:grpSpPr>
          <a:xfrm>
            <a:off x="873686" y="4649581"/>
            <a:ext cx="10515600" cy="1242538"/>
            <a:chOff x="838200" y="2982146"/>
            <a:chExt cx="10515600" cy="1242538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F905599-0B19-A785-F421-802B64A7F3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200" y="3582818"/>
              <a:ext cx="7315200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oval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F2FDD08-FAB5-3E2C-0534-D5CA5D0D19FA}"/>
                </a:ext>
              </a:extLst>
            </p:cNvPr>
            <p:cNvCxnSpPr>
              <a:cxnSpLocks/>
            </p:cNvCxnSpPr>
            <p:nvPr/>
          </p:nvCxnSpPr>
          <p:spPr>
            <a:xfrm>
              <a:off x="1839557" y="3354218"/>
              <a:ext cx="0" cy="4572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00FAADA-60F0-7449-202E-9E6E7E4B367E}"/>
                </a:ext>
              </a:extLst>
            </p:cNvPr>
            <p:cNvCxnSpPr>
              <a:cxnSpLocks/>
            </p:cNvCxnSpPr>
            <p:nvPr/>
          </p:nvCxnSpPr>
          <p:spPr>
            <a:xfrm>
              <a:off x="3216835" y="3354218"/>
              <a:ext cx="0" cy="4572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B2CDBD3-10BE-56CC-42CF-F8AB36B900F7}"/>
                </a:ext>
              </a:extLst>
            </p:cNvPr>
            <p:cNvCxnSpPr>
              <a:cxnSpLocks/>
            </p:cNvCxnSpPr>
            <p:nvPr/>
          </p:nvCxnSpPr>
          <p:spPr>
            <a:xfrm>
              <a:off x="4594113" y="3354218"/>
              <a:ext cx="0" cy="4572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C0F71-3C7D-1F54-D293-E324140B66DA}"/>
                </a:ext>
              </a:extLst>
            </p:cNvPr>
            <p:cNvCxnSpPr>
              <a:cxnSpLocks/>
            </p:cNvCxnSpPr>
            <p:nvPr/>
          </p:nvCxnSpPr>
          <p:spPr>
            <a:xfrm>
              <a:off x="5971391" y="3354218"/>
              <a:ext cx="0" cy="4572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85B3CE7-D44C-C027-51B8-81ACBE655785}"/>
                </a:ext>
              </a:extLst>
            </p:cNvPr>
            <p:cNvCxnSpPr>
              <a:cxnSpLocks/>
            </p:cNvCxnSpPr>
            <p:nvPr/>
          </p:nvCxnSpPr>
          <p:spPr>
            <a:xfrm>
              <a:off x="7348669" y="3354218"/>
              <a:ext cx="0" cy="4572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5801D20-7F02-08A5-4E64-2428FD30483E}"/>
                </a:ext>
              </a:extLst>
            </p:cNvPr>
            <p:cNvCxnSpPr>
              <a:cxnSpLocks/>
            </p:cNvCxnSpPr>
            <p:nvPr/>
          </p:nvCxnSpPr>
          <p:spPr>
            <a:xfrm>
              <a:off x="10103223" y="3354218"/>
              <a:ext cx="0" cy="45720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017550E-6132-AC92-CDD7-C556DA422287}"/>
                    </a:ext>
                  </a:extLst>
                </p:cNvPr>
                <p:cNvSpPr txBox="1"/>
                <p:nvPr/>
              </p:nvSpPr>
              <p:spPr>
                <a:xfrm>
                  <a:off x="1454259" y="3855352"/>
                  <a:ext cx="7705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8B0191D-B893-5DB3-7A20-4E6F593AE0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259" y="3855352"/>
                  <a:ext cx="770596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3E561CE-365A-DE6E-A770-DDA94CBB3270}"/>
                    </a:ext>
                  </a:extLst>
                </p:cNvPr>
                <p:cNvSpPr txBox="1"/>
                <p:nvPr/>
              </p:nvSpPr>
              <p:spPr>
                <a:xfrm>
                  <a:off x="2831537" y="3855352"/>
                  <a:ext cx="7705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42FA066-8804-0910-38FA-7083AE4E48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1537" y="3855352"/>
                  <a:ext cx="77059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D6CE19F-654E-E036-F898-1BA1CF534732}"/>
                    </a:ext>
                  </a:extLst>
                </p:cNvPr>
                <p:cNvSpPr txBox="1"/>
                <p:nvPr/>
              </p:nvSpPr>
              <p:spPr>
                <a:xfrm>
                  <a:off x="4208815" y="3855352"/>
                  <a:ext cx="7705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03D7DF4-532C-9228-EC2C-AA7136EAEF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8815" y="3855352"/>
                  <a:ext cx="77059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1684A1C-AD23-CFE6-7B94-A553146E4B16}"/>
                    </a:ext>
                  </a:extLst>
                </p:cNvPr>
                <p:cNvSpPr txBox="1"/>
                <p:nvPr/>
              </p:nvSpPr>
              <p:spPr>
                <a:xfrm>
                  <a:off x="5586093" y="3855352"/>
                  <a:ext cx="7705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6B0554E-116F-9913-6CF1-A879CB198A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6093" y="3855352"/>
                  <a:ext cx="77059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5A2D335-B3D9-AA47-0CA8-F982D8F5035E}"/>
                    </a:ext>
                  </a:extLst>
                </p:cNvPr>
                <p:cNvSpPr txBox="1"/>
                <p:nvPr/>
              </p:nvSpPr>
              <p:spPr>
                <a:xfrm>
                  <a:off x="6951533" y="3855352"/>
                  <a:ext cx="7705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=5</m:t>
                        </m:r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06E88A6-0DDF-6DEA-9C7A-8C9D1910FA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51533" y="3855352"/>
                  <a:ext cx="77059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7ED265C-0CB6-8F8E-2AD0-1480E633E2E1}"/>
                    </a:ext>
                  </a:extLst>
                </p:cNvPr>
                <p:cNvSpPr txBox="1"/>
                <p:nvPr/>
              </p:nvSpPr>
              <p:spPr>
                <a:xfrm>
                  <a:off x="9717925" y="3855352"/>
                  <a:ext cx="7705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=6</m:t>
                        </m:r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493F3E2-A7E3-C0F6-9346-B9D666A46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17925" y="3855352"/>
                  <a:ext cx="77059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BDD5B51-8430-C52C-F8AA-38A726F32CED}"/>
                </a:ext>
              </a:extLst>
            </p:cNvPr>
            <p:cNvCxnSpPr/>
            <p:nvPr/>
          </p:nvCxnSpPr>
          <p:spPr>
            <a:xfrm>
              <a:off x="8153400" y="3582818"/>
              <a:ext cx="1371600" cy="0"/>
            </a:xfrm>
            <a:prstGeom prst="line">
              <a:avLst/>
            </a:prstGeom>
            <a:ln>
              <a:solidFill>
                <a:schemeClr val="accent2"/>
              </a:solidFill>
              <a:prstDash val="dash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0153F90-F1C3-5DB3-DC89-5FDCB57D1F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5000" y="3582818"/>
              <a:ext cx="1828800" cy="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A1BE53C-B953-C39B-B7F0-8D264D9488AB}"/>
                    </a:ext>
                  </a:extLst>
                </p:cNvPr>
                <p:cNvSpPr txBox="1"/>
                <p:nvPr/>
              </p:nvSpPr>
              <p:spPr>
                <a:xfrm>
                  <a:off x="1434179" y="2982146"/>
                  <a:ext cx="8552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5A15C0C-056C-73F2-3DB3-417BDC1222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4179" y="2982146"/>
                  <a:ext cx="855233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B3AE6F4-2813-4DCD-2C8B-09BAE0EC712B}"/>
                    </a:ext>
                  </a:extLst>
                </p:cNvPr>
                <p:cNvSpPr txBox="1"/>
                <p:nvPr/>
              </p:nvSpPr>
              <p:spPr>
                <a:xfrm>
                  <a:off x="6930128" y="2982146"/>
                  <a:ext cx="8552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CDA0D20-7010-8468-2CB8-2EABDB44E8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0128" y="2982146"/>
                  <a:ext cx="855233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3C0AA40-F379-DF31-65AA-782A41FD7010}"/>
                    </a:ext>
                  </a:extLst>
                </p:cNvPr>
                <p:cNvSpPr txBox="1"/>
                <p:nvPr/>
              </p:nvSpPr>
              <p:spPr>
                <a:xfrm>
                  <a:off x="4175575" y="2982146"/>
                  <a:ext cx="8552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75EF573-54C5-054F-0026-F6FFDA28B3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5575" y="2982146"/>
                  <a:ext cx="855233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7BAC1A7-F327-2D06-3271-08979754B015}"/>
                    </a:ext>
                  </a:extLst>
                </p:cNvPr>
                <p:cNvSpPr txBox="1"/>
                <p:nvPr/>
              </p:nvSpPr>
              <p:spPr>
                <a:xfrm>
                  <a:off x="5557387" y="2982146"/>
                  <a:ext cx="8552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672D40C-5948-002A-65D3-9F297C4A3E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7387" y="2982146"/>
                  <a:ext cx="855233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0AF76F1-4B3E-C4E9-50F6-37FFDA08ABB3}"/>
                    </a:ext>
                  </a:extLst>
                </p:cNvPr>
                <p:cNvSpPr txBox="1"/>
                <p:nvPr/>
              </p:nvSpPr>
              <p:spPr>
                <a:xfrm>
                  <a:off x="2793757" y="2982146"/>
                  <a:ext cx="8552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4748DAD-CEBA-DCF6-C821-9B1CD1E170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3757" y="2982146"/>
                  <a:ext cx="855233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98070F5-B0FD-8ECA-7176-E30244F93186}"/>
                    </a:ext>
                  </a:extLst>
                </p:cNvPr>
                <p:cNvSpPr txBox="1"/>
                <p:nvPr/>
              </p:nvSpPr>
              <p:spPr>
                <a:xfrm>
                  <a:off x="9675606" y="2982146"/>
                  <a:ext cx="8552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31323CC-1190-4EE4-BAFD-7999331A74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5606" y="2982146"/>
                  <a:ext cx="855233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FF4C088-0216-6C4D-3648-77BE654D3B95}"/>
              </a:ext>
            </a:extLst>
          </p:cNvPr>
          <p:cNvGrpSpPr/>
          <p:nvPr/>
        </p:nvGrpSpPr>
        <p:grpSpPr>
          <a:xfrm>
            <a:off x="873686" y="3113130"/>
            <a:ext cx="10515600" cy="1242538"/>
            <a:chOff x="858280" y="4681201"/>
            <a:chExt cx="10515600" cy="1242538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B3737A2-43EE-61F2-3651-5D770B6416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280" y="5281873"/>
              <a:ext cx="7315200" cy="0"/>
            </a:xfrm>
            <a:prstGeom prst="straightConnector1">
              <a:avLst/>
            </a:prstGeom>
            <a:ln>
              <a:solidFill>
                <a:schemeClr val="accent1"/>
              </a:solidFill>
              <a:headEnd type="oval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736A729-F3BA-32D0-8324-53BBEDACB806}"/>
                </a:ext>
              </a:extLst>
            </p:cNvPr>
            <p:cNvCxnSpPr>
              <a:cxnSpLocks/>
            </p:cNvCxnSpPr>
            <p:nvPr/>
          </p:nvCxnSpPr>
          <p:spPr>
            <a:xfrm>
              <a:off x="1859637" y="5053273"/>
              <a:ext cx="0" cy="4572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FAE895C-1EAA-3616-FEE0-D4BFAC1007CE}"/>
                </a:ext>
              </a:extLst>
            </p:cNvPr>
            <p:cNvCxnSpPr>
              <a:cxnSpLocks/>
            </p:cNvCxnSpPr>
            <p:nvPr/>
          </p:nvCxnSpPr>
          <p:spPr>
            <a:xfrm>
              <a:off x="3236915" y="5053273"/>
              <a:ext cx="0" cy="4572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9FC0C0E-B26E-1AB5-6566-BB2F855116B2}"/>
                </a:ext>
              </a:extLst>
            </p:cNvPr>
            <p:cNvCxnSpPr>
              <a:cxnSpLocks/>
            </p:cNvCxnSpPr>
            <p:nvPr/>
          </p:nvCxnSpPr>
          <p:spPr>
            <a:xfrm>
              <a:off x="4614193" y="5053273"/>
              <a:ext cx="0" cy="4572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F58B517-C211-CF33-3920-847DCED3773E}"/>
                </a:ext>
              </a:extLst>
            </p:cNvPr>
            <p:cNvCxnSpPr>
              <a:cxnSpLocks/>
            </p:cNvCxnSpPr>
            <p:nvPr/>
          </p:nvCxnSpPr>
          <p:spPr>
            <a:xfrm>
              <a:off x="5991471" y="5053273"/>
              <a:ext cx="0" cy="4572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A340129-5D05-1289-9B6A-DC62BB73ED5A}"/>
                </a:ext>
              </a:extLst>
            </p:cNvPr>
            <p:cNvCxnSpPr>
              <a:cxnSpLocks/>
            </p:cNvCxnSpPr>
            <p:nvPr/>
          </p:nvCxnSpPr>
          <p:spPr>
            <a:xfrm>
              <a:off x="7368749" y="5053273"/>
              <a:ext cx="0" cy="4572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EEAB4B9-4504-E7ED-3262-E200F2D47E1A}"/>
                </a:ext>
              </a:extLst>
            </p:cNvPr>
            <p:cNvCxnSpPr>
              <a:cxnSpLocks/>
            </p:cNvCxnSpPr>
            <p:nvPr/>
          </p:nvCxnSpPr>
          <p:spPr>
            <a:xfrm>
              <a:off x="10123303" y="5053273"/>
              <a:ext cx="0" cy="4572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9CCD7A3-E949-8284-C6FF-7071086F3947}"/>
                    </a:ext>
                  </a:extLst>
                </p:cNvPr>
                <p:cNvSpPr txBox="1"/>
                <p:nvPr/>
              </p:nvSpPr>
              <p:spPr>
                <a:xfrm>
                  <a:off x="1474339" y="5554407"/>
                  <a:ext cx="7569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2025</m:t>
                        </m:r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726DC1C-B0F6-9EF5-51AF-068BE48C3D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4339" y="5554407"/>
                  <a:ext cx="756938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A9888E1-E207-A065-198C-B032650F4C9F}"/>
                    </a:ext>
                  </a:extLst>
                </p:cNvPr>
                <p:cNvSpPr txBox="1"/>
                <p:nvPr/>
              </p:nvSpPr>
              <p:spPr>
                <a:xfrm>
                  <a:off x="2851617" y="5554407"/>
                  <a:ext cx="7569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2026</m:t>
                        </m:r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2244D480-246D-3C0C-EFD3-80C780A73E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1617" y="5554407"/>
                  <a:ext cx="756938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D026950-94A3-BFC3-B44E-5EF6537E3E2C}"/>
                    </a:ext>
                  </a:extLst>
                </p:cNvPr>
                <p:cNvSpPr txBox="1"/>
                <p:nvPr/>
              </p:nvSpPr>
              <p:spPr>
                <a:xfrm>
                  <a:off x="4228895" y="5554407"/>
                  <a:ext cx="7569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2027</m:t>
                        </m:r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65E414E-5548-6963-03AA-2883594021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8895" y="5554407"/>
                  <a:ext cx="756938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543D29F-AE92-79C7-9D45-08ADF2390DB4}"/>
                    </a:ext>
                  </a:extLst>
                </p:cNvPr>
                <p:cNvSpPr txBox="1"/>
                <p:nvPr/>
              </p:nvSpPr>
              <p:spPr>
                <a:xfrm>
                  <a:off x="5606173" y="5554407"/>
                  <a:ext cx="7569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2028</m:t>
                        </m:r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AAEFD45-DB0F-57CC-95D6-FA1CFEF5F5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6173" y="5554407"/>
                  <a:ext cx="756938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3F752CB4-F043-8DAA-67DB-5D0B7EEF5F92}"/>
                    </a:ext>
                  </a:extLst>
                </p:cNvPr>
                <p:cNvSpPr txBox="1"/>
                <p:nvPr/>
              </p:nvSpPr>
              <p:spPr>
                <a:xfrm>
                  <a:off x="6971613" y="5554407"/>
                  <a:ext cx="7569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2029</m:t>
                        </m:r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1C1F66A9-3C85-76BE-DBAE-970AD749AA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1613" y="5554407"/>
                  <a:ext cx="756938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76363F2-51D5-CDDF-816C-916508769CA8}"/>
                    </a:ext>
                  </a:extLst>
                </p:cNvPr>
                <p:cNvSpPr txBox="1"/>
                <p:nvPr/>
              </p:nvSpPr>
              <p:spPr>
                <a:xfrm>
                  <a:off x="9738005" y="5554407"/>
                  <a:ext cx="7569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2055</m:t>
                        </m:r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85CB052D-6416-4F3E-1213-8777298F11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8005" y="5554407"/>
                  <a:ext cx="756938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D0CDB50-2CC8-B6E4-1DAB-0CA531412E9B}"/>
                </a:ext>
              </a:extLst>
            </p:cNvPr>
            <p:cNvCxnSpPr/>
            <p:nvPr/>
          </p:nvCxnSpPr>
          <p:spPr>
            <a:xfrm>
              <a:off x="8173480" y="5281873"/>
              <a:ext cx="13716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2DE89B19-964D-DF9F-85FD-B8DBBAD608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5080" y="5281873"/>
              <a:ext cx="1828800" cy="0"/>
            </a:xfrm>
            <a:prstGeom prst="straightConnector1">
              <a:avLst/>
            </a:prstGeom>
            <a:ln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4FE297E-6A18-60E4-CEDA-941E2333423A}"/>
                    </a:ext>
                  </a:extLst>
                </p:cNvPr>
                <p:cNvSpPr txBox="1"/>
                <p:nvPr/>
              </p:nvSpPr>
              <p:spPr>
                <a:xfrm>
                  <a:off x="1454259" y="4681201"/>
                  <a:ext cx="8552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$5</m:t>
                        </m:r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118FE2E-731D-6489-7EE4-8C3A8B63BA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259" y="4681201"/>
                  <a:ext cx="855233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F05947C-AFC1-3AB7-B79A-7024BD4ACB35}"/>
                    </a:ext>
                  </a:extLst>
                </p:cNvPr>
                <p:cNvSpPr txBox="1"/>
                <p:nvPr/>
              </p:nvSpPr>
              <p:spPr>
                <a:xfrm>
                  <a:off x="6950208" y="4681201"/>
                  <a:ext cx="8552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$5</m:t>
                        </m:r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DBF6AD6-0BD8-36ED-68D1-028AAFB15D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50208" y="4681201"/>
                  <a:ext cx="855233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60EE971-1B47-FC4B-8678-B048ED272C3E}"/>
                    </a:ext>
                  </a:extLst>
                </p:cNvPr>
                <p:cNvSpPr txBox="1"/>
                <p:nvPr/>
              </p:nvSpPr>
              <p:spPr>
                <a:xfrm>
                  <a:off x="4195655" y="4681201"/>
                  <a:ext cx="8552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$5</m:t>
                        </m:r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1ACFA15-5B99-FC8D-5173-9796179F6D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5655" y="4681201"/>
                  <a:ext cx="855233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15232B28-62BF-27F1-17FC-478FD58E4B01}"/>
                    </a:ext>
                  </a:extLst>
                </p:cNvPr>
                <p:cNvSpPr txBox="1"/>
                <p:nvPr/>
              </p:nvSpPr>
              <p:spPr>
                <a:xfrm>
                  <a:off x="5577467" y="4681201"/>
                  <a:ext cx="8552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$5</m:t>
                        </m:r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65B6B25A-AC69-E3E2-762C-DC18FEA2D8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7467" y="4681201"/>
                  <a:ext cx="855233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849ECD1-1D85-CF9E-EE7E-45BE4912DF9D}"/>
                    </a:ext>
                  </a:extLst>
                </p:cNvPr>
                <p:cNvSpPr txBox="1"/>
                <p:nvPr/>
              </p:nvSpPr>
              <p:spPr>
                <a:xfrm>
                  <a:off x="2813837" y="4681201"/>
                  <a:ext cx="8552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$5</m:t>
                        </m:r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2A5E418-BD27-1A64-908A-339C9BEEE2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3837" y="4681201"/>
                  <a:ext cx="855233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D8A65456-FFF2-95FC-DAC4-10CA9CEB2802}"/>
                    </a:ext>
                  </a:extLst>
                </p:cNvPr>
                <p:cNvSpPr txBox="1"/>
                <p:nvPr/>
              </p:nvSpPr>
              <p:spPr>
                <a:xfrm>
                  <a:off x="9695686" y="4681201"/>
                  <a:ext cx="8552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$105</m:t>
                        </m:r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12ACF2F-348E-346D-4A27-7CC229E436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5686" y="4681201"/>
                  <a:ext cx="855233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4734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2DB26-CD23-B7D4-F3D2-961D1B507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4100" y="804034"/>
            <a:ext cx="7543800" cy="453034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The basic balance sheet of a financial institutions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670478-82F8-9291-6769-A1FB26553D32}"/>
              </a:ext>
            </a:extLst>
          </p:cNvPr>
          <p:cNvSpPr txBox="1">
            <a:spLocks/>
          </p:cNvSpPr>
          <p:nvPr/>
        </p:nvSpPr>
        <p:spPr>
          <a:xfrm>
            <a:off x="3802879" y="2653417"/>
            <a:ext cx="2286000" cy="45720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none" rtlCol="0" anchor="b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ASSETS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414AB3-47BF-103A-DAA9-FE7BF8D2B1B8}"/>
              </a:ext>
            </a:extLst>
          </p:cNvPr>
          <p:cNvSpPr txBox="1">
            <a:spLocks/>
          </p:cNvSpPr>
          <p:nvPr/>
        </p:nvSpPr>
        <p:spPr>
          <a:xfrm>
            <a:off x="3802879" y="3110616"/>
            <a:ext cx="2286000" cy="228600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Cash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Stocks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Bonds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Loans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Real estate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Other assets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D77FEA-789C-B326-196F-06C125AB1691}"/>
              </a:ext>
            </a:extLst>
          </p:cNvPr>
          <p:cNvSpPr txBox="1">
            <a:spLocks/>
          </p:cNvSpPr>
          <p:nvPr/>
        </p:nvSpPr>
        <p:spPr>
          <a:xfrm>
            <a:off x="6096000" y="2653417"/>
            <a:ext cx="2286000" cy="45720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none" rtlCol="0" anchor="b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LIABILITIES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04DDD0-0A6B-29D2-19F6-C5CBB8BC318B}"/>
              </a:ext>
            </a:extLst>
          </p:cNvPr>
          <p:cNvSpPr txBox="1">
            <a:spLocks/>
          </p:cNvSpPr>
          <p:nvPr/>
        </p:nvSpPr>
        <p:spPr>
          <a:xfrm>
            <a:off x="6096000" y="3110616"/>
            <a:ext cx="2286000" cy="15544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Deposits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Insurance policies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E638C3-6770-60C8-1F4B-513AB047716E}"/>
              </a:ext>
            </a:extLst>
          </p:cNvPr>
          <p:cNvSpPr txBox="1">
            <a:spLocks/>
          </p:cNvSpPr>
          <p:nvPr/>
        </p:nvSpPr>
        <p:spPr>
          <a:xfrm>
            <a:off x="6096000" y="4664183"/>
            <a:ext cx="2286000" cy="73152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EQUITY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296DD3F-D8FA-268D-456A-4A838DAFAF45}"/>
              </a:ext>
            </a:extLst>
          </p:cNvPr>
          <p:cNvCxnSpPr>
            <a:cxnSpLocks/>
          </p:cNvCxnSpPr>
          <p:nvPr/>
        </p:nvCxnSpPr>
        <p:spPr>
          <a:xfrm>
            <a:off x="3697790" y="3110616"/>
            <a:ext cx="0" cy="2280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E7032E4-55D4-4027-E3E2-276EAA63A1C3}"/>
              </a:ext>
            </a:extLst>
          </p:cNvPr>
          <p:cNvSpPr txBox="1"/>
          <p:nvPr/>
        </p:nvSpPr>
        <p:spPr>
          <a:xfrm>
            <a:off x="2489186" y="3110616"/>
            <a:ext cx="120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i="1" dirty="0">
                <a:solidFill>
                  <a:schemeClr val="accent4"/>
                </a:solidFill>
              </a:rPr>
              <a:t>More liquid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C9EC43-407D-F4C0-22C5-F9B16C9F4D6C}"/>
              </a:ext>
            </a:extLst>
          </p:cNvPr>
          <p:cNvSpPr txBox="1"/>
          <p:nvPr/>
        </p:nvSpPr>
        <p:spPr>
          <a:xfrm>
            <a:off x="2538498" y="5025662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i="1" dirty="0">
                <a:solidFill>
                  <a:schemeClr val="accent4"/>
                </a:solidFill>
              </a:rPr>
              <a:t>Less liquid</a:t>
            </a:r>
          </a:p>
        </p:txBody>
      </p:sp>
    </p:spTree>
    <p:extLst>
      <p:ext uri="{BB962C8B-B14F-4D97-AF65-F5344CB8AC3E}">
        <p14:creationId xmlns:p14="http://schemas.microsoft.com/office/powerpoint/2010/main" val="40030969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378B7-954D-297A-FBED-7E0C84804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B0F1259-3068-3FBC-386E-A7F76D76396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Compounding</a:t>
                </a:r>
              </a:p>
              <a:p>
                <a:pPr lvl="1"/>
                <a:r>
                  <a:rPr lang="en-US" dirty="0"/>
                  <a:t>An </a:t>
                </a:r>
                <a:r>
                  <a:rPr lang="en-US" dirty="0">
                    <a:solidFill>
                      <a:schemeClr val="accent1"/>
                    </a:solidFill>
                  </a:rPr>
                  <a:t>exponential</a:t>
                </a:r>
                <a:r>
                  <a:rPr lang="en-US" dirty="0"/>
                  <a:t> function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𝐹𝑉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groupCh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lim>
                    </m:limLow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groupCh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lim>
                        </m:limLow>
                      </m:e>
                      <m:sup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groupCh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lim>
                        </m:limLow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Be patient: Investment grows slowly first, and then it speeds up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B0F1259-3068-3FBC-386E-A7F76D7639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2381" r="-2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438966F-32EE-2FB6-C025-3895E3D032ED}"/>
              </a:ext>
            </a:extLst>
          </p:cNvPr>
          <p:cNvCxnSpPr/>
          <p:nvPr/>
        </p:nvCxnSpPr>
        <p:spPr>
          <a:xfrm>
            <a:off x="7214717" y="1825625"/>
            <a:ext cx="0" cy="365760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F4B223-24FC-5EA9-7496-EC96EAC0BA1B}"/>
              </a:ext>
            </a:extLst>
          </p:cNvPr>
          <p:cNvCxnSpPr>
            <a:cxnSpLocks/>
          </p:cNvCxnSpPr>
          <p:nvPr/>
        </p:nvCxnSpPr>
        <p:spPr>
          <a:xfrm rot="5400000">
            <a:off x="9272117" y="3425825"/>
            <a:ext cx="0" cy="411480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501E73-7BCE-9F4F-D254-3FB6CDC69FA3}"/>
                  </a:ext>
                </a:extLst>
              </p:cNvPr>
              <p:cNvSpPr txBox="1"/>
              <p:nvPr/>
            </p:nvSpPr>
            <p:spPr>
              <a:xfrm>
                <a:off x="6626221" y="1859112"/>
                <a:ext cx="5794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501E73-7BCE-9F4F-D254-3FB6CDC69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221" y="1859112"/>
                <a:ext cx="57945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E5758AA-7166-7083-06D8-ACBF2A2FB15C}"/>
              </a:ext>
            </a:extLst>
          </p:cNvPr>
          <p:cNvSpPr txBox="1"/>
          <p:nvPr/>
        </p:nvSpPr>
        <p:spPr>
          <a:xfrm>
            <a:off x="10625287" y="5483225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5C61736-7093-5334-E9D9-ACC0E1647A6C}"/>
              </a:ext>
            </a:extLst>
          </p:cNvPr>
          <p:cNvSpPr/>
          <p:nvPr/>
        </p:nvSpPr>
        <p:spPr>
          <a:xfrm>
            <a:off x="7223760" y="2043787"/>
            <a:ext cx="4031827" cy="3014496"/>
          </a:xfrm>
          <a:custGeom>
            <a:avLst/>
            <a:gdLst>
              <a:gd name="connsiteX0" fmla="*/ 0 w 3577213"/>
              <a:gd name="connsiteY0" fmla="*/ 3014505 h 3014505"/>
              <a:gd name="connsiteX1" fmla="*/ 2280975 w 3577213"/>
              <a:gd name="connsiteY1" fmla="*/ 2301072 h 3014505"/>
              <a:gd name="connsiteX2" fmla="*/ 3577213 w 3577213"/>
              <a:gd name="connsiteY2" fmla="*/ 0 h 3014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7213" h="3014505">
                <a:moveTo>
                  <a:pt x="0" y="3014505"/>
                </a:moveTo>
                <a:cubicBezTo>
                  <a:pt x="842386" y="2908997"/>
                  <a:pt x="1684773" y="2803489"/>
                  <a:pt x="2280975" y="2301072"/>
                </a:cubicBezTo>
                <a:cubicBezTo>
                  <a:pt x="2877177" y="1798654"/>
                  <a:pt x="3227195" y="899327"/>
                  <a:pt x="357721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883362-CCAA-3295-DAF9-AFB635081538}"/>
                  </a:ext>
                </a:extLst>
              </p:cNvPr>
              <p:cNvSpPr txBox="1"/>
              <p:nvPr/>
            </p:nvSpPr>
            <p:spPr>
              <a:xfrm>
                <a:off x="6626221" y="4873617"/>
                <a:ext cx="5972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883362-CCAA-3295-DAF9-AFB635081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221" y="4873617"/>
                <a:ext cx="59721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909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981200B-3183-76FA-523B-9C62F266B2EF}"/>
              </a:ext>
            </a:extLst>
          </p:cNvPr>
          <p:cNvCxnSpPr/>
          <p:nvPr/>
        </p:nvCxnSpPr>
        <p:spPr>
          <a:xfrm>
            <a:off x="1066800" y="3999244"/>
            <a:ext cx="9418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4873AF16-1DE7-DAC6-539F-9B371F0117ED}"/>
              </a:ext>
            </a:extLst>
          </p:cNvPr>
          <p:cNvSpPr/>
          <p:nvPr/>
        </p:nvSpPr>
        <p:spPr>
          <a:xfrm>
            <a:off x="746760" y="3359164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$3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37EB612-8EA7-68D3-3A0A-B53845832F3F}"/>
              </a:ext>
            </a:extLst>
          </p:cNvPr>
          <p:cNvSpPr/>
          <p:nvPr/>
        </p:nvSpPr>
        <p:spPr>
          <a:xfrm>
            <a:off x="2835498" y="3359164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$3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7CC83DC-F1D7-888D-37DB-E3952B510E0E}"/>
              </a:ext>
            </a:extLst>
          </p:cNvPr>
          <p:cNvSpPr/>
          <p:nvPr/>
        </p:nvSpPr>
        <p:spPr>
          <a:xfrm>
            <a:off x="4924236" y="3359164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$3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25353EC-49C3-FEDB-5F80-28C2DCFD77C4}"/>
              </a:ext>
            </a:extLst>
          </p:cNvPr>
          <p:cNvSpPr/>
          <p:nvPr/>
        </p:nvSpPr>
        <p:spPr>
          <a:xfrm>
            <a:off x="7012974" y="3359164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$3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34F0037-D022-C4A7-5C35-07BA12C9CE7E}"/>
              </a:ext>
            </a:extLst>
          </p:cNvPr>
          <p:cNvSpPr/>
          <p:nvPr/>
        </p:nvSpPr>
        <p:spPr>
          <a:xfrm>
            <a:off x="9101713" y="1256044"/>
            <a:ext cx="2743200" cy="2743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$103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2485041A-32BF-801F-769B-4A6ACC6D96BA}"/>
                  </a:ext>
                </a:extLst>
              </p:cNvPr>
              <p:cNvSpPr/>
              <p:nvPr/>
            </p:nvSpPr>
            <p:spPr>
              <a:xfrm>
                <a:off x="8820486" y="3999243"/>
                <a:ext cx="2011680" cy="1920240"/>
              </a:xfrm>
              <a:prstGeom prst="triangl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4.99</a:t>
                </a:r>
              </a:p>
            </p:txBody>
          </p:sp>
        </mc:Choice>
        <mc:Fallback xmlns=""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2485041A-32BF-801F-769B-4A6ACC6D96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0486" y="3999243"/>
                <a:ext cx="2011680" cy="1920240"/>
              </a:xfrm>
              <a:prstGeom prst="triangl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50F725-2322-A6D7-E429-7D0509C10D93}"/>
                  </a:ext>
                </a:extLst>
              </p:cNvPr>
              <p:cNvSpPr txBox="1"/>
              <p:nvPr/>
            </p:nvSpPr>
            <p:spPr>
              <a:xfrm>
                <a:off x="689517" y="4026005"/>
                <a:ext cx="7545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50F725-2322-A6D7-E429-7D0509C10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17" y="4026005"/>
                <a:ext cx="75456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038457B-9F79-770E-CFAA-B0CCBEBA693C}"/>
                  </a:ext>
                </a:extLst>
              </p:cNvPr>
              <p:cNvSpPr txBox="1"/>
              <p:nvPr/>
            </p:nvSpPr>
            <p:spPr>
              <a:xfrm>
                <a:off x="2778255" y="4029760"/>
                <a:ext cx="7545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038457B-9F79-770E-CFAA-B0CCBEBA6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255" y="4029760"/>
                <a:ext cx="75456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D685774-7B68-A01D-5C0D-FF8B26DD7DCC}"/>
                  </a:ext>
                </a:extLst>
              </p:cNvPr>
              <p:cNvSpPr txBox="1"/>
              <p:nvPr/>
            </p:nvSpPr>
            <p:spPr>
              <a:xfrm>
                <a:off x="4892939" y="4031611"/>
                <a:ext cx="7545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D685774-7B68-A01D-5C0D-FF8B26DD7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939" y="4031611"/>
                <a:ext cx="75456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74DA321-91BE-F07E-755B-51F59FC28B61}"/>
                  </a:ext>
                </a:extLst>
              </p:cNvPr>
              <p:cNvSpPr txBox="1"/>
              <p:nvPr/>
            </p:nvSpPr>
            <p:spPr>
              <a:xfrm>
                <a:off x="6954910" y="4026005"/>
                <a:ext cx="7545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74DA321-91BE-F07E-755B-51F59FC28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910" y="4026005"/>
                <a:ext cx="75456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D134F4B-9F27-7994-67DC-244B5861943C}"/>
                  </a:ext>
                </a:extLst>
              </p:cNvPr>
              <p:cNvSpPr txBox="1"/>
              <p:nvPr/>
            </p:nvSpPr>
            <p:spPr>
              <a:xfrm>
                <a:off x="10077600" y="3999244"/>
                <a:ext cx="7545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D134F4B-9F27-7994-67DC-244B58619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7600" y="3999244"/>
                <a:ext cx="75456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07319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648B71-A26F-4CA1-F434-9CFD7391F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1AE2-05D5-2040-0CD7-4A5967B2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14478-3362-9512-BDFB-6332AFB7F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Pricing Financial Assets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2403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>
            <a:extLst>
              <a:ext uri="{FF2B5EF4-FFF2-40B4-BE49-F238E27FC236}">
                <a16:creationId xmlns:a16="http://schemas.microsoft.com/office/drawing/2014/main" id="{6F637F3A-4B4A-3112-AC96-853FD1BB6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398" y="457200"/>
            <a:ext cx="5735204" cy="5943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09957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3679A5BF-932E-F682-D526-D3E57290A8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7168186"/>
              </p:ext>
            </p:extLst>
          </p:nvPr>
        </p:nvGraphicFramePr>
        <p:xfrm>
          <a:off x="609600" y="1234440"/>
          <a:ext cx="10972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2513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Chart bld="series"/>
        </p:bldSub>
      </p:bldGraphic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9ADC0D31-E0AA-46E0-E0DC-0DBFC75064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7935240"/>
              </p:ext>
            </p:extLst>
          </p:nvPr>
        </p:nvGraphicFramePr>
        <p:xfrm>
          <a:off x="609600" y="1586753"/>
          <a:ext cx="10972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252994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7E965-5182-9DAE-EA0C-AAAE0A04C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B987DA0-3DC5-BB2B-A4C5-43D35DC1DA7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1586753"/>
          <a:ext cx="10972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496914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C2202-2CA2-4FC3-A3F6-BA91EAFCE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yield curve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A52EFC-0274-EEE7-EF1A-F98852D897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Proper cash flow valuation: Use zero-coupon discount rates for each payment date</a:t>
            </a:r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FEA249-9E5D-B653-31E8-F89F65874409}"/>
              </a:ext>
            </a:extLst>
          </p:cNvPr>
          <p:cNvCxnSpPr>
            <a:cxnSpLocks/>
          </p:cNvCxnSpPr>
          <p:nvPr/>
        </p:nvCxnSpPr>
        <p:spPr>
          <a:xfrm flipV="1">
            <a:off x="7684730" y="3041168"/>
            <a:ext cx="0" cy="2287152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non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B3390A-B179-77EA-368C-5ADF46DC17BE}"/>
              </a:ext>
            </a:extLst>
          </p:cNvPr>
          <p:cNvCxnSpPr>
            <a:cxnSpLocks/>
          </p:cNvCxnSpPr>
          <p:nvPr/>
        </p:nvCxnSpPr>
        <p:spPr>
          <a:xfrm>
            <a:off x="7094482" y="3068523"/>
            <a:ext cx="594360" cy="0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oval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1563CE0-C903-4EB2-5BDB-90A2DEDDCAF8}"/>
              </a:ext>
            </a:extLst>
          </p:cNvPr>
          <p:cNvSpPr/>
          <p:nvPr/>
        </p:nvSpPr>
        <p:spPr>
          <a:xfrm>
            <a:off x="7099196" y="1852448"/>
            <a:ext cx="4110087" cy="2286000"/>
          </a:xfrm>
          <a:custGeom>
            <a:avLst/>
            <a:gdLst>
              <a:gd name="connsiteX0" fmla="*/ 0 w 4110087"/>
              <a:gd name="connsiteY0" fmla="*/ 2158738 h 2158738"/>
              <a:gd name="connsiteX1" fmla="*/ 688157 w 4110087"/>
              <a:gd name="connsiteY1" fmla="*/ 1074656 h 2158738"/>
              <a:gd name="connsiteX2" fmla="*/ 2432116 w 4110087"/>
              <a:gd name="connsiteY2" fmla="*/ 263950 h 2158738"/>
              <a:gd name="connsiteX3" fmla="*/ 4110087 w 4110087"/>
              <a:gd name="connsiteY3" fmla="*/ 0 h 2158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0087" h="2158738">
                <a:moveTo>
                  <a:pt x="0" y="2158738"/>
                </a:moveTo>
                <a:cubicBezTo>
                  <a:pt x="141402" y="1774596"/>
                  <a:pt x="282804" y="1390454"/>
                  <a:pt x="688157" y="1074656"/>
                </a:cubicBezTo>
                <a:cubicBezTo>
                  <a:pt x="1093510" y="758858"/>
                  <a:pt x="1861794" y="443059"/>
                  <a:pt x="2432116" y="263950"/>
                </a:cubicBezTo>
                <a:cubicBezTo>
                  <a:pt x="3002438" y="84841"/>
                  <a:pt x="3556262" y="42420"/>
                  <a:pt x="4110087" y="0"/>
                </a:cubicBezTo>
              </a:path>
            </a:pathLst>
          </a:custGeom>
          <a:ln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1AB3C7-99F0-DC0F-6791-DFF911BFFC91}"/>
                  </a:ext>
                </a:extLst>
              </p:cNvPr>
              <p:cNvSpPr txBox="1"/>
              <p:nvPr/>
            </p:nvSpPr>
            <p:spPr>
              <a:xfrm>
                <a:off x="6231119" y="5074199"/>
                <a:ext cx="5421225" cy="661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0.01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0.05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0.07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1AB3C7-99F0-DC0F-6791-DFF911BFF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119" y="5074199"/>
                <a:ext cx="5421225" cy="6619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D70354FB-D887-7C53-7CB9-7155AAACCAB7}"/>
              </a:ext>
            </a:extLst>
          </p:cNvPr>
          <p:cNvSpPr/>
          <p:nvPr/>
        </p:nvSpPr>
        <p:spPr>
          <a:xfrm>
            <a:off x="7400041" y="5332637"/>
            <a:ext cx="548640" cy="4572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8025BF-9A6A-4A4D-FBEB-B106CFDC9C6A}"/>
              </a:ext>
            </a:extLst>
          </p:cNvPr>
          <p:cNvSpPr txBox="1"/>
          <p:nvPr/>
        </p:nvSpPr>
        <p:spPr>
          <a:xfrm>
            <a:off x="6675409" y="2914635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1"/>
                </a:solidFill>
              </a:rPr>
              <a:t>1%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D5D800-C603-98C1-4E1C-9BB3B585B72B}"/>
              </a:ext>
            </a:extLst>
          </p:cNvPr>
          <p:cNvCxnSpPr>
            <a:cxnSpLocks/>
          </p:cNvCxnSpPr>
          <p:nvPr/>
        </p:nvCxnSpPr>
        <p:spPr>
          <a:xfrm flipV="1">
            <a:off x="9009510" y="2309567"/>
            <a:ext cx="2515" cy="3009458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non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AEED4E0-E66A-F869-00AA-B34352E9CEAF}"/>
              </a:ext>
            </a:extLst>
          </p:cNvPr>
          <p:cNvSpPr/>
          <p:nvPr/>
        </p:nvSpPr>
        <p:spPr>
          <a:xfrm>
            <a:off x="8724821" y="5332637"/>
            <a:ext cx="548640" cy="4572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6D9928A-B614-91A6-5557-D75D1247A210}"/>
              </a:ext>
            </a:extLst>
          </p:cNvPr>
          <p:cNvCxnSpPr>
            <a:cxnSpLocks/>
          </p:cNvCxnSpPr>
          <p:nvPr/>
        </p:nvCxnSpPr>
        <p:spPr>
          <a:xfrm flipV="1">
            <a:off x="11027658" y="1852448"/>
            <a:ext cx="0" cy="3466577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non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83F86B49-95E0-5C86-124E-15FAA725182E}"/>
              </a:ext>
            </a:extLst>
          </p:cNvPr>
          <p:cNvSpPr/>
          <p:nvPr/>
        </p:nvSpPr>
        <p:spPr>
          <a:xfrm>
            <a:off x="10742969" y="5332637"/>
            <a:ext cx="548640" cy="4572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5D68A8-EEC0-3401-0616-D4E99872C8A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047821" y="1367839"/>
            <a:ext cx="0" cy="1920240"/>
          </a:xfrm>
          <a:prstGeom prst="line">
            <a:avLst/>
          </a:prstGeom>
          <a:ln>
            <a:solidFill>
              <a:schemeClr val="accent1"/>
            </a:solidFill>
            <a:headEnd type="oval" w="lg" len="lg"/>
            <a:tailEnd type="non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7E8F60B-76FD-C30F-8207-3F8E5B737276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68364" y="-98954"/>
            <a:ext cx="0" cy="3931920"/>
          </a:xfrm>
          <a:prstGeom prst="line">
            <a:avLst/>
          </a:prstGeom>
          <a:ln>
            <a:solidFill>
              <a:schemeClr val="accent1"/>
            </a:solidFill>
            <a:headEnd type="oval" w="lg" len="lg"/>
            <a:tailEnd type="non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CD4C613-115E-D21A-A323-2C0E7047BB31}"/>
              </a:ext>
            </a:extLst>
          </p:cNvPr>
          <p:cNvCxnSpPr/>
          <p:nvPr/>
        </p:nvCxnSpPr>
        <p:spPr>
          <a:xfrm flipV="1">
            <a:off x="7094483" y="1663911"/>
            <a:ext cx="0" cy="24688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D9F8E51-DC95-8080-F2CF-191B34985175}"/>
              </a:ext>
            </a:extLst>
          </p:cNvPr>
          <p:cNvSpPr txBox="1"/>
          <p:nvPr/>
        </p:nvSpPr>
        <p:spPr>
          <a:xfrm>
            <a:off x="6675409" y="2174069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1"/>
                </a:solidFill>
              </a:rPr>
              <a:t>5%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008C0E-CF10-E700-82C4-C760CAD9ED20}"/>
              </a:ext>
            </a:extLst>
          </p:cNvPr>
          <p:cNvSpPr txBox="1"/>
          <p:nvPr/>
        </p:nvSpPr>
        <p:spPr>
          <a:xfrm>
            <a:off x="6675409" y="1713117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accent1"/>
                </a:solidFill>
              </a:rPr>
              <a:t>7%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34FFE03-9856-E4AF-82FE-384D50A55A6B}"/>
                  </a:ext>
                </a:extLst>
              </p:cNvPr>
              <p:cNvSpPr txBox="1"/>
              <p:nvPr/>
            </p:nvSpPr>
            <p:spPr>
              <a:xfrm>
                <a:off x="7509041" y="4144041"/>
                <a:ext cx="351378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34FFE03-9856-E4AF-82FE-384D50A55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041" y="4144041"/>
                <a:ext cx="351378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455E9FB-5A4C-30F7-2DE1-D23D6604EA6A}"/>
                  </a:ext>
                </a:extLst>
              </p:cNvPr>
              <p:cNvSpPr txBox="1"/>
              <p:nvPr/>
            </p:nvSpPr>
            <p:spPr>
              <a:xfrm>
                <a:off x="8832252" y="4144041"/>
                <a:ext cx="351378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455E9FB-5A4C-30F7-2DE1-D23D6604E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2252" y="4144041"/>
                <a:ext cx="351378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47AC63A-B2E2-FEFB-4F3C-B52D12EF1D29}"/>
                  </a:ext>
                </a:extLst>
              </p:cNvPr>
              <p:cNvSpPr txBox="1"/>
              <p:nvPr/>
            </p:nvSpPr>
            <p:spPr>
              <a:xfrm>
                <a:off x="10841600" y="4144041"/>
                <a:ext cx="351378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47AC63A-B2E2-FEFB-4F3C-B52D12EF1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1600" y="4144041"/>
                <a:ext cx="351378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F0A4D7-3F93-F6E9-85D4-73B122B94FCC}"/>
              </a:ext>
            </a:extLst>
          </p:cNvPr>
          <p:cNvCxnSpPr>
            <a:cxnSpLocks/>
          </p:cNvCxnSpPr>
          <p:nvPr/>
        </p:nvCxnSpPr>
        <p:spPr>
          <a:xfrm rot="5400000" flipV="1">
            <a:off x="9151883" y="2081048"/>
            <a:ext cx="0" cy="411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6DD0D84-8728-9D1D-D258-C17DC2462D73}"/>
              </a:ext>
            </a:extLst>
          </p:cNvPr>
          <p:cNvSpPr txBox="1"/>
          <p:nvPr/>
        </p:nvSpPr>
        <p:spPr>
          <a:xfrm>
            <a:off x="6433855" y="1348402"/>
            <a:ext cx="1337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Discount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BF7072F-9B3B-F158-D350-E607A55F26FD}"/>
                  </a:ext>
                </a:extLst>
              </p:cNvPr>
              <p:cNvSpPr txBox="1"/>
              <p:nvPr/>
            </p:nvSpPr>
            <p:spPr>
              <a:xfrm>
                <a:off x="11219652" y="3961654"/>
                <a:ext cx="35137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600" dirty="0">
                  <a:latin typeface="+mj-lt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BF7072F-9B3B-F158-D350-E607A55F2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9652" y="3961654"/>
                <a:ext cx="351377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5286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7" grpId="0" animBg="1"/>
      <p:bldP spid="19" grpId="0" animBg="1"/>
      <p:bldP spid="23" grpId="0"/>
      <p:bldP spid="2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9ADC0D31-E0AA-46E0-E0DC-0DBFC75064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6852660"/>
              </p:ext>
            </p:extLst>
          </p:nvPr>
        </p:nvGraphicFramePr>
        <p:xfrm>
          <a:off x="466165" y="1353670"/>
          <a:ext cx="10972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B121BD8-EEF5-86AE-3303-18A1C21BC9EA}"/>
              </a:ext>
            </a:extLst>
          </p:cNvPr>
          <p:cNvSpPr txBox="1"/>
          <p:nvPr/>
        </p:nvSpPr>
        <p:spPr>
          <a:xfrm>
            <a:off x="2161575" y="2120192"/>
            <a:ext cx="1740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</a:rPr>
              <a:t>Bond from risky country Green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D3EAFB-ED39-0ED4-9791-FA4E3254F4B2}"/>
              </a:ext>
            </a:extLst>
          </p:cNvPr>
          <p:cNvSpPr txBox="1"/>
          <p:nvPr/>
        </p:nvSpPr>
        <p:spPr>
          <a:xfrm>
            <a:off x="4474362" y="1371600"/>
            <a:ext cx="1740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3"/>
                </a:solidFill>
              </a:rPr>
              <a:t>Bond from riskier country Orange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20AD2-6E84-04DF-5ECC-8E17877C427C}"/>
              </a:ext>
            </a:extLst>
          </p:cNvPr>
          <p:cNvSpPr txBox="1"/>
          <p:nvPr/>
        </p:nvSpPr>
        <p:spPr>
          <a:xfrm>
            <a:off x="1567215" y="2821599"/>
            <a:ext cx="1188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i="1" dirty="0">
                <a:solidFill>
                  <a:schemeClr val="accent2"/>
                </a:solidFill>
              </a:rPr>
              <a:t>Country risk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25C392-1B68-0E55-08F7-BAD5CFE6D552}"/>
              </a:ext>
            </a:extLst>
          </p:cNvPr>
          <p:cNvSpPr txBox="1"/>
          <p:nvPr/>
        </p:nvSpPr>
        <p:spPr>
          <a:xfrm>
            <a:off x="5649604" y="2315023"/>
            <a:ext cx="1188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3"/>
                </a:solidFill>
              </a:rPr>
              <a:t>Country risk</a:t>
            </a:r>
          </a:p>
        </p:txBody>
      </p:sp>
    </p:spTree>
    <p:extLst>
      <p:ext uri="{BB962C8B-B14F-4D97-AF65-F5344CB8AC3E}">
        <p14:creationId xmlns:p14="http://schemas.microsoft.com/office/powerpoint/2010/main" val="61704657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Ever Seen Old Stock Certificates? | Budgets Are Sexy">
            <a:extLst>
              <a:ext uri="{FF2B5EF4-FFF2-40B4-BE49-F238E27FC236}">
                <a16:creationId xmlns:a16="http://schemas.microsoft.com/office/drawing/2014/main" id="{52A631C5-83A9-F81D-064D-21DA128EB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680" y="228600"/>
            <a:ext cx="9468639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42274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y Monkey Can Beat the Market! Really? | Safal Niveshak">
            <a:extLst>
              <a:ext uri="{FF2B5EF4-FFF2-40B4-BE49-F238E27FC236}">
                <a16:creationId xmlns:a16="http://schemas.microsoft.com/office/drawing/2014/main" id="{31F094C4-5682-2EE2-9FF4-A4DDA57D2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360" y="247353"/>
            <a:ext cx="5669280" cy="6363293"/>
          </a:xfrm>
          <a:prstGeom prst="rect">
            <a:avLst/>
          </a:prstGeom>
          <a:ln w="127000" cap="sq">
            <a:noFill/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2797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616FD2-8FC0-3E2F-88E8-F2E46E691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F5684-2500-DAAB-5CD5-3FE0A1894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4E715-1945-F53E-FF70-8CD77209C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Pricing Financial Assets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29411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1A954D-C704-73C9-C6B1-CE22B3B1DB52}"/>
              </a:ext>
            </a:extLst>
          </p:cNvPr>
          <p:cNvCxnSpPr>
            <a:cxnSpLocks/>
          </p:cNvCxnSpPr>
          <p:nvPr/>
        </p:nvCxnSpPr>
        <p:spPr>
          <a:xfrm rot="3900000">
            <a:off x="6006110" y="726403"/>
            <a:ext cx="0" cy="548640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08E4062-4D61-54CA-DCB9-3B37B9C21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premium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A4D9182-DDE0-C3CF-960F-FE02CE1B24DB}"/>
              </a:ext>
            </a:extLst>
          </p:cNvPr>
          <p:cNvCxnSpPr>
            <a:cxnSpLocks/>
          </p:cNvCxnSpPr>
          <p:nvPr/>
        </p:nvCxnSpPr>
        <p:spPr>
          <a:xfrm flipV="1">
            <a:off x="3519928" y="1833923"/>
            <a:ext cx="0" cy="411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11F356F-73ED-1FF8-1791-8053263B773E}"/>
              </a:ext>
            </a:extLst>
          </p:cNvPr>
          <p:cNvCxnSpPr>
            <a:cxnSpLocks/>
          </p:cNvCxnSpPr>
          <p:nvPr/>
        </p:nvCxnSpPr>
        <p:spPr>
          <a:xfrm rot="5400000" flipV="1">
            <a:off x="6034528" y="3434123"/>
            <a:ext cx="0" cy="5029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F4FF8A5-00A9-45D4-C07D-F4E0BCA03A77}"/>
              </a:ext>
            </a:extLst>
          </p:cNvPr>
          <p:cNvCxnSpPr>
            <a:cxnSpLocks/>
          </p:cNvCxnSpPr>
          <p:nvPr/>
        </p:nvCxnSpPr>
        <p:spPr>
          <a:xfrm rot="5400000">
            <a:off x="6034528" y="2122712"/>
            <a:ext cx="0" cy="50292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D8BD9D9-EC4B-242A-6D40-75F489E42E4C}"/>
                  </a:ext>
                </a:extLst>
              </p:cNvPr>
              <p:cNvSpPr txBox="1"/>
              <p:nvPr/>
            </p:nvSpPr>
            <p:spPr>
              <a:xfrm>
                <a:off x="2864297" y="1949846"/>
                <a:ext cx="6556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D8BD9D9-EC4B-242A-6D40-75F489E42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297" y="1949846"/>
                <a:ext cx="655629" cy="369332"/>
              </a:xfrm>
              <a:prstGeom prst="rect">
                <a:avLst/>
              </a:prstGeom>
              <a:blipFill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470749F-3B4F-4CEF-C6D6-00D9B4E561D1}"/>
                  </a:ext>
                </a:extLst>
              </p:cNvPr>
              <p:cNvSpPr txBox="1"/>
              <p:nvPr/>
            </p:nvSpPr>
            <p:spPr>
              <a:xfrm>
                <a:off x="8087168" y="5948723"/>
                <a:ext cx="368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470749F-3B4F-4CEF-C6D6-00D9B4E56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168" y="5948723"/>
                <a:ext cx="3682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15FABE5-056B-32A0-FF0A-6110DE39AA60}"/>
              </a:ext>
            </a:extLst>
          </p:cNvPr>
          <p:cNvCxnSpPr>
            <a:cxnSpLocks/>
          </p:cNvCxnSpPr>
          <p:nvPr/>
        </p:nvCxnSpPr>
        <p:spPr>
          <a:xfrm>
            <a:off x="6890657" y="4637312"/>
            <a:ext cx="0" cy="12801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84329F1-0C8F-E82D-2A65-A8E7804FE7FF}"/>
              </a:ext>
            </a:extLst>
          </p:cNvPr>
          <p:cNvCxnSpPr>
            <a:cxnSpLocks/>
          </p:cNvCxnSpPr>
          <p:nvPr/>
        </p:nvCxnSpPr>
        <p:spPr>
          <a:xfrm>
            <a:off x="6890657" y="3058883"/>
            <a:ext cx="0" cy="15544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6AF56A5-5062-F752-10DC-89D529D80588}"/>
              </a:ext>
            </a:extLst>
          </p:cNvPr>
          <p:cNvSpPr txBox="1"/>
          <p:nvPr/>
        </p:nvSpPr>
        <p:spPr>
          <a:xfrm>
            <a:off x="6890657" y="3706657"/>
            <a:ext cx="1443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Risk premium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B28BEA-45EF-594C-3C62-5FE599698B1E}"/>
              </a:ext>
            </a:extLst>
          </p:cNvPr>
          <p:cNvSpPr txBox="1"/>
          <p:nvPr/>
        </p:nvSpPr>
        <p:spPr>
          <a:xfrm>
            <a:off x="6890657" y="5136152"/>
            <a:ext cx="1597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Risk-free return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09299BFB-374F-CCF4-0D0A-9E93C58808FC}"/>
              </a:ext>
            </a:extLst>
          </p:cNvPr>
          <p:cNvSpPr/>
          <p:nvPr/>
        </p:nvSpPr>
        <p:spPr>
          <a:xfrm>
            <a:off x="3519926" y="4186518"/>
            <a:ext cx="1329979" cy="1280159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E21CE1-77E4-8359-D262-B3417F315872}"/>
                  </a:ext>
                </a:extLst>
              </p:cNvPr>
              <p:cNvSpPr txBox="1"/>
              <p:nvPr/>
            </p:nvSpPr>
            <p:spPr>
              <a:xfrm>
                <a:off x="4125030" y="4267980"/>
                <a:ext cx="3872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E21CE1-77E4-8359-D262-B3417F315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030" y="4267980"/>
                <a:ext cx="387221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058372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D9A0E-4E73-3647-EDB6-858CA8FD8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Forwards and futures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27AB33E-6228-BD45-5907-2CF13C3807E3}"/>
              </a:ext>
            </a:extLst>
          </p:cNvPr>
          <p:cNvCxnSpPr/>
          <p:nvPr/>
        </p:nvCxnSpPr>
        <p:spPr>
          <a:xfrm flipV="1">
            <a:off x="1752600" y="3507828"/>
            <a:ext cx="86868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E1ED9C0-73FF-A0EA-5751-E7178EF52026}"/>
              </a:ext>
            </a:extLst>
          </p:cNvPr>
          <p:cNvCxnSpPr/>
          <p:nvPr/>
        </p:nvCxnSpPr>
        <p:spPr>
          <a:xfrm>
            <a:off x="2538248" y="3342290"/>
            <a:ext cx="0" cy="33895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0D2E47-BCC9-9938-11C0-FD8666CB5DD6}"/>
              </a:ext>
            </a:extLst>
          </p:cNvPr>
          <p:cNvCxnSpPr/>
          <p:nvPr/>
        </p:nvCxnSpPr>
        <p:spPr>
          <a:xfrm>
            <a:off x="9012620" y="3337035"/>
            <a:ext cx="0" cy="33895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8489B9-945A-099A-74AF-03117C44F309}"/>
                  </a:ext>
                </a:extLst>
              </p:cNvPr>
              <p:cNvSpPr txBox="1"/>
              <p:nvPr/>
            </p:nvSpPr>
            <p:spPr>
              <a:xfrm>
                <a:off x="846608" y="2756546"/>
                <a:ext cx="33832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400" dirty="0"/>
              </a:p>
              <a:p>
                <a:pPr algn="ctr"/>
                <a:r>
                  <a:rPr lang="en-US" sz="1400" dirty="0"/>
                  <a:t>Agree to sell/buy at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1400" dirty="0"/>
                  <a:t> at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=$100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8489B9-945A-099A-74AF-03117C44F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608" y="2756546"/>
                <a:ext cx="3383280" cy="523220"/>
              </a:xfrm>
              <a:prstGeom prst="rect">
                <a:avLst/>
              </a:prstGeom>
              <a:blipFill>
                <a:blip r:embed="rId2"/>
                <a:stretch>
                  <a:fillRect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A28960-29DE-F451-F3B2-458B25B3A810}"/>
                  </a:ext>
                </a:extLst>
              </p:cNvPr>
              <p:cNvSpPr txBox="1"/>
              <p:nvPr/>
            </p:nvSpPr>
            <p:spPr>
              <a:xfrm>
                <a:off x="7320980" y="2769256"/>
                <a:ext cx="33832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sz="1400" dirty="0"/>
              </a:p>
              <a:p>
                <a:pPr algn="ctr"/>
                <a:r>
                  <a:rPr lang="en-US" sz="1400" dirty="0"/>
                  <a:t>Sell/buy at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1400" dirty="0"/>
                  <a:t> at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=$100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A28960-29DE-F451-F3B2-458B25B3A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980" y="2769256"/>
                <a:ext cx="3383280" cy="523220"/>
              </a:xfrm>
              <a:prstGeom prst="rect">
                <a:avLst/>
              </a:prstGeom>
              <a:blipFill>
                <a:blip r:embed="rId3"/>
                <a:stretch>
                  <a:fillRect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785AB93-3E2D-24B0-60FB-EBFBF2627603}"/>
                  </a:ext>
                </a:extLst>
              </p:cNvPr>
              <p:cNvSpPr txBox="1"/>
              <p:nvPr/>
            </p:nvSpPr>
            <p:spPr>
              <a:xfrm>
                <a:off x="7092380" y="3710471"/>
                <a:ext cx="384048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sz="1400" dirty="0">
                  <a:solidFill>
                    <a:schemeClr val="accent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accent1"/>
                    </a:solidFill>
                  </a:rPr>
                  <a:t>Spot (market) price: $90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4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accent1"/>
                    </a:solidFill>
                  </a:rPr>
                  <a:t>Fwd</a:t>
                </a:r>
                <a:r>
                  <a:rPr lang="en-US" sz="1400" dirty="0">
                    <a:solidFill>
                      <a:schemeClr val="accent1"/>
                    </a:solidFill>
                  </a:rPr>
                  <a:t> buyer wins</a:t>
                </a:r>
              </a:p>
              <a:p>
                <a:pPr algn="ctr"/>
                <a:r>
                  <a:rPr lang="en-US" sz="1400" dirty="0">
                    <a:solidFill>
                      <a:schemeClr val="accent1"/>
                    </a:solidFill>
                  </a:rPr>
                  <a:t>Spot (market) price: $110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400" dirty="0">
                    <a:solidFill>
                      <a:schemeClr val="accent1"/>
                    </a:solidFill>
                  </a:rPr>
                  <a:t> Fwd Seller wins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785AB93-3E2D-24B0-60FB-EBFBF2627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380" y="3710471"/>
                <a:ext cx="3840480" cy="738664"/>
              </a:xfrm>
              <a:prstGeom prst="rect">
                <a:avLst/>
              </a:prstGeom>
              <a:blipFill>
                <a:blip r:embed="rId4"/>
                <a:stretch>
                  <a:fillRect b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890769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1BD79-ED9F-55D5-28F1-25122A3BC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83D14-D087-6DB7-F1ED-F588E144C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Interest rate swaps (</a:t>
            </a:r>
            <a:r>
              <a:rPr lang="en-US" dirty="0" err="1"/>
              <a:t>cont</a:t>
            </a:r>
            <a:r>
              <a:rPr lang="en-US" dirty="0"/>
              <a:t>…)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Interest rate swaps </a:t>
            </a:r>
            <a:r>
              <a:rPr lang="en-US" dirty="0"/>
              <a:t>are agreements between two counterparties to exchange periodic interest rate payments over some future period, based on an agree-upon amount of principal (the notional principal)</a:t>
            </a:r>
          </a:p>
          <a:p>
            <a:endParaRPr lang="en-US" dirty="0"/>
          </a:p>
        </p:txBody>
      </p:sp>
      <p:pic>
        <p:nvPicPr>
          <p:cNvPr id="6" name="Graphic 5" descr="Bank outline">
            <a:extLst>
              <a:ext uri="{FF2B5EF4-FFF2-40B4-BE49-F238E27FC236}">
                <a16:creationId xmlns:a16="http://schemas.microsoft.com/office/drawing/2014/main" id="{ACAE930C-E826-64D1-EE0E-82A3C633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91393" y="4030014"/>
            <a:ext cx="1371600" cy="1371600"/>
          </a:xfrm>
          <a:prstGeom prst="rect">
            <a:avLst/>
          </a:prstGeom>
        </p:spPr>
      </p:pic>
      <p:pic>
        <p:nvPicPr>
          <p:cNvPr id="7" name="Graphic 6" descr="Production outline">
            <a:extLst>
              <a:ext uri="{FF2B5EF4-FFF2-40B4-BE49-F238E27FC236}">
                <a16:creationId xmlns:a16="http://schemas.microsoft.com/office/drawing/2014/main" id="{5415850B-CA9B-03E3-A30E-46E8AC727E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4753" y="4045168"/>
            <a:ext cx="1371600" cy="1371600"/>
          </a:xfrm>
          <a:prstGeom prst="rect">
            <a:avLst/>
          </a:prstGeom>
        </p:spPr>
      </p:pic>
      <p:pic>
        <p:nvPicPr>
          <p:cNvPr id="8" name="Graphic 7" descr="Bank outline">
            <a:extLst>
              <a:ext uri="{FF2B5EF4-FFF2-40B4-BE49-F238E27FC236}">
                <a16:creationId xmlns:a16="http://schemas.microsoft.com/office/drawing/2014/main" id="{26CC7E08-5FBB-262D-8551-342B0C22D6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39688" y="4019224"/>
            <a:ext cx="1371600" cy="1371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82750B-5E14-FE87-CAE5-BDA960BB90E1}"/>
              </a:ext>
            </a:extLst>
          </p:cNvPr>
          <p:cNvSpPr txBox="1"/>
          <p:nvPr/>
        </p:nvSpPr>
        <p:spPr>
          <a:xfrm>
            <a:off x="1553446" y="3647177"/>
            <a:ext cx="1645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+mj-lt"/>
              </a:rPr>
              <a:t>Commercial bank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AF9CDF-5CE6-48C0-7E09-4767939BE777}"/>
              </a:ext>
            </a:extLst>
          </p:cNvPr>
          <p:cNvSpPr txBox="1"/>
          <p:nvPr/>
        </p:nvSpPr>
        <p:spPr>
          <a:xfrm>
            <a:off x="5497714" y="3647177"/>
            <a:ext cx="1645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  <a:latin typeface="+mj-lt"/>
              </a:rPr>
              <a:t>Business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5A4809-E2EA-2F3D-78BB-E6864D8C41ED}"/>
              </a:ext>
            </a:extLst>
          </p:cNvPr>
          <p:cNvSpPr txBox="1"/>
          <p:nvPr/>
        </p:nvSpPr>
        <p:spPr>
          <a:xfrm>
            <a:off x="9600953" y="3647177"/>
            <a:ext cx="1645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3"/>
                </a:solidFill>
                <a:latin typeface="+mj-lt"/>
              </a:rPr>
              <a:t>Swap dealer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A1F374-085D-6A7C-DAA5-0D4B543E782C}"/>
              </a:ext>
            </a:extLst>
          </p:cNvPr>
          <p:cNvCxnSpPr/>
          <p:nvPr/>
        </p:nvCxnSpPr>
        <p:spPr>
          <a:xfrm>
            <a:off x="3194372" y="4414500"/>
            <a:ext cx="2525110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FCFC9D5-7763-AB8B-4F14-42C6C4BE7B01}"/>
              </a:ext>
            </a:extLst>
          </p:cNvPr>
          <p:cNvSpPr txBox="1"/>
          <p:nvPr/>
        </p:nvSpPr>
        <p:spPr>
          <a:xfrm>
            <a:off x="3324176" y="4128740"/>
            <a:ext cx="2333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+mj-lt"/>
              </a:rPr>
              <a:t>$1 million loan (5 years)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CBB728F-8913-88FD-E549-BE01A407DF11}"/>
              </a:ext>
            </a:extLst>
          </p:cNvPr>
          <p:cNvCxnSpPr>
            <a:cxnSpLocks/>
          </p:cNvCxnSpPr>
          <p:nvPr/>
        </p:nvCxnSpPr>
        <p:spPr>
          <a:xfrm flipH="1">
            <a:off x="3194372" y="4852415"/>
            <a:ext cx="2525110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9615019-97B9-499C-DB85-FBC8A40A5977}"/>
              </a:ext>
            </a:extLst>
          </p:cNvPr>
          <p:cNvSpPr txBox="1"/>
          <p:nvPr/>
        </p:nvSpPr>
        <p:spPr>
          <a:xfrm>
            <a:off x="3290279" y="4852415"/>
            <a:ext cx="2333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2"/>
                </a:solidFill>
                <a:latin typeface="+mj-lt"/>
              </a:rPr>
              <a:t>LIBOR + 1%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592E7A-A35C-627B-2AB7-E0C31BD629C2}"/>
              </a:ext>
            </a:extLst>
          </p:cNvPr>
          <p:cNvCxnSpPr/>
          <p:nvPr/>
        </p:nvCxnSpPr>
        <p:spPr>
          <a:xfrm>
            <a:off x="7017509" y="4414500"/>
            <a:ext cx="2525110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E52275C-D63C-A81C-CFD2-C9DA4EC8D34F}"/>
              </a:ext>
            </a:extLst>
          </p:cNvPr>
          <p:cNvSpPr txBox="1"/>
          <p:nvPr/>
        </p:nvSpPr>
        <p:spPr>
          <a:xfrm>
            <a:off x="7143634" y="4122453"/>
            <a:ext cx="2333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2"/>
                </a:solidFill>
                <a:latin typeface="+mj-lt"/>
              </a:rPr>
              <a:t>Fixed rate (</a:t>
            </a:r>
            <a:r>
              <a:rPr lang="en-US" sz="1200">
                <a:solidFill>
                  <a:schemeClr val="accent2"/>
                </a:solidFill>
                <a:latin typeface="+mj-lt"/>
              </a:rPr>
              <a:t>5 years)</a:t>
            </a:r>
            <a:endParaRPr lang="en-US" sz="1200" dirty="0">
              <a:solidFill>
                <a:schemeClr val="accent2"/>
              </a:solidFill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854CC30-4E4F-EC6E-9A86-8DCBBB25F3E0}"/>
              </a:ext>
            </a:extLst>
          </p:cNvPr>
          <p:cNvCxnSpPr>
            <a:cxnSpLocks/>
          </p:cNvCxnSpPr>
          <p:nvPr/>
        </p:nvCxnSpPr>
        <p:spPr>
          <a:xfrm flipH="1">
            <a:off x="7017509" y="4852415"/>
            <a:ext cx="2525110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BED4E2F-4DD7-870F-B65C-3FE75FAD7962}"/>
              </a:ext>
            </a:extLst>
          </p:cNvPr>
          <p:cNvSpPr txBox="1"/>
          <p:nvPr/>
        </p:nvSpPr>
        <p:spPr>
          <a:xfrm>
            <a:off x="7113416" y="4852415"/>
            <a:ext cx="2333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/>
                </a:solidFill>
                <a:latin typeface="+mj-lt"/>
              </a:rPr>
              <a:t>LIBOR + 1%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88FA750F-87A2-0AC7-CD48-35A6A67BE577}"/>
              </a:ext>
            </a:extLst>
          </p:cNvPr>
          <p:cNvSpPr/>
          <p:nvPr/>
        </p:nvSpPr>
        <p:spPr>
          <a:xfrm rot="16200000">
            <a:off x="4297433" y="3476872"/>
            <a:ext cx="182880" cy="402336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7D068B-2232-40A0-9395-39929D27AE88}"/>
              </a:ext>
            </a:extLst>
          </p:cNvPr>
          <p:cNvSpPr txBox="1"/>
          <p:nvPr/>
        </p:nvSpPr>
        <p:spPr>
          <a:xfrm>
            <a:off x="3222225" y="5631227"/>
            <a:ext cx="2333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+mj-lt"/>
              </a:rPr>
              <a:t>Loan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FAD2B9D8-D98B-E402-3AEB-CD6ACB223DDC}"/>
              </a:ext>
            </a:extLst>
          </p:cNvPr>
          <p:cNvSpPr/>
          <p:nvPr/>
        </p:nvSpPr>
        <p:spPr>
          <a:xfrm rot="16200000">
            <a:off x="8320793" y="3476872"/>
            <a:ext cx="182880" cy="402336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6CA305-48B9-49E0-CAAB-DC25CB31CCBC}"/>
              </a:ext>
            </a:extLst>
          </p:cNvPr>
          <p:cNvSpPr txBox="1"/>
          <p:nvPr/>
        </p:nvSpPr>
        <p:spPr>
          <a:xfrm>
            <a:off x="7245585" y="5624940"/>
            <a:ext cx="2333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+mj-lt"/>
              </a:rPr>
              <a:t>Interest rate swap</a:t>
            </a:r>
          </a:p>
        </p:txBody>
      </p:sp>
    </p:spTree>
    <p:extLst>
      <p:ext uri="{BB962C8B-B14F-4D97-AF65-F5344CB8AC3E}">
        <p14:creationId xmlns:p14="http://schemas.microsoft.com/office/powerpoint/2010/main" val="3732831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19" grpId="0"/>
      <p:bldP spid="22" grpId="0" animBg="1"/>
      <p:bldP spid="23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AF0A2-E5DF-B8E1-BC5F-2C8FBF23E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 rate policy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CCF34B-0765-F6D7-5255-C3F4281A60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How should CBs manage the exchange rate</a:t>
            </a:r>
          </a:p>
          <a:p>
            <a:r>
              <a:rPr lang="en-US" dirty="0"/>
              <a:t>Should there be any capital controls (restrictions to the inflow and outflow of money)?</a:t>
            </a:r>
          </a:p>
          <a:p>
            <a:r>
              <a:rPr lang="en-US" dirty="0"/>
              <a:t>What’s a free-floating exchange rate</a:t>
            </a:r>
          </a:p>
          <a:p>
            <a:pPr lvl="1"/>
            <a:r>
              <a:rPr lang="en-US" dirty="0"/>
              <a:t>When ORA = 0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Be careful!</a:t>
            </a:r>
          </a:p>
          <a:p>
            <a:pPr lvl="2"/>
            <a:r>
              <a:rPr lang="en-US" dirty="0"/>
              <a:t>Moving the interest rate affects the exchange rate </a:t>
            </a:r>
            <a:r>
              <a:rPr lang="en-US" b="1" dirty="0"/>
              <a:t>even if</a:t>
            </a:r>
            <a:r>
              <a:rPr lang="en-US" dirty="0"/>
              <a:t> ORA = 0</a:t>
            </a:r>
          </a:p>
        </p:txBody>
      </p:sp>
      <p:sp>
        <p:nvSpPr>
          <p:cNvPr id="11" name="Arrow: Up-Down 10">
            <a:extLst>
              <a:ext uri="{FF2B5EF4-FFF2-40B4-BE49-F238E27FC236}">
                <a16:creationId xmlns:a16="http://schemas.microsoft.com/office/drawing/2014/main" id="{269D9830-7A26-EB79-6420-75670624189D}"/>
              </a:ext>
            </a:extLst>
          </p:cNvPr>
          <p:cNvSpPr/>
          <p:nvPr/>
        </p:nvSpPr>
        <p:spPr>
          <a:xfrm>
            <a:off x="7125020" y="1825625"/>
            <a:ext cx="484632" cy="4351338"/>
          </a:xfrm>
          <a:prstGeom prst="upDownArrow">
            <a:avLst/>
          </a:prstGeom>
          <a:gradFill>
            <a:gsLst>
              <a:gs pos="50500">
                <a:schemeClr val="accent1"/>
              </a:gs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F9C01E-2DAF-2648-C7BD-A2977D839A53}"/>
              </a:ext>
            </a:extLst>
          </p:cNvPr>
          <p:cNvSpPr txBox="1"/>
          <p:nvPr/>
        </p:nvSpPr>
        <p:spPr>
          <a:xfrm>
            <a:off x="7609652" y="2046514"/>
            <a:ext cx="2669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Free-floating exchange rate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D8D24A-2B6A-9C73-082C-47C814D9C9FC}"/>
              </a:ext>
            </a:extLst>
          </p:cNvPr>
          <p:cNvSpPr txBox="1"/>
          <p:nvPr/>
        </p:nvSpPr>
        <p:spPr>
          <a:xfrm>
            <a:off x="7609652" y="2632549"/>
            <a:ext cx="2396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Dirty (or managed) float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9072BA-C206-B07D-E34E-80A8BD857B59}"/>
              </a:ext>
            </a:extLst>
          </p:cNvPr>
          <p:cNvSpPr txBox="1"/>
          <p:nvPr/>
        </p:nvSpPr>
        <p:spPr>
          <a:xfrm>
            <a:off x="7609652" y="3218584"/>
            <a:ext cx="13708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Crawling peg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AE9B70-527D-B6EC-2591-0CFAE639A10A}"/>
              </a:ext>
            </a:extLst>
          </p:cNvPr>
          <p:cNvSpPr txBox="1"/>
          <p:nvPr/>
        </p:nvSpPr>
        <p:spPr>
          <a:xfrm>
            <a:off x="7609652" y="3804619"/>
            <a:ext cx="1845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Fixed (or soft) peg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CDB157-4FC6-B298-1FB1-794FF228DAD7}"/>
              </a:ext>
            </a:extLst>
          </p:cNvPr>
          <p:cNvSpPr txBox="1"/>
          <p:nvPr/>
        </p:nvSpPr>
        <p:spPr>
          <a:xfrm>
            <a:off x="7609652" y="4390654"/>
            <a:ext cx="15985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Currency board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86154E-E932-3185-141B-04B54D06FA1E}"/>
              </a:ext>
            </a:extLst>
          </p:cNvPr>
          <p:cNvSpPr txBox="1"/>
          <p:nvPr/>
        </p:nvSpPr>
        <p:spPr>
          <a:xfrm>
            <a:off x="7609652" y="4976689"/>
            <a:ext cx="1649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Monetary union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7CB176-EF63-6FEE-2DD2-7FB3588A4005}"/>
              </a:ext>
            </a:extLst>
          </p:cNvPr>
          <p:cNvSpPr txBox="1"/>
          <p:nvPr/>
        </p:nvSpPr>
        <p:spPr>
          <a:xfrm>
            <a:off x="7609652" y="5562722"/>
            <a:ext cx="13756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Dollarization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51CEE4AF-EB01-5122-78B6-8AEE5D36E32B}"/>
              </a:ext>
            </a:extLst>
          </p:cNvPr>
          <p:cNvSpPr/>
          <p:nvPr/>
        </p:nvSpPr>
        <p:spPr>
          <a:xfrm>
            <a:off x="9410265" y="4404469"/>
            <a:ext cx="182880" cy="1554480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273399-48E3-9C4C-CBE5-64AED2BCFD7A}"/>
              </a:ext>
            </a:extLst>
          </p:cNvPr>
          <p:cNvSpPr txBox="1"/>
          <p:nvPr/>
        </p:nvSpPr>
        <p:spPr>
          <a:xfrm>
            <a:off x="9593145" y="4997043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accent2"/>
                </a:solidFill>
              </a:rPr>
              <a:t>Hard pegs</a:t>
            </a:r>
          </a:p>
        </p:txBody>
      </p:sp>
    </p:spTree>
    <p:extLst>
      <p:ext uri="{BB962C8B-B14F-4D97-AF65-F5344CB8AC3E}">
        <p14:creationId xmlns:p14="http://schemas.microsoft.com/office/powerpoint/2010/main" val="22436997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AF0A2-E5DF-B8E1-BC5F-2C8FBF23E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 rate policy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CCF34B-0765-F6D7-5255-C3F4281A6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520543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Capital controls and the policymakers’ choice</a:t>
            </a:r>
          </a:p>
          <a:p>
            <a:pPr lvl="1"/>
            <a:r>
              <a:rPr lang="en-US" dirty="0"/>
              <a:t>The trilemma (impossible trinity) of monetary policy: Pick only 2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AD3D4-639D-8A76-E169-B5E7AA165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43800" y="1825625"/>
            <a:ext cx="3810000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+mj-lt"/>
              </a:rPr>
              <a:t>United States</a:t>
            </a:r>
          </a:p>
          <a:p>
            <a:pPr lvl="1"/>
            <a:r>
              <a:rPr lang="en-US" dirty="0">
                <a:latin typeface="+mj-lt"/>
              </a:rPr>
              <a:t>Open to international flows</a:t>
            </a:r>
          </a:p>
          <a:p>
            <a:pPr lvl="1"/>
            <a:r>
              <a:rPr lang="en-US" dirty="0">
                <a:latin typeface="+mj-lt"/>
              </a:rPr>
              <a:t>Control the interest rate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+mj-lt"/>
              </a:rPr>
              <a:t>Free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 exchange rate</a:t>
            </a:r>
          </a:p>
          <a:p>
            <a:r>
              <a:rPr lang="en-US" dirty="0">
                <a:latin typeface="+mj-lt"/>
              </a:rPr>
              <a:t>Argentina</a:t>
            </a:r>
          </a:p>
          <a:p>
            <a:pPr lvl="1"/>
            <a:r>
              <a:rPr lang="en-US" dirty="0">
                <a:latin typeface="+mj-lt"/>
              </a:rPr>
              <a:t>Manage the exchange rate</a:t>
            </a:r>
          </a:p>
          <a:p>
            <a:pPr lvl="1"/>
            <a:r>
              <a:rPr lang="en-US" dirty="0">
                <a:latin typeface="+mj-lt"/>
              </a:rPr>
              <a:t>Control the interest rate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+mj-lt"/>
              </a:rPr>
              <a:t>Capital </a:t>
            </a:r>
            <a:r>
              <a:rPr lang="en-US" b="1" dirty="0">
                <a:solidFill>
                  <a:srgbClr val="FF0000"/>
                </a:solidFill>
                <a:latin typeface="+mj-lt"/>
              </a:rPr>
              <a:t>controls</a:t>
            </a:r>
          </a:p>
          <a:p>
            <a:endParaRPr lang="en-US" dirty="0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05DADBBD-663F-B9E0-C276-F74344C3726F}"/>
              </a:ext>
            </a:extLst>
          </p:cNvPr>
          <p:cNvSpPr>
            <a:spLocks/>
          </p:cNvSpPr>
          <p:nvPr/>
        </p:nvSpPr>
        <p:spPr>
          <a:xfrm>
            <a:off x="2759852" y="4045914"/>
            <a:ext cx="2286000" cy="1371600"/>
          </a:xfrm>
          <a:prstGeom prst="triangl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C94923-D1F1-10A1-A814-943BE2E68180}"/>
              </a:ext>
            </a:extLst>
          </p:cNvPr>
          <p:cNvSpPr txBox="1"/>
          <p:nvPr/>
        </p:nvSpPr>
        <p:spPr>
          <a:xfrm>
            <a:off x="2988452" y="3768915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Free capital flows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730162-F982-7AE4-9940-B54817AB7B8C}"/>
              </a:ext>
            </a:extLst>
          </p:cNvPr>
          <p:cNvSpPr txBox="1"/>
          <p:nvPr/>
        </p:nvSpPr>
        <p:spPr>
          <a:xfrm>
            <a:off x="1845452" y="5413951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Control interest rates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56A73B-9919-CD3B-B1F1-E9608A1F9066}"/>
              </a:ext>
            </a:extLst>
          </p:cNvPr>
          <p:cNvSpPr txBox="1"/>
          <p:nvPr/>
        </p:nvSpPr>
        <p:spPr>
          <a:xfrm>
            <a:off x="4131452" y="5413951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Fix the exchange rate</a:t>
            </a:r>
          </a:p>
        </p:txBody>
      </p:sp>
    </p:spTree>
    <p:extLst>
      <p:ext uri="{BB962C8B-B14F-4D97-AF65-F5344CB8AC3E}">
        <p14:creationId xmlns:p14="http://schemas.microsoft.com/office/powerpoint/2010/main" val="10750999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41732DD-32B3-37BE-9D7C-A2A21B4374F8}"/>
              </a:ext>
            </a:extLst>
          </p:cNvPr>
          <p:cNvCxnSpPr/>
          <p:nvPr/>
        </p:nvCxnSpPr>
        <p:spPr>
          <a:xfrm>
            <a:off x="992986" y="3537856"/>
            <a:ext cx="4114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D83CAD7-F923-0AE4-A47E-C81590DC6537}"/>
              </a:ext>
            </a:extLst>
          </p:cNvPr>
          <p:cNvCxnSpPr/>
          <p:nvPr/>
        </p:nvCxnSpPr>
        <p:spPr>
          <a:xfrm>
            <a:off x="7367245" y="5007430"/>
            <a:ext cx="41148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6D38E7-AE82-0625-C4E2-F9CE58D0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 rate policy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9D98996-59C0-4092-2769-73D567ABC896}"/>
              </a:ext>
            </a:extLst>
          </p:cNvPr>
          <p:cNvCxnSpPr/>
          <p:nvPr/>
        </p:nvCxnSpPr>
        <p:spPr>
          <a:xfrm flipV="1">
            <a:off x="992988" y="2285742"/>
            <a:ext cx="0" cy="3657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9F4D32E-C20F-F3A6-2723-21C410357CB8}"/>
              </a:ext>
            </a:extLst>
          </p:cNvPr>
          <p:cNvCxnSpPr>
            <a:cxnSpLocks/>
          </p:cNvCxnSpPr>
          <p:nvPr/>
        </p:nvCxnSpPr>
        <p:spPr>
          <a:xfrm rot="5400000" flipV="1">
            <a:off x="3050386" y="3885942"/>
            <a:ext cx="0" cy="411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0C7A7A9-FD68-213F-8B1A-1D9ECBB7EA16}"/>
              </a:ext>
            </a:extLst>
          </p:cNvPr>
          <p:cNvSpPr txBox="1"/>
          <p:nvPr/>
        </p:nvSpPr>
        <p:spPr>
          <a:xfrm>
            <a:off x="4576303" y="5943342"/>
            <a:ext cx="568217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200" dirty="0"/>
              <a:t>EUR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144B13F-9D02-106F-9675-7C244C316DC1}"/>
              </a:ext>
            </a:extLst>
          </p:cNvPr>
          <p:cNvCxnSpPr>
            <a:cxnSpLocks/>
          </p:cNvCxnSpPr>
          <p:nvPr/>
        </p:nvCxnSpPr>
        <p:spPr>
          <a:xfrm rot="8100000">
            <a:off x="3039628" y="2250884"/>
            <a:ext cx="0" cy="411480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B0CFF0C-FEC4-07AD-CB81-A48FF03C40F0}"/>
              </a:ext>
            </a:extLst>
          </p:cNvPr>
          <p:cNvCxnSpPr>
            <a:cxnSpLocks/>
          </p:cNvCxnSpPr>
          <p:nvPr/>
        </p:nvCxnSpPr>
        <p:spPr>
          <a:xfrm rot="2700000">
            <a:off x="3053974" y="2183457"/>
            <a:ext cx="0" cy="411480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9F07FF-445E-AED8-F66F-CE9A4E25B289}"/>
                  </a:ext>
                </a:extLst>
              </p:cNvPr>
              <p:cNvSpPr txBox="1"/>
              <p:nvPr/>
            </p:nvSpPr>
            <p:spPr>
              <a:xfrm>
                <a:off x="4280179" y="2505093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𝐸𝑈𝑅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9F07FF-445E-AED8-F66F-CE9A4E25B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179" y="2505093"/>
                <a:ext cx="457200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05060D8-CB6B-50B3-BC27-8547B6DFBBEA}"/>
                  </a:ext>
                </a:extLst>
              </p:cNvPr>
              <p:cNvSpPr txBox="1"/>
              <p:nvPr/>
            </p:nvSpPr>
            <p:spPr>
              <a:xfrm>
                <a:off x="4263790" y="5322920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𝐸𝑈𝑅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05060D8-CB6B-50B3-BC27-8547B6DFB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790" y="5322920"/>
                <a:ext cx="45720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82D18BA-AF74-182C-A402-61D867707571}"/>
                  </a:ext>
                </a:extLst>
              </p:cNvPr>
              <p:cNvSpPr txBox="1"/>
              <p:nvPr/>
            </p:nvSpPr>
            <p:spPr>
              <a:xfrm>
                <a:off x="499054" y="2285742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𝐸𝑈𝑅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82D18BA-AF74-182C-A402-61D867707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54" y="2285742"/>
                <a:ext cx="45720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A75C6-5FF9-846F-DA1D-6B5AF8C08420}"/>
              </a:ext>
            </a:extLst>
          </p:cNvPr>
          <p:cNvCxnSpPr/>
          <p:nvPr/>
        </p:nvCxnSpPr>
        <p:spPr>
          <a:xfrm flipV="1">
            <a:off x="7084217" y="2285742"/>
            <a:ext cx="0" cy="3657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64B621B-6706-9E84-BA84-CABD28967A87}"/>
              </a:ext>
            </a:extLst>
          </p:cNvPr>
          <p:cNvCxnSpPr>
            <a:cxnSpLocks/>
          </p:cNvCxnSpPr>
          <p:nvPr/>
        </p:nvCxnSpPr>
        <p:spPr>
          <a:xfrm rot="5400000" flipV="1">
            <a:off x="9141616" y="3885942"/>
            <a:ext cx="0" cy="411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E8C8919-195E-0182-3B8F-CDF5816937A5}"/>
              </a:ext>
            </a:extLst>
          </p:cNvPr>
          <p:cNvSpPr txBox="1"/>
          <p:nvPr/>
        </p:nvSpPr>
        <p:spPr>
          <a:xfrm>
            <a:off x="10667532" y="5943342"/>
            <a:ext cx="568217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200" dirty="0"/>
              <a:t>EUR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8847149-A28E-1011-7895-B3BB22BC2E81}"/>
              </a:ext>
            </a:extLst>
          </p:cNvPr>
          <p:cNvCxnSpPr>
            <a:cxnSpLocks/>
          </p:cNvCxnSpPr>
          <p:nvPr/>
        </p:nvCxnSpPr>
        <p:spPr>
          <a:xfrm rot="8100000">
            <a:off x="9162873" y="2250884"/>
            <a:ext cx="0" cy="411480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2EA9AAF-E368-C294-C56E-49C82AF92DE8}"/>
              </a:ext>
            </a:extLst>
          </p:cNvPr>
          <p:cNvCxnSpPr>
            <a:cxnSpLocks/>
          </p:cNvCxnSpPr>
          <p:nvPr/>
        </p:nvCxnSpPr>
        <p:spPr>
          <a:xfrm rot="2700000">
            <a:off x="9161852" y="2178111"/>
            <a:ext cx="0" cy="411480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DEEA80B-E206-1B4D-C21D-750DDD820A12}"/>
                  </a:ext>
                </a:extLst>
              </p:cNvPr>
              <p:cNvSpPr txBox="1"/>
              <p:nvPr/>
            </p:nvSpPr>
            <p:spPr>
              <a:xfrm>
                <a:off x="10600004" y="2503710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𝐸𝑈𝑅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DEEA80B-E206-1B4D-C21D-750DDD820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0004" y="2503710"/>
                <a:ext cx="457200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15E4B75-DCB8-0DB8-D924-58AA239A780E}"/>
                  </a:ext>
                </a:extLst>
              </p:cNvPr>
              <p:cNvSpPr txBox="1"/>
              <p:nvPr/>
            </p:nvSpPr>
            <p:spPr>
              <a:xfrm>
                <a:off x="10387035" y="5322920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𝐸𝑈𝑅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15E4B75-DCB8-0DB8-D924-58AA239A7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7035" y="5322920"/>
                <a:ext cx="45720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29AE534-F5E5-A715-128F-A7D56E02AE5A}"/>
                  </a:ext>
                </a:extLst>
              </p:cNvPr>
              <p:cNvSpPr txBox="1"/>
              <p:nvPr/>
            </p:nvSpPr>
            <p:spPr>
              <a:xfrm>
                <a:off x="6590283" y="2285742"/>
                <a:ext cx="457200" cy="27699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𝐸𝑈𝑅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29AE534-F5E5-A715-128F-A7D56E02A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283" y="2285742"/>
                <a:ext cx="45720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99A9FE2F-0221-232D-046F-2AA9A17A78B2}"/>
              </a:ext>
            </a:extLst>
          </p:cNvPr>
          <p:cNvSpPr/>
          <p:nvPr/>
        </p:nvSpPr>
        <p:spPr>
          <a:xfrm>
            <a:off x="956254" y="1690687"/>
            <a:ext cx="4114800" cy="365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Fixed exchange rate (peso depreciated)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2D85C99-1DF9-11F0-BEF8-36E955BF259A}"/>
              </a:ext>
            </a:extLst>
          </p:cNvPr>
          <p:cNvSpPr/>
          <p:nvPr/>
        </p:nvSpPr>
        <p:spPr>
          <a:xfrm>
            <a:off x="7047483" y="1695908"/>
            <a:ext cx="4114800" cy="36576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Fixed exchange rate (peso appreciated)</a:t>
            </a:r>
          </a:p>
        </p:txBody>
      </p:sp>
      <p:sp>
        <p:nvSpPr>
          <p:cNvPr id="43" name="Left Brace 42">
            <a:extLst>
              <a:ext uri="{FF2B5EF4-FFF2-40B4-BE49-F238E27FC236}">
                <a16:creationId xmlns:a16="http://schemas.microsoft.com/office/drawing/2014/main" id="{D5CDA553-C3AF-3ABF-AB92-20E1AD83A7D6}"/>
              </a:ext>
            </a:extLst>
          </p:cNvPr>
          <p:cNvSpPr/>
          <p:nvPr/>
        </p:nvSpPr>
        <p:spPr>
          <a:xfrm rot="5400000">
            <a:off x="2909507" y="2695294"/>
            <a:ext cx="182880" cy="1463040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Left Brace 43">
            <a:extLst>
              <a:ext uri="{FF2B5EF4-FFF2-40B4-BE49-F238E27FC236}">
                <a16:creationId xmlns:a16="http://schemas.microsoft.com/office/drawing/2014/main" id="{71A52132-E987-78B8-F9F1-C6C245C435EE}"/>
              </a:ext>
            </a:extLst>
          </p:cNvPr>
          <p:cNvSpPr/>
          <p:nvPr/>
        </p:nvSpPr>
        <p:spPr>
          <a:xfrm rot="16200000" flipV="1">
            <a:off x="9040913" y="4395240"/>
            <a:ext cx="182880" cy="1463040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CEF18F-6253-B475-D3DB-19278328D5AF}"/>
              </a:ext>
            </a:extLst>
          </p:cNvPr>
          <p:cNvSpPr txBox="1"/>
          <p:nvPr/>
        </p:nvSpPr>
        <p:spPr>
          <a:xfrm>
            <a:off x="1939611" y="2796201"/>
            <a:ext cx="2118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Central bank accumulates reserves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D39E9B-03EF-6A70-939A-AC7989B88194}"/>
              </a:ext>
            </a:extLst>
          </p:cNvPr>
          <p:cNvSpPr txBox="1"/>
          <p:nvPr/>
        </p:nvSpPr>
        <p:spPr>
          <a:xfrm>
            <a:off x="8377727" y="5203480"/>
            <a:ext cx="1509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Central bank loses reserves</a:t>
            </a:r>
          </a:p>
        </p:txBody>
      </p:sp>
    </p:spTree>
    <p:extLst>
      <p:ext uri="{BB962C8B-B14F-4D97-AF65-F5344CB8AC3E}">
        <p14:creationId xmlns:p14="http://schemas.microsoft.com/office/powerpoint/2010/main" val="2740856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conomic Order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36454F"/>
      </a:accent1>
      <a:accent2>
        <a:srgbClr val="87A96B"/>
      </a:accent2>
      <a:accent3>
        <a:srgbClr val="B87333"/>
      </a:accent3>
      <a:accent4>
        <a:srgbClr val="5B9BD5"/>
      </a:accent4>
      <a:accent5>
        <a:srgbClr val="D4745E"/>
      </a:accent5>
      <a:accent6>
        <a:srgbClr val="8E7AB5"/>
      </a:accent6>
      <a:hlink>
        <a:srgbClr val="F5F3EB"/>
      </a:hlink>
      <a:folHlink>
        <a:srgbClr val="B26B02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1843</Words>
  <Application>Microsoft Office PowerPoint</Application>
  <PresentationFormat>Widescreen</PresentationFormat>
  <Paragraphs>637</Paragraphs>
  <Slides>73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3" baseType="lpstr">
      <vt:lpstr>Aptos</vt:lpstr>
      <vt:lpstr>Aptos Narrow</vt:lpstr>
      <vt:lpstr>Arial</vt:lpstr>
      <vt:lpstr>Cambria Math</vt:lpstr>
      <vt:lpstr>Century Schoolbook</vt:lpstr>
      <vt:lpstr>Dreaming Outloud Pro</vt:lpstr>
      <vt:lpstr>Georgia</vt:lpstr>
      <vt:lpstr>Lato</vt:lpstr>
      <vt:lpstr>Roboto Condensed</vt:lpstr>
      <vt:lpstr>Office Theme</vt:lpstr>
      <vt:lpstr>Logo</vt:lpstr>
      <vt:lpstr>PowerPoint Presentation</vt:lpstr>
      <vt:lpstr>CHAPTER 1</vt:lpstr>
      <vt:lpstr>PowerPoint Presentation</vt:lpstr>
      <vt:lpstr>PowerPoint Presentation</vt:lpstr>
      <vt:lpstr>A short history of money</vt:lpstr>
      <vt:lpstr>PowerPoint Presentation</vt:lpstr>
      <vt:lpstr>PowerPoint Presentation</vt:lpstr>
      <vt:lpstr>A short history of money</vt:lpstr>
      <vt:lpstr>A short history of money</vt:lpstr>
      <vt:lpstr>PowerPoint Presentation</vt:lpstr>
      <vt:lpstr>A short history of money</vt:lpstr>
      <vt:lpstr>PowerPoint Presentation</vt:lpstr>
      <vt:lpstr>A short history of money</vt:lpstr>
      <vt:lpstr>A short history of money</vt:lpstr>
      <vt:lpstr>PowerPoint Presentation</vt:lpstr>
      <vt:lpstr>PowerPoint Presentation</vt:lpstr>
      <vt:lpstr>PowerPoint Presentation</vt:lpstr>
      <vt:lpstr>CHAPTER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CHAPTER 3</vt:lpstr>
      <vt:lpstr>PowerPoint Presentation</vt:lpstr>
      <vt:lpstr>PowerPoint Presentation</vt:lpstr>
      <vt:lpstr>PowerPoint Presentation</vt:lpstr>
      <vt:lpstr>The Federal Reserve</vt:lpstr>
      <vt:lpstr>PowerPoint Presentation</vt:lpstr>
      <vt:lpstr>PowerPoint Presentation</vt:lpstr>
      <vt:lpstr>PowerPoint Presentation</vt:lpstr>
      <vt:lpstr>The European Central Bank</vt:lpstr>
      <vt:lpstr>CHAPTER 4</vt:lpstr>
      <vt:lpstr>PowerPoint Presentation</vt:lpstr>
      <vt:lpstr>PowerPoint Presentation</vt:lpstr>
      <vt:lpstr>Policy targets</vt:lpstr>
      <vt:lpstr>Policy targets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Policy tools</vt:lpstr>
      <vt:lpstr>The corridor system</vt:lpstr>
      <vt:lpstr>The floor system</vt:lpstr>
      <vt:lpstr>CHAPTER 5</vt:lpstr>
      <vt:lpstr>The financial system</vt:lpstr>
      <vt:lpstr>Financial instruments</vt:lpstr>
      <vt:lpstr>PowerPoint Presentation</vt:lpstr>
      <vt:lpstr>Future value</vt:lpstr>
      <vt:lpstr>PowerPoint Presentation</vt:lpstr>
      <vt:lpstr>CHAPTER 6</vt:lpstr>
      <vt:lpstr>PowerPoint Presentation</vt:lpstr>
      <vt:lpstr>PowerPoint Presentation</vt:lpstr>
      <vt:lpstr>PowerPoint Presentation</vt:lpstr>
      <vt:lpstr>PowerPoint Presentation</vt:lpstr>
      <vt:lpstr>The yield curve</vt:lpstr>
      <vt:lpstr>PowerPoint Presentation</vt:lpstr>
      <vt:lpstr>PowerPoint Presentation</vt:lpstr>
      <vt:lpstr>PowerPoint Presentation</vt:lpstr>
      <vt:lpstr>CHAPTER 6</vt:lpstr>
      <vt:lpstr>Risk premium</vt:lpstr>
      <vt:lpstr>Forwards and futures</vt:lpstr>
      <vt:lpstr>Swaps</vt:lpstr>
      <vt:lpstr>Exchange rate policy</vt:lpstr>
      <vt:lpstr>Exchange rate policy</vt:lpstr>
      <vt:lpstr>Exchange rate policy</vt:lpstr>
    </vt:vector>
  </TitlesOfParts>
  <Company>University of Texas at El Paso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MONEY AND BANKING</dc:title>
  <dc:creator>Cachanosky, Nicolas</dc:creator>
  <cp:lastModifiedBy>Cachanosky, Nicolas</cp:lastModifiedBy>
  <cp:revision>2</cp:revision>
  <dcterms:created xsi:type="dcterms:W3CDTF">2024-08-06T18:24:30Z</dcterms:created>
  <dcterms:modified xsi:type="dcterms:W3CDTF">2026-05-08T18:52:52Z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73649dc-6fee-4eb8-a128-734c3c842ea8_Enabled">
    <vt:lpwstr>true</vt:lpwstr>
  </property>
  <property fmtid="{D5CDD505-2E9C-101B-9397-08002B2CF9AE}" pid="3" name="MSIP_Label_b73649dc-6fee-4eb8-a128-734c3c842ea8_SetDate">
    <vt:lpwstr>2024-08-06T18:38:06Z</vt:lpwstr>
  </property>
  <property fmtid="{D5CDD505-2E9C-101B-9397-08002B2CF9AE}" pid="4" name="MSIP_Label_b73649dc-6fee-4eb8-a128-734c3c842ea8_Method">
    <vt:lpwstr>Standard</vt:lpwstr>
  </property>
  <property fmtid="{D5CDD505-2E9C-101B-9397-08002B2CF9AE}" pid="5" name="MSIP_Label_b73649dc-6fee-4eb8-a128-734c3c842ea8_Name">
    <vt:lpwstr>defa4170-0d19-0005-0004-bc88714345d2</vt:lpwstr>
  </property>
  <property fmtid="{D5CDD505-2E9C-101B-9397-08002B2CF9AE}" pid="6" name="MSIP_Label_b73649dc-6fee-4eb8-a128-734c3c842ea8_SiteId">
    <vt:lpwstr>857c21d2-1a16-43a4-90cf-d57f3fab9d2f</vt:lpwstr>
  </property>
  <property fmtid="{D5CDD505-2E9C-101B-9397-08002B2CF9AE}" pid="7" name="MSIP_Label_b73649dc-6fee-4eb8-a128-734c3c842ea8_ActionId">
    <vt:lpwstr>5281bcd3-0085-46d0-a6f0-4fddad3096b1</vt:lpwstr>
  </property>
  <property fmtid="{D5CDD505-2E9C-101B-9397-08002B2CF9AE}" pid="8" name="MSIP_Label_b73649dc-6fee-4eb8-a128-734c3c842ea8_ContentBits">
    <vt:lpwstr>0</vt:lpwstr>
  </property>
</Properties>
</file>