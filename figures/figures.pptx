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8" r:id="rId2"/>
    <p:sldId id="260" r:id="rId3"/>
    <p:sldId id="261" r:id="rId4"/>
    <p:sldId id="268" r:id="rId5"/>
    <p:sldId id="328" r:id="rId6"/>
    <p:sldId id="269" r:id="rId7"/>
    <p:sldId id="287" r:id="rId8"/>
    <p:sldId id="288" r:id="rId9"/>
    <p:sldId id="281" r:id="rId10"/>
    <p:sldId id="285" r:id="rId11"/>
    <p:sldId id="282" r:id="rId12"/>
    <p:sldId id="283" r:id="rId13"/>
    <p:sldId id="286" r:id="rId14"/>
    <p:sldId id="296" r:id="rId15"/>
    <p:sldId id="297" r:id="rId16"/>
    <p:sldId id="304" r:id="rId17"/>
    <p:sldId id="28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TLINE" id="{CA8B6BE7-3B4F-4E5D-B725-DA61E44F6336}">
          <p14:sldIdLst/>
        </p14:section>
        <p14:section name="CHAPTER 1" id="{EDD9E2E4-FD1B-4336-8577-698FE42927F6}">
          <p14:sldIdLst>
            <p14:sldId id="258"/>
            <p14:sldId id="260"/>
            <p14:sldId id="261"/>
            <p14:sldId id="268"/>
            <p14:sldId id="328"/>
            <p14:sldId id="269"/>
            <p14:sldId id="287"/>
            <p14:sldId id="288"/>
            <p14:sldId id="281"/>
            <p14:sldId id="285"/>
            <p14:sldId id="282"/>
            <p14:sldId id="283"/>
            <p14:sldId id="286"/>
            <p14:sldId id="296"/>
            <p14:sldId id="297"/>
            <p14:sldId id="304"/>
          </p14:sldIdLst>
        </p14:section>
        <p14:section name="THE END" id="{8B2FD3A0-F949-4AF3-9A0F-B2F9EF3ED306}">
          <p14:sldIdLst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EBD115-5D17-4D70-91A9-A915A8692FE1}" v="95" dt="2026-04-30T17:46:34.0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120" y="1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chanosky" userId="543990dc0ff5ce14" providerId="LiveId" clId="{8E4DE338-F192-4434-A2D2-74D62C08B308}"/>
    <pc:docChg chg="undo redo custSel addSld delSld modSld sldOrd delSection modSection">
      <pc:chgData name="Nicolas Cachanosky" userId="543990dc0ff5ce14" providerId="LiveId" clId="{8E4DE338-F192-4434-A2D2-74D62C08B308}" dt="2026-04-30T17:46:34.082" v="191" actId="5736"/>
      <pc:docMkLst>
        <pc:docMk/>
      </pc:docMkLst>
      <pc:sldChg chg="del">
        <pc:chgData name="Nicolas Cachanosky" userId="543990dc0ff5ce14" providerId="LiveId" clId="{8E4DE338-F192-4434-A2D2-74D62C08B308}" dt="2026-04-29T21:49:26.446" v="18" actId="47"/>
        <pc:sldMkLst>
          <pc:docMk/>
          <pc:sldMk cId="3874749440" sldId="256"/>
        </pc:sldMkLst>
      </pc:sldChg>
      <pc:sldChg chg="del">
        <pc:chgData name="Nicolas Cachanosky" userId="543990dc0ff5ce14" providerId="LiveId" clId="{8E4DE338-F192-4434-A2D2-74D62C08B308}" dt="2026-04-29T21:49:27.063" v="19" actId="47"/>
        <pc:sldMkLst>
          <pc:docMk/>
          <pc:sldMk cId="4145318566" sldId="257"/>
        </pc:sldMkLst>
      </pc:sldChg>
      <pc:sldChg chg="modSp mod">
        <pc:chgData name="Nicolas Cachanosky" userId="543990dc0ff5ce14" providerId="LiveId" clId="{8E4DE338-F192-4434-A2D2-74D62C08B308}" dt="2026-04-29T21:49:19.152" v="16" actId="20577"/>
        <pc:sldMkLst>
          <pc:docMk/>
          <pc:sldMk cId="3829938297" sldId="258"/>
        </pc:sldMkLst>
        <pc:spChg chg="mod">
          <ac:chgData name="Nicolas Cachanosky" userId="543990dc0ff5ce14" providerId="LiveId" clId="{8E4DE338-F192-4434-A2D2-74D62C08B308}" dt="2026-04-29T21:49:19.152" v="16" actId="20577"/>
          <ac:spMkLst>
            <pc:docMk/>
            <pc:sldMk cId="3829938297" sldId="258"/>
            <ac:spMk id="2" creationId="{D493CB24-3ED3-1D06-FF1E-357BDA2EC010}"/>
          </ac:spMkLst>
        </pc:spChg>
      </pc:sldChg>
      <pc:sldChg chg="del">
        <pc:chgData name="Nicolas Cachanosky" userId="543990dc0ff5ce14" providerId="LiveId" clId="{8E4DE338-F192-4434-A2D2-74D62C08B308}" dt="2026-04-29T21:49:28.116" v="20" actId="47"/>
        <pc:sldMkLst>
          <pc:docMk/>
          <pc:sldMk cId="1333299822" sldId="259"/>
        </pc:sldMkLst>
      </pc:sldChg>
      <pc:sldChg chg="addSp delSp modSp mod">
        <pc:chgData name="Nicolas Cachanosky" userId="543990dc0ff5ce14" providerId="LiveId" clId="{8E4DE338-F192-4434-A2D2-74D62C08B308}" dt="2026-04-30T17:36:23.782" v="145" actId="5736"/>
        <pc:sldMkLst>
          <pc:docMk/>
          <pc:sldMk cId="4095859562" sldId="260"/>
        </pc:sldMkLst>
        <pc:spChg chg="del">
          <ac:chgData name="Nicolas Cachanosky" userId="543990dc0ff5ce14" providerId="LiveId" clId="{8E4DE338-F192-4434-A2D2-74D62C08B308}" dt="2026-04-29T22:01:01.327" v="72" actId="478"/>
          <ac:spMkLst>
            <pc:docMk/>
            <pc:sldMk cId="4095859562" sldId="260"/>
            <ac:spMk id="2" creationId="{46E20047-F1D0-CA64-2F3F-C05AD75A3563}"/>
          </ac:spMkLst>
        </pc:spChg>
        <pc:spChg chg="add del mod">
          <ac:chgData name="Nicolas Cachanosky" userId="543990dc0ff5ce14" providerId="LiveId" clId="{8E4DE338-F192-4434-A2D2-74D62C08B308}" dt="2026-04-29T22:01:04.051" v="73" actId="478"/>
          <ac:spMkLst>
            <pc:docMk/>
            <pc:sldMk cId="4095859562" sldId="260"/>
            <ac:spMk id="6" creationId="{2AB6F169-0F86-197F-EB58-DF1CD3ADB040}"/>
          </ac:spMkLst>
        </pc:sp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8" creationId="{4603DD2A-B508-6F06-4D99-6BBCC541E8E3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9" creationId="{39C1D4B9-4BAB-AC39-D6B5-2672548EA4EF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10" creationId="{494DEE1B-99B9-F35A-4B60-F26DDA2A45B3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11" creationId="{815BF5BD-8E2D-97CC-0791-D69D8C65537E}"/>
          </ac:graphicFrameMkLst>
        </pc:graphicFrameChg>
      </pc:sldChg>
      <pc:sldChg chg="addSp delSp modSp mod">
        <pc:chgData name="Nicolas Cachanosky" userId="543990dc0ff5ce14" providerId="LiveId" clId="{8E4DE338-F192-4434-A2D2-74D62C08B308}" dt="2026-04-30T17:37:03.111" v="149" actId="5736"/>
        <pc:sldMkLst>
          <pc:docMk/>
          <pc:sldMk cId="4262355235" sldId="261"/>
        </pc:sldMkLst>
        <pc:spChg chg="del">
          <ac:chgData name="Nicolas Cachanosky" userId="543990dc0ff5ce14" providerId="LiveId" clId="{8E4DE338-F192-4434-A2D2-74D62C08B308}" dt="2026-04-29T21:53:33.724" v="36" actId="478"/>
          <ac:spMkLst>
            <pc:docMk/>
            <pc:sldMk cId="4262355235" sldId="261"/>
            <ac:spMk id="2" creationId="{46E20047-F1D0-CA64-2F3F-C05AD75A3563}"/>
          </ac:spMkLst>
        </pc:spChg>
        <pc:spChg chg="del mod">
          <ac:chgData name="Nicolas Cachanosky" userId="543990dc0ff5ce14" providerId="LiveId" clId="{8E4DE338-F192-4434-A2D2-74D62C08B308}" dt="2026-04-29T21:53:37.275" v="38" actId="478"/>
          <ac:spMkLst>
            <pc:docMk/>
            <pc:sldMk cId="4262355235" sldId="261"/>
            <ac:spMk id="3" creationId="{9A89DE2C-ACB1-1A6E-3BE0-E10A0F5EDD51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9" creationId="{9DF7FB98-D27C-5F73-085D-34B1070C57AF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0" creationId="{26D7BFF3-BB59-E9BF-7862-BCB16DDEF5DE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1" creationId="{9F43B976-FCCB-7604-AB9C-9C2DB47B41FD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2" creationId="{D0232221-1D5B-2EC5-ECD8-D94EF241C45D}"/>
          </ac:spMkLst>
        </pc:spChg>
        <pc:spChg chg="add del mod">
          <ac:chgData name="Nicolas Cachanosky" userId="543990dc0ff5ce14" providerId="LiveId" clId="{8E4DE338-F192-4434-A2D2-74D62C08B308}" dt="2026-04-29T21:53:35.723" v="37" actId="478"/>
          <ac:spMkLst>
            <pc:docMk/>
            <pc:sldMk cId="4262355235" sldId="261"/>
            <ac:spMk id="14" creationId="{898228F2-DFBE-6250-D1E5-90AC25ED0344}"/>
          </ac:spMkLst>
        </pc:spChg>
        <pc:graphicFrameChg chg="mod modGraphic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6" creationId="{D5D16388-526B-6DEC-5A1F-ADF35FDB3D7D}"/>
          </ac:graphicFrameMkLst>
        </pc:graphicFrameChg>
        <pc:graphicFrameChg chg="mod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7" creationId="{38B1CAAC-05B7-34A4-D593-F6C8BE37B1D7}"/>
          </ac:graphicFrameMkLst>
        </pc:graphicFrameChg>
        <pc:graphicFrameChg chg="mod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8" creationId="{CBC8DEF0-F73C-10AE-7088-39B141B907CB}"/>
          </ac:graphicFrameMkLst>
        </pc:graphicFrameChg>
      </pc:sldChg>
      <pc:sldChg chg="del">
        <pc:chgData name="Nicolas Cachanosky" userId="543990dc0ff5ce14" providerId="LiveId" clId="{8E4DE338-F192-4434-A2D2-74D62C08B308}" dt="2026-04-29T21:49:30.790" v="21" actId="47"/>
        <pc:sldMkLst>
          <pc:docMk/>
          <pc:sldMk cId="1885856006" sldId="262"/>
        </pc:sldMkLst>
      </pc:sldChg>
      <pc:sldChg chg="del">
        <pc:chgData name="Nicolas Cachanosky" userId="543990dc0ff5ce14" providerId="LiveId" clId="{8E4DE338-F192-4434-A2D2-74D62C08B308}" dt="2026-04-29T21:49:30.790" v="21" actId="47"/>
        <pc:sldMkLst>
          <pc:docMk/>
          <pc:sldMk cId="1944139633" sldId="263"/>
        </pc:sldMkLst>
      </pc:sldChg>
      <pc:sldChg chg="del">
        <pc:chgData name="Nicolas Cachanosky" userId="543990dc0ff5ce14" providerId="LiveId" clId="{8E4DE338-F192-4434-A2D2-74D62C08B308}" dt="2026-04-29T21:49:30.790" v="21" actId="47"/>
        <pc:sldMkLst>
          <pc:docMk/>
          <pc:sldMk cId="2180339846" sldId="264"/>
        </pc:sldMkLst>
      </pc:sldChg>
      <pc:sldChg chg="del">
        <pc:chgData name="Nicolas Cachanosky" userId="543990dc0ff5ce14" providerId="LiveId" clId="{8E4DE338-F192-4434-A2D2-74D62C08B308}" dt="2026-04-29T21:49:30.790" v="21" actId="47"/>
        <pc:sldMkLst>
          <pc:docMk/>
          <pc:sldMk cId="1023280107" sldId="265"/>
        </pc:sldMkLst>
      </pc:sldChg>
      <pc:sldChg chg="del">
        <pc:chgData name="Nicolas Cachanosky" userId="543990dc0ff5ce14" providerId="LiveId" clId="{8E4DE338-F192-4434-A2D2-74D62C08B308}" dt="2026-04-29T21:49:30.790" v="21" actId="47"/>
        <pc:sldMkLst>
          <pc:docMk/>
          <pc:sldMk cId="862621745" sldId="266"/>
        </pc:sldMkLst>
      </pc:sldChg>
      <pc:sldChg chg="del">
        <pc:chgData name="Nicolas Cachanosky" userId="543990dc0ff5ce14" providerId="LiveId" clId="{8E4DE338-F192-4434-A2D2-74D62C08B308}" dt="2026-04-29T21:49:41.026" v="24" actId="47"/>
        <pc:sldMkLst>
          <pc:docMk/>
          <pc:sldMk cId="3700685036" sldId="267"/>
        </pc:sldMkLst>
      </pc:sldChg>
      <pc:sldChg chg="modSp mod ord">
        <pc:chgData name="Nicolas Cachanosky" userId="543990dc0ff5ce14" providerId="LiveId" clId="{8E4DE338-F192-4434-A2D2-74D62C08B308}" dt="2026-04-30T17:46:34.082" v="191" actId="5736"/>
        <pc:sldMkLst>
          <pc:docMk/>
          <pc:sldMk cId="4253493400" sldId="268"/>
        </pc:sldMkLst>
        <pc:graphicFrameChg chg="mod">
          <ac:chgData name="Nicolas Cachanosky" userId="543990dc0ff5ce14" providerId="LiveId" clId="{8E4DE338-F192-4434-A2D2-74D62C08B308}" dt="2026-04-30T17:46:34.082" v="191" actId="5736"/>
          <ac:graphicFrameMkLst>
            <pc:docMk/>
            <pc:sldMk cId="4253493400" sldId="268"/>
            <ac:graphicFrameMk id="8" creationId="{84634CD2-B179-7C6D-0DDA-D77A18FE42E6}"/>
          </ac:graphicFrameMkLst>
        </pc:graphicFrameChg>
      </pc:sldChg>
      <pc:sldChg chg="addSp delSp modSp mod ord">
        <pc:chgData name="Nicolas Cachanosky" userId="543990dc0ff5ce14" providerId="LiveId" clId="{8E4DE338-F192-4434-A2D2-74D62C08B308}" dt="2026-04-29T22:06:02.543" v="82" actId="1076"/>
        <pc:sldMkLst>
          <pc:docMk/>
          <pc:sldMk cId="1080599092" sldId="269"/>
        </pc:sldMkLst>
        <pc:spChg chg="del">
          <ac:chgData name="Nicolas Cachanosky" userId="543990dc0ff5ce14" providerId="LiveId" clId="{8E4DE338-F192-4434-A2D2-74D62C08B308}" dt="2026-04-29T22:05:57.910" v="80" actId="478"/>
          <ac:spMkLst>
            <pc:docMk/>
            <pc:sldMk cId="1080599092" sldId="269"/>
            <ac:spMk id="2" creationId="{46E20047-F1D0-CA64-2F3F-C05AD75A3563}"/>
          </ac:spMkLst>
        </pc:spChg>
        <pc:spChg chg="del">
          <ac:chgData name="Nicolas Cachanosky" userId="543990dc0ff5ce14" providerId="LiveId" clId="{8E4DE338-F192-4434-A2D2-74D62C08B308}" dt="2026-04-29T22:05:43.966" v="78" actId="478"/>
          <ac:spMkLst>
            <pc:docMk/>
            <pc:sldMk cId="1080599092" sldId="269"/>
            <ac:spMk id="3" creationId="{9A89DE2C-ACB1-1A6E-3BE0-E10A0F5EDD51}"/>
          </ac:spMkLst>
        </pc:spChg>
        <pc:spChg chg="add del mod">
          <ac:chgData name="Nicolas Cachanosky" userId="543990dc0ff5ce14" providerId="LiveId" clId="{8E4DE338-F192-4434-A2D2-74D62C08B308}" dt="2026-04-29T22:05:47.350" v="79" actId="478"/>
          <ac:spMkLst>
            <pc:docMk/>
            <pc:sldMk cId="1080599092" sldId="269"/>
            <ac:spMk id="7" creationId="{B048FA72-0690-28F0-42A0-F864F6E38883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2" creationId="{87678FE6-AA4A-3736-B2C9-2F8A44DC5FA5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3" creationId="{34586747-6070-60BF-CD30-4D5389999941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4" creationId="{EF70DFEC-9F27-FBAF-78B0-7A76309209BE}"/>
          </ac:spMkLst>
        </pc:spChg>
        <pc:spChg chg="add del mod">
          <ac:chgData name="Nicolas Cachanosky" userId="543990dc0ff5ce14" providerId="LiveId" clId="{8E4DE338-F192-4434-A2D2-74D62C08B308}" dt="2026-04-29T22:05:58.720" v="81" actId="478"/>
          <ac:spMkLst>
            <pc:docMk/>
            <pc:sldMk cId="1080599092" sldId="269"/>
            <ac:spMk id="15" creationId="{2C69CEDB-0390-A3C2-C672-DC73B00CBFA3}"/>
          </ac:spMkLst>
        </pc:sp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8" creationId="{6E69B471-2F9A-11C3-F840-D41D3F834127}"/>
          </ac:picMkLst>
        </pc:pic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9" creationId="{D4508664-D879-05EE-A33A-29F61D8B56F8}"/>
          </ac:picMkLst>
        </pc:pic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10" creationId="{AE3A66F9-ED50-639C-80A7-78B42838B14B}"/>
          </ac:picMkLst>
        </pc:pic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16" creationId="{1086E9BB-D146-7E16-D777-0812FBA47C04}"/>
          </ac:cxnSpMkLst>
        </pc:cxn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20" creationId="{6353D6E9-31B0-D9C9-87DE-663003F27E38}"/>
          </ac:cxnSpMkLst>
        </pc:cxn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22" creationId="{4F3E8776-E8D7-6BC9-A749-F1AC51A571A3}"/>
          </ac:cxnSpMkLst>
        </pc:cxnChg>
      </pc:sldChg>
      <pc:sldChg chg="del">
        <pc:chgData name="Nicolas Cachanosky" userId="543990dc0ff5ce14" providerId="LiveId" clId="{8E4DE338-F192-4434-A2D2-74D62C08B308}" dt="2026-04-29T21:49:44.692" v="25" actId="47"/>
        <pc:sldMkLst>
          <pc:docMk/>
          <pc:sldMk cId="2845049293" sldId="270"/>
        </pc:sldMkLst>
      </pc:sldChg>
      <pc:sldChg chg="del">
        <pc:chgData name="Nicolas Cachanosky" userId="543990dc0ff5ce14" providerId="LiveId" clId="{8E4DE338-F192-4434-A2D2-74D62C08B308}" dt="2026-04-29T21:49:44.692" v="25" actId="47"/>
        <pc:sldMkLst>
          <pc:docMk/>
          <pc:sldMk cId="3246429936" sldId="271"/>
        </pc:sldMkLst>
      </pc:sldChg>
      <pc:sldChg chg="del">
        <pc:chgData name="Nicolas Cachanosky" userId="543990dc0ff5ce14" providerId="LiveId" clId="{8E4DE338-F192-4434-A2D2-74D62C08B308}" dt="2026-04-29T21:49:44.692" v="25" actId="47"/>
        <pc:sldMkLst>
          <pc:docMk/>
          <pc:sldMk cId="3371146013" sldId="272"/>
        </pc:sldMkLst>
      </pc:sldChg>
      <pc:sldChg chg="del">
        <pc:chgData name="Nicolas Cachanosky" userId="543990dc0ff5ce14" providerId="LiveId" clId="{8E4DE338-F192-4434-A2D2-74D62C08B308}" dt="2026-04-29T21:49:44.692" v="25" actId="47"/>
        <pc:sldMkLst>
          <pc:docMk/>
          <pc:sldMk cId="307025906" sldId="273"/>
        </pc:sldMkLst>
      </pc:sldChg>
      <pc:sldChg chg="del">
        <pc:chgData name="Nicolas Cachanosky" userId="543990dc0ff5ce14" providerId="LiveId" clId="{8E4DE338-F192-4434-A2D2-74D62C08B308}" dt="2026-04-29T21:49:44.692" v="25" actId="47"/>
        <pc:sldMkLst>
          <pc:docMk/>
          <pc:sldMk cId="4210598989" sldId="274"/>
        </pc:sldMkLst>
      </pc:sldChg>
      <pc:sldChg chg="del">
        <pc:chgData name="Nicolas Cachanosky" userId="543990dc0ff5ce14" providerId="LiveId" clId="{8E4DE338-F192-4434-A2D2-74D62C08B308}" dt="2026-04-29T21:49:46.828" v="26" actId="47"/>
        <pc:sldMkLst>
          <pc:docMk/>
          <pc:sldMk cId="2122043082" sldId="275"/>
        </pc:sldMkLst>
      </pc:sldChg>
      <pc:sldChg chg="del">
        <pc:chgData name="Nicolas Cachanosky" userId="543990dc0ff5ce14" providerId="LiveId" clId="{8E4DE338-F192-4434-A2D2-74D62C08B308}" dt="2026-04-29T21:49:54.861" v="27" actId="47"/>
        <pc:sldMkLst>
          <pc:docMk/>
          <pc:sldMk cId="3164831073" sldId="276"/>
        </pc:sldMkLst>
      </pc:sldChg>
      <pc:sldChg chg="del">
        <pc:chgData name="Nicolas Cachanosky" userId="543990dc0ff5ce14" providerId="LiveId" clId="{8E4DE338-F192-4434-A2D2-74D62C08B308}" dt="2026-04-29T21:49:57.269" v="28" actId="47"/>
        <pc:sldMkLst>
          <pc:docMk/>
          <pc:sldMk cId="2469281945" sldId="277"/>
        </pc:sldMkLst>
      </pc:sldChg>
      <pc:sldChg chg="del">
        <pc:chgData name="Nicolas Cachanosky" userId="543990dc0ff5ce14" providerId="LiveId" clId="{8E4DE338-F192-4434-A2D2-74D62C08B308}" dt="2026-04-29T21:49:57.269" v="28" actId="47"/>
        <pc:sldMkLst>
          <pc:docMk/>
          <pc:sldMk cId="3941206569" sldId="278"/>
        </pc:sldMkLst>
      </pc:sldChg>
      <pc:sldChg chg="del">
        <pc:chgData name="Nicolas Cachanosky" userId="543990dc0ff5ce14" providerId="LiveId" clId="{8E4DE338-F192-4434-A2D2-74D62C08B308}" dt="2026-04-29T21:50:11.904" v="29" actId="47"/>
        <pc:sldMkLst>
          <pc:docMk/>
          <pc:sldMk cId="1101320872" sldId="279"/>
        </pc:sldMkLst>
      </pc:sldChg>
      <pc:sldChg chg="addSp delSp modSp mod ord">
        <pc:chgData name="Nicolas Cachanosky" userId="543990dc0ff5ce14" providerId="LiveId" clId="{8E4DE338-F192-4434-A2D2-74D62C08B308}" dt="2026-04-29T22:07:00.654" v="85" actId="1076"/>
        <pc:sldMkLst>
          <pc:docMk/>
          <pc:sldMk cId="921016517" sldId="281"/>
        </pc:sldMkLst>
        <pc:spChg chg="del">
          <ac:chgData name="Nicolas Cachanosky" userId="543990dc0ff5ce14" providerId="LiveId" clId="{8E4DE338-F192-4434-A2D2-74D62C08B308}" dt="2026-04-29T22:06:54.316" v="83" actId="478"/>
          <ac:spMkLst>
            <pc:docMk/>
            <pc:sldMk cId="921016517" sldId="281"/>
            <ac:spMk id="2" creationId="{0D0B9EB4-2115-74D6-340B-219890A845CA}"/>
          </ac:spMkLst>
        </pc:spChg>
        <pc:spChg chg="add del mod">
          <ac:chgData name="Nicolas Cachanosky" userId="543990dc0ff5ce14" providerId="LiveId" clId="{8E4DE338-F192-4434-A2D2-74D62C08B308}" dt="2026-04-29T22:06:56.540" v="84" actId="478"/>
          <ac:spMkLst>
            <pc:docMk/>
            <pc:sldMk cId="921016517" sldId="281"/>
            <ac:spMk id="6" creationId="{2B8CD766-62A4-70F6-0564-BF71FE238E2A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8" creationId="{7873643D-6AD4-8870-AE75-F768404A8C75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9" creationId="{F49EA32E-5F4E-E499-D522-18BD3495C3FF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0" creationId="{3DC93F40-AB83-769D-10B1-24DEA879B720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1" creationId="{463653FD-AFD5-0371-A8E5-A59DBE880C34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2" creationId="{D9C2E59F-86F1-39B0-0745-10FB65DC797D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1" creationId="{CFBAEC56-3A9A-1C93-87A7-27DBF31D49F5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2" creationId="{51A6139A-5E46-088D-2E11-103AAEB566C0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3" creationId="{BADDCDD0-B80D-FF2E-E4A1-53068A507428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4" creationId="{0229F625-B79F-53CC-AF45-0A899E66EE04}"/>
          </ac:spMkLst>
        </pc:spChg>
        <pc:cxnChg chg="mod">
          <ac:chgData name="Nicolas Cachanosky" userId="543990dc0ff5ce14" providerId="LiveId" clId="{8E4DE338-F192-4434-A2D2-74D62C08B308}" dt="2026-04-29T22:07:00.654" v="85" actId="1076"/>
          <ac:cxnSpMkLst>
            <pc:docMk/>
            <pc:sldMk cId="921016517" sldId="281"/>
            <ac:cxnSpMk id="28" creationId="{999BAD4B-4708-EF75-5021-E10FDD858C7B}"/>
          </ac:cxnSpMkLst>
        </pc:cxnChg>
      </pc:sldChg>
      <pc:sldChg chg="addSp delSp modSp mod ord">
        <pc:chgData name="Nicolas Cachanosky" userId="543990dc0ff5ce14" providerId="LiveId" clId="{8E4DE338-F192-4434-A2D2-74D62C08B308}" dt="2026-04-29T22:07:58.683" v="92" actId="13822"/>
        <pc:sldMkLst>
          <pc:docMk/>
          <pc:sldMk cId="1089973086" sldId="282"/>
        </pc:sldMkLst>
        <pc:spChg chg="del">
          <ac:chgData name="Nicolas Cachanosky" userId="543990dc0ff5ce14" providerId="LiveId" clId="{8E4DE338-F192-4434-A2D2-74D62C08B308}" dt="2026-04-29T22:07:27.156" v="86" actId="478"/>
          <ac:spMkLst>
            <pc:docMk/>
            <pc:sldMk cId="1089973086" sldId="282"/>
            <ac:spMk id="2" creationId="{0D0B9EB4-2115-74D6-340B-219890A845CA}"/>
          </ac:spMkLst>
        </pc:spChg>
        <pc:spChg chg="add del mod">
          <ac:chgData name="Nicolas Cachanosky" userId="543990dc0ff5ce14" providerId="LiveId" clId="{8E4DE338-F192-4434-A2D2-74D62C08B308}" dt="2026-04-29T22:07:28.755" v="87" actId="478"/>
          <ac:spMkLst>
            <pc:docMk/>
            <pc:sldMk cId="1089973086" sldId="282"/>
            <ac:spMk id="6" creationId="{A853F9A6-4A4E-FDB4-63D4-C95D6B5DEE1F}"/>
          </ac:spMkLst>
        </pc:spChg>
        <pc:spChg chg="mod">
          <ac:chgData name="Nicolas Cachanosky" userId="543990dc0ff5ce14" providerId="LiveId" clId="{8E4DE338-F192-4434-A2D2-74D62C08B308}" dt="2026-04-29T22:07:58.683" v="92" actId="13822"/>
          <ac:spMkLst>
            <pc:docMk/>
            <pc:sldMk cId="1089973086" sldId="282"/>
            <ac:spMk id="23" creationId="{BADDCDD0-B80D-FF2E-E4A1-53068A507428}"/>
          </ac:spMkLst>
        </pc:spChg>
        <pc:cxnChg chg="mod">
          <ac:chgData name="Nicolas Cachanosky" userId="543990dc0ff5ce14" providerId="LiveId" clId="{8E4DE338-F192-4434-A2D2-74D62C08B308}" dt="2026-04-29T22:07:55.943" v="91" actId="14100"/>
          <ac:cxnSpMkLst>
            <pc:docMk/>
            <pc:sldMk cId="1089973086" sldId="282"/>
            <ac:cxnSpMk id="31" creationId="{29DC9056-88CD-B8E8-8F1C-0AC5118805E4}"/>
          </ac:cxnSpMkLst>
        </pc:cxnChg>
      </pc:sldChg>
      <pc:sldChg chg="modSp mod ord">
        <pc:chgData name="Nicolas Cachanosky" userId="543990dc0ff5ce14" providerId="LiveId" clId="{8E4DE338-F192-4434-A2D2-74D62C08B308}" dt="2026-04-29T22:08:28.359" v="95" actId="13822"/>
        <pc:sldMkLst>
          <pc:docMk/>
          <pc:sldMk cId="4231503152" sldId="283"/>
        </pc:sldMkLst>
        <pc:spChg chg="mod">
          <ac:chgData name="Nicolas Cachanosky" userId="543990dc0ff5ce14" providerId="LiveId" clId="{8E4DE338-F192-4434-A2D2-74D62C08B308}" dt="2026-04-29T22:08:28.359" v="95" actId="13822"/>
          <ac:spMkLst>
            <pc:docMk/>
            <pc:sldMk cId="4231503152" sldId="283"/>
            <ac:spMk id="8" creationId="{7873643D-6AD4-8870-AE75-F768404A8C75}"/>
          </ac:spMkLst>
        </pc:spChg>
        <pc:spChg chg="mod">
          <ac:chgData name="Nicolas Cachanosky" userId="543990dc0ff5ce14" providerId="LiveId" clId="{8E4DE338-F192-4434-A2D2-74D62C08B308}" dt="2026-04-29T22:08:24.340" v="93" actId="13822"/>
          <ac:spMkLst>
            <pc:docMk/>
            <pc:sldMk cId="4231503152" sldId="283"/>
            <ac:spMk id="23" creationId="{BADDCDD0-B80D-FF2E-E4A1-53068A507428}"/>
          </ac:spMkLst>
        </pc:spChg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1927589300" sldId="285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585517794" sldId="286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2458335551" sldId="287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2386052459" sldId="288"/>
        </pc:sldMkLst>
      </pc:sldChg>
      <pc:sldChg chg="del">
        <pc:chgData name="Nicolas Cachanosky" userId="543990dc0ff5ce14" providerId="LiveId" clId="{8E4DE338-F192-4434-A2D2-74D62C08B308}" dt="2026-04-29T21:50:17.848" v="30" actId="47"/>
        <pc:sldMkLst>
          <pc:docMk/>
          <pc:sldMk cId="3396834784" sldId="289"/>
        </pc:sldMkLst>
      </pc:sldChg>
      <pc:sldChg chg="del">
        <pc:chgData name="Nicolas Cachanosky" userId="543990dc0ff5ce14" providerId="LiveId" clId="{8E4DE338-F192-4434-A2D2-74D62C08B308}" dt="2026-04-29T21:50:17.848" v="30" actId="47"/>
        <pc:sldMkLst>
          <pc:docMk/>
          <pc:sldMk cId="1681104507" sldId="291"/>
        </pc:sldMkLst>
      </pc:sldChg>
      <pc:sldChg chg="del">
        <pc:chgData name="Nicolas Cachanosky" userId="543990dc0ff5ce14" providerId="LiveId" clId="{8E4DE338-F192-4434-A2D2-74D62C08B308}" dt="2026-04-29T21:49:32.913" v="22" actId="47"/>
        <pc:sldMkLst>
          <pc:docMk/>
          <pc:sldMk cId="999203462" sldId="292"/>
        </pc:sldMkLst>
      </pc:sldChg>
      <pc:sldChg chg="del">
        <pc:chgData name="Nicolas Cachanosky" userId="543990dc0ff5ce14" providerId="LiveId" clId="{8E4DE338-F192-4434-A2D2-74D62C08B308}" dt="2026-04-29T21:49:32.913" v="22" actId="47"/>
        <pc:sldMkLst>
          <pc:docMk/>
          <pc:sldMk cId="471792780" sldId="293"/>
        </pc:sldMkLst>
      </pc:sldChg>
      <pc:sldChg chg="modSp del mod ord">
        <pc:chgData name="Nicolas Cachanosky" userId="543990dc0ff5ce14" providerId="LiveId" clId="{8E4DE338-F192-4434-A2D2-74D62C08B308}" dt="2026-04-30T17:37:06.802" v="150" actId="47"/>
        <pc:sldMkLst>
          <pc:docMk/>
          <pc:sldMk cId="2397999866" sldId="294"/>
        </pc:sldMkLst>
        <pc:picChg chg="mod">
          <ac:chgData name="Nicolas Cachanosky" userId="543990dc0ff5ce14" providerId="LiveId" clId="{8E4DE338-F192-4434-A2D2-74D62C08B308}" dt="2026-04-29T22:04:23" v="77" actId="14861"/>
          <ac:picMkLst>
            <pc:docMk/>
            <pc:sldMk cId="2397999866" sldId="294"/>
            <ac:picMk id="6" creationId="{08115BD9-F512-8F21-3442-EED5A1427273}"/>
          </ac:picMkLst>
        </pc:picChg>
      </pc:sldChg>
      <pc:sldChg chg="del">
        <pc:chgData name="Nicolas Cachanosky" userId="543990dc0ff5ce14" providerId="LiveId" clId="{8E4DE338-F192-4434-A2D2-74D62C08B308}" dt="2026-04-29T21:49:34.791" v="23" actId="47"/>
        <pc:sldMkLst>
          <pc:docMk/>
          <pc:sldMk cId="2617873232" sldId="295"/>
        </pc:sldMkLst>
      </pc:sldChg>
      <pc:sldChg chg="addSp delSp modSp add mod">
        <pc:chgData name="Nicolas Cachanosky" userId="543990dc0ff5ce14" providerId="LiveId" clId="{8E4DE338-F192-4434-A2D2-74D62C08B308}" dt="2026-04-30T17:43:57.012" v="185" actId="5736"/>
        <pc:sldMkLst>
          <pc:docMk/>
          <pc:sldMk cId="482296090" sldId="296"/>
        </pc:sldMkLst>
        <pc:spChg chg="del">
          <ac:chgData name="Nicolas Cachanosky" userId="543990dc0ff5ce14" providerId="LiveId" clId="{8E4DE338-F192-4434-A2D2-74D62C08B308}" dt="2026-04-29T22:12:00.865" v="97" actId="478"/>
          <ac:spMkLst>
            <pc:docMk/>
            <pc:sldMk cId="482296090" sldId="296"/>
            <ac:spMk id="2" creationId="{46E20047-F1D0-CA64-2F3F-C05AD75A3563}"/>
          </ac:spMkLst>
        </pc:spChg>
        <pc:spChg chg="del">
          <ac:chgData name="Nicolas Cachanosky" userId="543990dc0ff5ce14" providerId="LiveId" clId="{8E4DE338-F192-4434-A2D2-74D62C08B308}" dt="2026-04-29T22:12:03.323" v="99" actId="478"/>
          <ac:spMkLst>
            <pc:docMk/>
            <pc:sldMk cId="482296090" sldId="296"/>
            <ac:spMk id="3" creationId="{9A89DE2C-ACB1-1A6E-3BE0-E10A0F5EDD51}"/>
          </ac:spMkLst>
        </pc:spChg>
        <pc:spChg chg="add del mod">
          <ac:chgData name="Nicolas Cachanosky" userId="543990dc0ff5ce14" providerId="LiveId" clId="{8E4DE338-F192-4434-A2D2-74D62C08B308}" dt="2026-04-29T22:12:02.228" v="98" actId="478"/>
          <ac:spMkLst>
            <pc:docMk/>
            <pc:sldMk cId="482296090" sldId="296"/>
            <ac:spMk id="8" creationId="{5C6AC76A-D44E-737B-75E8-6F6D6E3A02E7}"/>
          </ac:spMkLst>
        </pc:spChg>
        <pc:spChg chg="add del mod">
          <ac:chgData name="Nicolas Cachanosky" userId="543990dc0ff5ce14" providerId="LiveId" clId="{8E4DE338-F192-4434-A2D2-74D62C08B308}" dt="2026-04-29T22:12:04.266" v="100" actId="478"/>
          <ac:spMkLst>
            <pc:docMk/>
            <pc:sldMk cId="482296090" sldId="296"/>
            <ac:spMk id="10" creationId="{8E470D23-1BB5-24B1-8648-9EEB0E9E2337}"/>
          </ac:spMkLst>
        </pc:spChg>
        <pc:graphicFrameChg chg="mod">
          <ac:chgData name="Nicolas Cachanosky" userId="543990dc0ff5ce14" providerId="LiveId" clId="{8E4DE338-F192-4434-A2D2-74D62C08B308}" dt="2026-04-30T17:43:57.012" v="185" actId="5736"/>
          <ac:graphicFrameMkLst>
            <pc:docMk/>
            <pc:sldMk cId="482296090" sldId="296"/>
            <ac:graphicFrameMk id="6" creationId="{DE66EEE3-1880-403A-6174-DF117645CB86}"/>
          </ac:graphicFrameMkLst>
        </pc:graphicFrameChg>
      </pc:sldChg>
      <pc:sldChg chg="del">
        <pc:chgData name="Nicolas Cachanosky" userId="543990dc0ff5ce14" providerId="LiveId" clId="{8E4DE338-F192-4434-A2D2-74D62C08B308}" dt="2026-04-29T21:49:34.791" v="23" actId="47"/>
        <pc:sldMkLst>
          <pc:docMk/>
          <pc:sldMk cId="2333629588" sldId="296"/>
        </pc:sldMkLst>
      </pc:sldChg>
      <pc:sldChg chg="addSp delSp modSp add mod">
        <pc:chgData name="Nicolas Cachanosky" userId="543990dc0ff5ce14" providerId="LiveId" clId="{8E4DE338-F192-4434-A2D2-74D62C08B308}" dt="2026-04-29T22:12:35.218" v="106" actId="1076"/>
        <pc:sldMkLst>
          <pc:docMk/>
          <pc:sldMk cId="3011994343" sldId="297"/>
        </pc:sldMkLst>
        <pc:spChg chg="del">
          <ac:chgData name="Nicolas Cachanosky" userId="543990dc0ff5ce14" providerId="LiveId" clId="{8E4DE338-F192-4434-A2D2-74D62C08B308}" dt="2026-04-29T22:12:28.895" v="104" actId="478"/>
          <ac:spMkLst>
            <pc:docMk/>
            <pc:sldMk cId="3011994343" sldId="297"/>
            <ac:spMk id="2" creationId="{46E20047-F1D0-CA64-2F3F-C05AD75A3563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6" creationId="{BB2D29B2-9D81-B531-89E6-CF83D7AFA761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7" creationId="{436CC139-8926-6FB4-5E5B-879CBF08C30B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9" creationId="{A0F8A93A-31F3-3830-4EE1-4B681FBB830D}"/>
          </ac:spMkLst>
        </pc:spChg>
        <pc:spChg chg="add del mod">
          <ac:chgData name="Nicolas Cachanosky" userId="543990dc0ff5ce14" providerId="LiveId" clId="{8E4DE338-F192-4434-A2D2-74D62C08B308}" dt="2026-04-29T22:12:30.152" v="105" actId="478"/>
          <ac:spMkLst>
            <pc:docMk/>
            <pc:sldMk cId="3011994343" sldId="297"/>
            <ac:spMk id="12" creationId="{BA287547-788B-F674-E856-B4CF52E9BEAC}"/>
          </ac:spMkLst>
        </pc:sp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8" creationId="{11239F40-B501-E540-882E-1FB75D9096B4}"/>
          </ac:cxnSpMkLst>
        </pc:cxn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10" creationId="{E355298B-6AE9-2601-DB29-F7488EE108AE}"/>
          </ac:cxnSpMkLst>
        </pc:cxn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11" creationId="{E46FF78F-9AB3-AAB0-F236-1653F75F0EFD}"/>
          </ac:cxnSpMkLst>
        </pc:cxnChg>
      </pc:sldChg>
      <pc:sldChg chg="addSp delSp modSp add mod">
        <pc:chgData name="Nicolas Cachanosky" userId="543990dc0ff5ce14" providerId="LiveId" clId="{8E4DE338-F192-4434-A2D2-74D62C08B308}" dt="2026-04-29T22:13:13.361" v="109" actId="478"/>
        <pc:sldMkLst>
          <pc:docMk/>
          <pc:sldMk cId="1761837451" sldId="304"/>
        </pc:sldMkLst>
        <pc:spChg chg="del">
          <ac:chgData name="Nicolas Cachanosky" userId="543990dc0ff5ce14" providerId="LiveId" clId="{8E4DE338-F192-4434-A2D2-74D62C08B308}" dt="2026-04-29T22:13:12.228" v="108" actId="478"/>
          <ac:spMkLst>
            <pc:docMk/>
            <pc:sldMk cId="1761837451" sldId="304"/>
            <ac:spMk id="2" creationId="{A65CFDA7-A442-C333-7E5F-1B5E3659E694}"/>
          </ac:spMkLst>
        </pc:spChg>
        <pc:spChg chg="add del mod">
          <ac:chgData name="Nicolas Cachanosky" userId="543990dc0ff5ce14" providerId="LiveId" clId="{8E4DE338-F192-4434-A2D2-74D62C08B308}" dt="2026-04-29T22:13:13.361" v="109" actId="478"/>
          <ac:spMkLst>
            <pc:docMk/>
            <pc:sldMk cId="1761837451" sldId="304"/>
            <ac:spMk id="6" creationId="{AB6BF247-AA7B-5F32-7244-748519C9F45E}"/>
          </ac:spMkLst>
        </pc:spChg>
      </pc:sldChg>
      <pc:sldChg chg="addSp delSp modSp add mod">
        <pc:chgData name="Nicolas Cachanosky" userId="543990dc0ff5ce14" providerId="LiveId" clId="{8E4DE338-F192-4434-A2D2-74D62C08B308}" dt="2026-04-30T17:41:54.025" v="184" actId="5736"/>
        <pc:sldMkLst>
          <pc:docMk/>
          <pc:sldMk cId="971371452" sldId="328"/>
        </pc:sldMkLst>
        <pc:spChg chg="add del">
          <ac:chgData name="Nicolas Cachanosky" userId="543990dc0ff5ce14" providerId="LiveId" clId="{8E4DE338-F192-4434-A2D2-74D62C08B308}" dt="2026-04-30T17:39:38.793" v="168" actId="478"/>
          <ac:spMkLst>
            <pc:docMk/>
            <pc:sldMk cId="971371452" sldId="328"/>
            <ac:spMk id="6" creationId="{4D012E11-65A8-80E3-B861-809B03C54B2F}"/>
          </ac:spMkLst>
        </pc:spChg>
        <pc:graphicFrameChg chg="mod">
          <ac:chgData name="Nicolas Cachanosky" userId="543990dc0ff5ce14" providerId="LiveId" clId="{8E4DE338-F192-4434-A2D2-74D62C08B308}" dt="2026-04-30T17:41:54.025" v="184" actId="5736"/>
          <ac:graphicFrameMkLst>
            <pc:docMk/>
            <pc:sldMk cId="971371452" sldId="328"/>
            <ac:graphicFrameMk id="5" creationId="{14C592C5-5CEA-149E-21FB-88592B4B7B42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1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C3C-47F6-9DC4-0E82699EB9D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C3C-47F6-9DC4-0E82699EB9D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C3C-47F6-9DC4-0E82699EB9D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C3C-47F6-9DC4-0E82699EB9D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C3C-47F6-9DC4-0E82699EB9D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2C3C-47F6-9DC4-0E82699EB9D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2C3C-47F6-9DC4-0E82699EB9D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E8-4039-AC9E-6B2A1D99B3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E8-4039-AC9E-6B2A1D99B3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E8-4039-AC9E-6B2A1D99B32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6E8-4039-AC9E-6B2A1D99B32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6E8-4039-AC9E-6B2A1D99B32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86E8-4039-AC9E-6B2A1D99B320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86E8-4039-AC9E-6B2A1D99B32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69-46A0-93DE-43C167E6E06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69-46A0-93DE-43C167E6E06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E69-46A0-93DE-43C167E6E06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E69-46A0-93DE-43C167E6E06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69-46A0-93DE-43C167E6E06F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E69-46A0-93DE-43C167E6E06F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69-46A0-93DE-43C167E6E06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52-48C0-BCF0-6E26B5AA06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52-48C0-BCF0-6E26B5AA06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852-48C0-BCF0-6E26B5AA061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852-48C0-BCF0-6E26B5AA061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852-48C0-BCF0-6E26B5AA0617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9852-48C0-BCF0-6E26B5AA0617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52-48C0-BCF0-6E26B5AA061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Monetary aggregates</a:t>
            </a:r>
          </a:p>
          <a:p>
            <a:pPr>
              <a:defRPr/>
            </a:pPr>
            <a:r>
              <a:rPr lang="en-US" dirty="0"/>
              <a:t>Billions of US dollars, march 2026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cap="all" spc="120" normalizeH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1.1458333333333333E-2"/>
          <c:y val="0.18224788568095654"/>
          <c:w val="0.9770833333333333"/>
          <c:h val="0.7396965587634880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Currency in circulation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Sheet1!$B$2:$B$4</c:f>
              <c:numCache>
                <c:formatCode>#,##0.00</c:formatCode>
                <c:ptCount val="3"/>
                <c:pt idx="0">
                  <c:v>2442.4</c:v>
                </c:pt>
                <c:pt idx="1">
                  <c:v>2359</c:v>
                </c:pt>
                <c:pt idx="2">
                  <c:v>2359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CE-4795-9055-EDDD0795A1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Reserves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Sheet1!$C$2:$C$4</c:f>
              <c:numCache>
                <c:formatCode>#,##0.00</c:formatCode>
                <c:ptCount val="3"/>
                <c:pt idx="0">
                  <c:v>3016.1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5CE-4795-9055-EDDD0795A18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Demand deposits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Sheet1!$D$2:$D$4</c:f>
              <c:numCache>
                <c:formatCode>#,##0.00</c:formatCode>
                <c:ptCount val="3"/>
                <c:pt idx="1">
                  <c:v>6818.3</c:v>
                </c:pt>
                <c:pt idx="2">
                  <c:v>6818.3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5CE-4795-9055-EDDD0795A18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liquid deposits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Sheet1!$E$2:$E$4</c:f>
              <c:numCache>
                <c:formatCode>#,##0.00</c:formatCode>
                <c:ptCount val="3"/>
                <c:pt idx="1">
                  <c:v>10259</c:v>
                </c:pt>
                <c:pt idx="2">
                  <c:v>10259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5CE-4795-9055-EDDD0795A18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Small-denomination depoists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Sheet1!$F$2:$F$4</c:f>
              <c:numCache>
                <c:formatCode>#,##0.00</c:formatCode>
                <c:ptCount val="3"/>
                <c:pt idx="2">
                  <c:v>1013.9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5CE-4795-9055-EDDD0795A18C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MMF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Sheet1!$G$2:$G$4</c:f>
              <c:numCache>
                <c:formatCode>#,##0.00</c:formatCode>
                <c:ptCount val="3"/>
                <c:pt idx="2">
                  <c:v>2235.8000000000002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5CE-4795-9055-EDDD0795A18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overlap val="100"/>
        <c:axId val="1603749120"/>
        <c:axId val="1593303392"/>
      </c:barChart>
      <c:catAx>
        <c:axId val="160374912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93303392"/>
        <c:crosses val="autoZero"/>
        <c:auto val="1"/>
        <c:lblAlgn val="ctr"/>
        <c:lblOffset val="100"/>
        <c:noMultiLvlLbl val="0"/>
      </c:catAx>
      <c:valAx>
        <c:axId val="1593303392"/>
        <c:scaling>
          <c:orientation val="minMax"/>
        </c:scaling>
        <c:delete val="1"/>
        <c:axPos val="l"/>
        <c:numFmt formatCode="#,##0.00" sourceLinked="1"/>
        <c:majorTickMark val="none"/>
        <c:minorTickMark val="none"/>
        <c:tickLblPos val="nextTo"/>
        <c:crossAx val="1603749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B41B5B-2D42-4B2E-B9E2-049026C5BD0B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A1ED9A19-26E6-4C4A-8B1B-3D514F7769D9}">
      <dgm:prSet phldrT="[Text]"/>
      <dgm:spPr/>
      <dgm:t>
        <a:bodyPr/>
        <a:lstStyle/>
        <a:p>
          <a:r>
            <a:rPr lang="en-US" dirty="0"/>
            <a:t>Stage 1</a:t>
          </a:r>
        </a:p>
      </dgm:t>
    </dgm:pt>
    <dgm:pt modelId="{BD5088CE-9258-47CA-B9EC-A83AE8860A3A}" type="parTrans" cxnId="{E21AAB50-6250-4D2E-84FD-AE9839EAF430}">
      <dgm:prSet/>
      <dgm:spPr/>
      <dgm:t>
        <a:bodyPr/>
        <a:lstStyle/>
        <a:p>
          <a:endParaRPr lang="en-US"/>
        </a:p>
      </dgm:t>
    </dgm:pt>
    <dgm:pt modelId="{627666F7-A637-43FB-B07C-CBF33252C541}" type="sibTrans" cxnId="{E21AAB50-6250-4D2E-84FD-AE9839EAF430}">
      <dgm:prSet/>
      <dgm:spPr/>
      <dgm:t>
        <a:bodyPr/>
        <a:lstStyle/>
        <a:p>
          <a:endParaRPr lang="en-US"/>
        </a:p>
      </dgm:t>
    </dgm:pt>
    <dgm:pt modelId="{69E42206-5D9F-4791-A5B6-3882AC5CC4DD}">
      <dgm:prSet phldrT="[Text]"/>
      <dgm:spPr/>
      <dgm:t>
        <a:bodyPr/>
        <a:lstStyle/>
        <a:p>
          <a:r>
            <a:rPr lang="en-US"/>
            <a:t>Free banking</a:t>
          </a:r>
        </a:p>
      </dgm:t>
    </dgm:pt>
    <dgm:pt modelId="{15C4FC9B-C31A-4414-83FD-9B5C8E8BB121}" type="parTrans" cxnId="{E38353D1-633D-40FD-B8C8-C37A46FF8E32}">
      <dgm:prSet/>
      <dgm:spPr/>
      <dgm:t>
        <a:bodyPr/>
        <a:lstStyle/>
        <a:p>
          <a:endParaRPr lang="en-US"/>
        </a:p>
      </dgm:t>
    </dgm:pt>
    <dgm:pt modelId="{8BBF6CAE-7C8B-474E-82BE-1944C0221453}" type="sibTrans" cxnId="{E38353D1-633D-40FD-B8C8-C37A46FF8E32}">
      <dgm:prSet/>
      <dgm:spPr/>
      <dgm:t>
        <a:bodyPr/>
        <a:lstStyle/>
        <a:p>
          <a:endParaRPr lang="en-US"/>
        </a:p>
      </dgm:t>
    </dgm:pt>
    <dgm:pt modelId="{7D3E0F65-981D-4671-B31D-91356133299F}">
      <dgm:prSet phldrT="[Text]"/>
      <dgm:spPr/>
      <dgm:t>
        <a:bodyPr/>
        <a:lstStyle/>
        <a:p>
          <a:r>
            <a:rPr lang="en-US"/>
            <a:t>Stage 3</a:t>
          </a:r>
        </a:p>
      </dgm:t>
    </dgm:pt>
    <dgm:pt modelId="{C1886485-4BB9-4E76-AAFB-C04D0DEE9D12}" type="parTrans" cxnId="{54ED7C7A-4ED7-4A0A-9C10-0E9E82B59421}">
      <dgm:prSet/>
      <dgm:spPr/>
      <dgm:t>
        <a:bodyPr/>
        <a:lstStyle/>
        <a:p>
          <a:endParaRPr lang="en-US"/>
        </a:p>
      </dgm:t>
    </dgm:pt>
    <dgm:pt modelId="{1F5674DB-D1F7-40CA-BFB2-815BC1EDDF36}" type="sibTrans" cxnId="{54ED7C7A-4ED7-4A0A-9C10-0E9E82B59421}">
      <dgm:prSet/>
      <dgm:spPr/>
      <dgm:t>
        <a:bodyPr/>
        <a:lstStyle/>
        <a:p>
          <a:endParaRPr lang="en-US"/>
        </a:p>
      </dgm:t>
    </dgm:pt>
    <dgm:pt modelId="{8E0CDBF8-C7B3-443F-8B74-0B75D3763AD6}">
      <dgm:prSet phldrT="[Text]"/>
      <dgm:spPr/>
      <dgm:t>
        <a:bodyPr/>
        <a:lstStyle/>
        <a:p>
          <a:r>
            <a:rPr lang="en-US"/>
            <a:t>Commodity money</a:t>
          </a:r>
        </a:p>
      </dgm:t>
    </dgm:pt>
    <dgm:pt modelId="{1778AF14-F173-42F8-83EE-5C1EB909ADDD}" type="parTrans" cxnId="{560CFAF8-0042-4A49-A74C-B7FA311E21A1}">
      <dgm:prSet/>
      <dgm:spPr/>
      <dgm:t>
        <a:bodyPr/>
        <a:lstStyle/>
        <a:p>
          <a:endParaRPr lang="en-US"/>
        </a:p>
      </dgm:t>
    </dgm:pt>
    <dgm:pt modelId="{973DCD39-A7EF-4181-9462-BDC355B0AF6F}" type="sibTrans" cxnId="{560CFAF8-0042-4A49-A74C-B7FA311E21A1}">
      <dgm:prSet/>
      <dgm:spPr/>
      <dgm:t>
        <a:bodyPr/>
        <a:lstStyle/>
        <a:p>
          <a:endParaRPr lang="en-US"/>
        </a:p>
      </dgm:t>
    </dgm:pt>
    <dgm:pt modelId="{2530EC4F-A22A-4CC8-99AB-030E6EE535EC}">
      <dgm:prSet phldrT="[Text]"/>
      <dgm:spPr/>
      <dgm:t>
        <a:bodyPr/>
        <a:lstStyle/>
        <a:p>
          <a:r>
            <a:rPr lang="en-US"/>
            <a:t>Stage 2</a:t>
          </a:r>
        </a:p>
      </dgm:t>
    </dgm:pt>
    <dgm:pt modelId="{91FF04C2-2D9D-473D-B141-CD0DB1AA3687}" type="parTrans" cxnId="{65445EC4-B753-4D03-9F52-966B5C7CEF61}">
      <dgm:prSet/>
      <dgm:spPr/>
      <dgm:t>
        <a:bodyPr/>
        <a:lstStyle/>
        <a:p>
          <a:endParaRPr lang="en-US"/>
        </a:p>
      </dgm:t>
    </dgm:pt>
    <dgm:pt modelId="{6B774DCB-83EC-41D3-A4D9-F55C117DD1B3}" type="sibTrans" cxnId="{65445EC4-B753-4D03-9F52-966B5C7CEF61}">
      <dgm:prSet/>
      <dgm:spPr/>
      <dgm:t>
        <a:bodyPr/>
        <a:lstStyle/>
        <a:p>
          <a:endParaRPr lang="en-US"/>
        </a:p>
      </dgm:t>
    </dgm:pt>
    <dgm:pt modelId="{8F099722-3D65-49CF-8409-3B85AC603E9B}">
      <dgm:prSet phldrT="[Text]"/>
      <dgm:spPr/>
      <dgm:t>
        <a:bodyPr/>
        <a:lstStyle/>
        <a:p>
          <a:r>
            <a:rPr lang="en-US"/>
            <a:t>Classic gold standard</a:t>
          </a:r>
        </a:p>
      </dgm:t>
    </dgm:pt>
    <dgm:pt modelId="{3B6A5393-C485-4073-9062-8E9D10A5A87B}" type="parTrans" cxnId="{02CCEAF9-10E8-4F26-B5C3-A9F990EEC1A7}">
      <dgm:prSet/>
      <dgm:spPr/>
      <dgm:t>
        <a:bodyPr/>
        <a:lstStyle/>
        <a:p>
          <a:endParaRPr lang="en-US"/>
        </a:p>
      </dgm:t>
    </dgm:pt>
    <dgm:pt modelId="{78950FE3-66F0-4043-B23E-B7F885888BA3}" type="sibTrans" cxnId="{02CCEAF9-10E8-4F26-B5C3-A9F990EEC1A7}">
      <dgm:prSet/>
      <dgm:spPr/>
      <dgm:t>
        <a:bodyPr/>
        <a:lstStyle/>
        <a:p>
          <a:endParaRPr lang="en-US"/>
        </a:p>
      </dgm:t>
    </dgm:pt>
    <dgm:pt modelId="{334D913D-B758-49B9-854C-AC669784E92B}">
      <dgm:prSet phldrT="[Text]"/>
      <dgm:spPr/>
      <dgm:t>
        <a:bodyPr/>
        <a:lstStyle/>
        <a:p>
          <a:r>
            <a:rPr lang="en-US"/>
            <a:t>Stage 4</a:t>
          </a:r>
        </a:p>
      </dgm:t>
    </dgm:pt>
    <dgm:pt modelId="{71A371D0-815D-4575-906E-84F4838336CD}" type="parTrans" cxnId="{58CCB97F-D62E-4E80-A193-5D3E4B446017}">
      <dgm:prSet/>
      <dgm:spPr/>
      <dgm:t>
        <a:bodyPr/>
        <a:lstStyle/>
        <a:p>
          <a:endParaRPr lang="en-US"/>
        </a:p>
      </dgm:t>
    </dgm:pt>
    <dgm:pt modelId="{B8FDF90D-3115-4A50-AD4B-D07A9F5D5A9D}" type="sibTrans" cxnId="{58CCB97F-D62E-4E80-A193-5D3E4B446017}">
      <dgm:prSet/>
      <dgm:spPr/>
      <dgm:t>
        <a:bodyPr/>
        <a:lstStyle/>
        <a:p>
          <a:endParaRPr lang="en-US"/>
        </a:p>
      </dgm:t>
    </dgm:pt>
    <dgm:pt modelId="{021CB699-53C2-4088-96E0-F9DF0E4AE98F}">
      <dgm:prSet phldrT="[Text]"/>
      <dgm:spPr/>
      <dgm:t>
        <a:bodyPr/>
        <a:lstStyle/>
        <a:p>
          <a:r>
            <a:rPr lang="en-US"/>
            <a:t>Bretton Woods System</a:t>
          </a:r>
        </a:p>
      </dgm:t>
    </dgm:pt>
    <dgm:pt modelId="{E5D8DA47-73E8-4F0C-A247-244E3A09002C}" type="parTrans" cxnId="{E788A93C-42AB-4B10-B3C6-BD4CDA673EDB}">
      <dgm:prSet/>
      <dgm:spPr/>
      <dgm:t>
        <a:bodyPr/>
        <a:lstStyle/>
        <a:p>
          <a:endParaRPr lang="en-US"/>
        </a:p>
      </dgm:t>
    </dgm:pt>
    <dgm:pt modelId="{93AFDB84-B7C1-4234-840B-77C662DA3CA4}" type="sibTrans" cxnId="{E788A93C-42AB-4B10-B3C6-BD4CDA673EDB}">
      <dgm:prSet/>
      <dgm:spPr/>
      <dgm:t>
        <a:bodyPr/>
        <a:lstStyle/>
        <a:p>
          <a:endParaRPr lang="en-US"/>
        </a:p>
      </dgm:t>
    </dgm:pt>
    <dgm:pt modelId="{B19E25F7-CB7B-47A8-AEB2-53AFF8DE406E}">
      <dgm:prSet phldrT="[Text]"/>
      <dgm:spPr/>
      <dgm:t>
        <a:bodyPr/>
        <a:lstStyle/>
        <a:p>
          <a:r>
            <a:rPr lang="en-US"/>
            <a:t>Stage 5</a:t>
          </a:r>
        </a:p>
      </dgm:t>
    </dgm:pt>
    <dgm:pt modelId="{A8BE7018-955F-42A6-A528-0544A7DFFB84}" type="parTrans" cxnId="{CD71AAFE-A2B2-415A-9C6C-6B5EAADBBCA9}">
      <dgm:prSet/>
      <dgm:spPr/>
      <dgm:t>
        <a:bodyPr/>
        <a:lstStyle/>
        <a:p>
          <a:endParaRPr lang="en-US"/>
        </a:p>
      </dgm:t>
    </dgm:pt>
    <dgm:pt modelId="{72C79237-D96C-4225-8886-D94F90D96E7E}" type="sibTrans" cxnId="{CD71AAFE-A2B2-415A-9C6C-6B5EAADBBCA9}">
      <dgm:prSet/>
      <dgm:spPr/>
      <dgm:t>
        <a:bodyPr/>
        <a:lstStyle/>
        <a:p>
          <a:endParaRPr lang="en-US"/>
        </a:p>
      </dgm:t>
    </dgm:pt>
    <dgm:pt modelId="{B75F0649-5290-4EED-A4A1-B542A22E93B4}">
      <dgm:prSet phldrT="[Text]"/>
      <dgm:spPr/>
      <dgm:t>
        <a:bodyPr/>
        <a:lstStyle/>
        <a:p>
          <a:r>
            <a:rPr lang="en-US"/>
            <a:t>Fiat money</a:t>
          </a:r>
        </a:p>
      </dgm:t>
    </dgm:pt>
    <dgm:pt modelId="{6EA64ED7-1F9E-4C61-9B88-1AD990697791}" type="parTrans" cxnId="{9D760C00-483D-4B64-9BA6-BF0908AACF3C}">
      <dgm:prSet/>
      <dgm:spPr/>
      <dgm:t>
        <a:bodyPr/>
        <a:lstStyle/>
        <a:p>
          <a:endParaRPr lang="en-US"/>
        </a:p>
      </dgm:t>
    </dgm:pt>
    <dgm:pt modelId="{B6BC1A7B-036E-4323-9BF8-11DC080E352D}" type="sibTrans" cxnId="{9D760C00-483D-4B64-9BA6-BF0908AACF3C}">
      <dgm:prSet/>
      <dgm:spPr/>
      <dgm:t>
        <a:bodyPr/>
        <a:lstStyle/>
        <a:p>
          <a:endParaRPr lang="en-US"/>
        </a:p>
      </dgm:t>
    </dgm:pt>
    <dgm:pt modelId="{D994C9A1-EB01-4236-A4AD-20C861AEAFE5}">
      <dgm:prSet phldrT="[Text]"/>
      <dgm:spPr>
        <a:solidFill>
          <a:schemeClr val="tx1"/>
        </a:solidFill>
      </dgm:spPr>
      <dgm:t>
        <a:bodyPr/>
        <a:lstStyle/>
        <a:p>
          <a:r>
            <a:rPr lang="en-US"/>
            <a:t>Stage 6</a:t>
          </a:r>
        </a:p>
      </dgm:t>
    </dgm:pt>
    <dgm:pt modelId="{F84844D2-7735-443C-B2C6-D7090E7C9C6E}" type="parTrans" cxnId="{E9B72594-6756-453F-B8C3-0A375B356D9E}">
      <dgm:prSet/>
      <dgm:spPr/>
      <dgm:t>
        <a:bodyPr/>
        <a:lstStyle/>
        <a:p>
          <a:endParaRPr lang="en-US"/>
        </a:p>
      </dgm:t>
    </dgm:pt>
    <dgm:pt modelId="{4766065C-A310-4932-9A78-66707AB54A9F}" type="sibTrans" cxnId="{E9B72594-6756-453F-B8C3-0A375B356D9E}">
      <dgm:prSet/>
      <dgm:spPr/>
      <dgm:t>
        <a:bodyPr/>
        <a:lstStyle/>
        <a:p>
          <a:endParaRPr lang="en-US"/>
        </a:p>
      </dgm:t>
    </dgm:pt>
    <dgm:pt modelId="{A32A6B18-451F-4957-8FAB-51B785CE59BD}">
      <dgm:prSet phldrT="[Text]"/>
      <dgm:spPr>
        <a:solidFill>
          <a:schemeClr val="tx1"/>
        </a:solidFill>
      </dgm:spPr>
      <dgm:t>
        <a:bodyPr/>
        <a:lstStyle/>
        <a:p>
          <a:r>
            <a:rPr lang="en-US"/>
            <a:t>The future of money?</a:t>
          </a:r>
        </a:p>
      </dgm:t>
    </dgm:pt>
    <dgm:pt modelId="{EF81CFE4-53E8-4CEF-9F3B-8CF8C13D2819}" type="parTrans" cxnId="{B165CAF0-EC68-4760-8603-352E60C19CBD}">
      <dgm:prSet/>
      <dgm:spPr/>
      <dgm:t>
        <a:bodyPr/>
        <a:lstStyle/>
        <a:p>
          <a:endParaRPr lang="en-US"/>
        </a:p>
      </dgm:t>
    </dgm:pt>
    <dgm:pt modelId="{E6EC8A0E-FDBD-43B6-A5D5-FF7E0DBD86FE}" type="sibTrans" cxnId="{B165CAF0-EC68-4760-8603-352E60C19CBD}">
      <dgm:prSet/>
      <dgm:spPr/>
      <dgm:t>
        <a:bodyPr/>
        <a:lstStyle/>
        <a:p>
          <a:endParaRPr lang="en-US"/>
        </a:p>
      </dgm:t>
    </dgm:pt>
    <dgm:pt modelId="{9BC9CA72-7DBA-4806-A9A4-2AF4812C888D}" type="pres">
      <dgm:prSet presAssocID="{D5B41B5B-2D42-4B2E-B9E2-049026C5BD0B}" presName="Name0" presStyleCnt="0">
        <dgm:presLayoutVars>
          <dgm:dir/>
          <dgm:resizeHandles val="exact"/>
        </dgm:presLayoutVars>
      </dgm:prSet>
      <dgm:spPr/>
    </dgm:pt>
    <dgm:pt modelId="{892D3877-D1D2-41E2-ADEF-F9A6BDAF7D6F}" type="pres">
      <dgm:prSet presAssocID="{A1ED9A19-26E6-4C4A-8B1B-3D514F7769D9}" presName="node" presStyleLbl="node1" presStyleIdx="0" presStyleCnt="6">
        <dgm:presLayoutVars>
          <dgm:bulletEnabled val="1"/>
        </dgm:presLayoutVars>
      </dgm:prSet>
      <dgm:spPr/>
    </dgm:pt>
    <dgm:pt modelId="{950EC3EE-9990-42AF-B69C-D3241C7E77A6}" type="pres">
      <dgm:prSet presAssocID="{627666F7-A637-43FB-B07C-CBF33252C541}" presName="sibTrans" presStyleLbl="sibTrans2D1" presStyleIdx="0" presStyleCnt="5"/>
      <dgm:spPr/>
    </dgm:pt>
    <dgm:pt modelId="{5E3743E0-9FD8-4153-BEDC-46B600ACE184}" type="pres">
      <dgm:prSet presAssocID="{627666F7-A637-43FB-B07C-CBF33252C541}" presName="connectorText" presStyleLbl="sibTrans2D1" presStyleIdx="0" presStyleCnt="5"/>
      <dgm:spPr/>
    </dgm:pt>
    <dgm:pt modelId="{7299276D-2C10-4018-AE4F-1912D50C1B4A}" type="pres">
      <dgm:prSet presAssocID="{2530EC4F-A22A-4CC8-99AB-030E6EE535EC}" presName="node" presStyleLbl="node1" presStyleIdx="1" presStyleCnt="6">
        <dgm:presLayoutVars>
          <dgm:bulletEnabled val="1"/>
        </dgm:presLayoutVars>
      </dgm:prSet>
      <dgm:spPr/>
    </dgm:pt>
    <dgm:pt modelId="{AA98B340-5888-4FFD-91BF-8EDA18336060}" type="pres">
      <dgm:prSet presAssocID="{6B774DCB-83EC-41D3-A4D9-F55C117DD1B3}" presName="sibTrans" presStyleLbl="sibTrans2D1" presStyleIdx="1" presStyleCnt="5"/>
      <dgm:spPr/>
    </dgm:pt>
    <dgm:pt modelId="{896279FE-042B-4A0F-B69F-F95D6208938A}" type="pres">
      <dgm:prSet presAssocID="{6B774DCB-83EC-41D3-A4D9-F55C117DD1B3}" presName="connectorText" presStyleLbl="sibTrans2D1" presStyleIdx="1" presStyleCnt="5"/>
      <dgm:spPr/>
    </dgm:pt>
    <dgm:pt modelId="{8FDB06E1-318E-4BBE-96A0-76278DE5D9C3}" type="pres">
      <dgm:prSet presAssocID="{7D3E0F65-981D-4671-B31D-91356133299F}" presName="node" presStyleLbl="node1" presStyleIdx="2" presStyleCnt="6">
        <dgm:presLayoutVars>
          <dgm:bulletEnabled val="1"/>
        </dgm:presLayoutVars>
      </dgm:prSet>
      <dgm:spPr/>
    </dgm:pt>
    <dgm:pt modelId="{DB4EADF8-28EB-490D-80F5-F3A92B8376F6}" type="pres">
      <dgm:prSet presAssocID="{1F5674DB-D1F7-40CA-BFB2-815BC1EDDF36}" presName="sibTrans" presStyleLbl="sibTrans2D1" presStyleIdx="2" presStyleCnt="5"/>
      <dgm:spPr/>
    </dgm:pt>
    <dgm:pt modelId="{590A1E4C-A7D8-44B8-8EB3-FB5D8997457B}" type="pres">
      <dgm:prSet presAssocID="{1F5674DB-D1F7-40CA-BFB2-815BC1EDDF36}" presName="connectorText" presStyleLbl="sibTrans2D1" presStyleIdx="2" presStyleCnt="5"/>
      <dgm:spPr/>
    </dgm:pt>
    <dgm:pt modelId="{D71E7CC6-B541-48B5-B5A9-9A7E1FEDDE09}" type="pres">
      <dgm:prSet presAssocID="{334D913D-B758-49B9-854C-AC669784E92B}" presName="node" presStyleLbl="node1" presStyleIdx="3" presStyleCnt="6">
        <dgm:presLayoutVars>
          <dgm:bulletEnabled val="1"/>
        </dgm:presLayoutVars>
      </dgm:prSet>
      <dgm:spPr/>
    </dgm:pt>
    <dgm:pt modelId="{CC0A9359-C884-431B-85C1-F36A2C00867C}" type="pres">
      <dgm:prSet presAssocID="{B8FDF90D-3115-4A50-AD4B-D07A9F5D5A9D}" presName="sibTrans" presStyleLbl="sibTrans2D1" presStyleIdx="3" presStyleCnt="5"/>
      <dgm:spPr/>
    </dgm:pt>
    <dgm:pt modelId="{C1A2C69A-85FC-4EEB-B2BD-A9D9A900E742}" type="pres">
      <dgm:prSet presAssocID="{B8FDF90D-3115-4A50-AD4B-D07A9F5D5A9D}" presName="connectorText" presStyleLbl="sibTrans2D1" presStyleIdx="3" presStyleCnt="5"/>
      <dgm:spPr/>
    </dgm:pt>
    <dgm:pt modelId="{5D80EEC5-F634-4317-BD82-E39F2E53DB07}" type="pres">
      <dgm:prSet presAssocID="{B19E25F7-CB7B-47A8-AEB2-53AFF8DE406E}" presName="node" presStyleLbl="node1" presStyleIdx="4" presStyleCnt="6">
        <dgm:presLayoutVars>
          <dgm:bulletEnabled val="1"/>
        </dgm:presLayoutVars>
      </dgm:prSet>
      <dgm:spPr/>
    </dgm:pt>
    <dgm:pt modelId="{95C223DD-3D7E-470C-B8EF-590686B38E29}" type="pres">
      <dgm:prSet presAssocID="{72C79237-D96C-4225-8886-D94F90D96E7E}" presName="sibTrans" presStyleLbl="sibTrans2D1" presStyleIdx="4" presStyleCnt="5"/>
      <dgm:spPr/>
    </dgm:pt>
    <dgm:pt modelId="{37250E9E-723A-4D08-9CAC-70FA31F3954D}" type="pres">
      <dgm:prSet presAssocID="{72C79237-D96C-4225-8886-D94F90D96E7E}" presName="connectorText" presStyleLbl="sibTrans2D1" presStyleIdx="4" presStyleCnt="5"/>
      <dgm:spPr/>
    </dgm:pt>
    <dgm:pt modelId="{6A855441-6775-4A22-8652-9B103594F6A9}" type="pres">
      <dgm:prSet presAssocID="{D994C9A1-EB01-4236-A4AD-20C861AEAFE5}" presName="node" presStyleLbl="node1" presStyleIdx="5" presStyleCnt="6">
        <dgm:presLayoutVars>
          <dgm:bulletEnabled val="1"/>
        </dgm:presLayoutVars>
      </dgm:prSet>
      <dgm:spPr/>
    </dgm:pt>
  </dgm:ptLst>
  <dgm:cxnLst>
    <dgm:cxn modelId="{9D760C00-483D-4B64-9BA6-BF0908AACF3C}" srcId="{B19E25F7-CB7B-47A8-AEB2-53AFF8DE406E}" destId="{B75F0649-5290-4EED-A4A1-B542A22E93B4}" srcOrd="0" destOrd="0" parTransId="{6EA64ED7-1F9E-4C61-9B88-1AD990697791}" sibTransId="{B6BC1A7B-036E-4323-9BF8-11DC080E352D}"/>
    <dgm:cxn modelId="{FCA3A901-040D-47F7-9BC9-FE2BDF0B7811}" type="presOf" srcId="{A1ED9A19-26E6-4C4A-8B1B-3D514F7769D9}" destId="{892D3877-D1D2-41E2-ADEF-F9A6BDAF7D6F}" srcOrd="0" destOrd="0" presId="urn:microsoft.com/office/officeart/2005/8/layout/process1"/>
    <dgm:cxn modelId="{60FC1D07-908F-4B16-AB37-49BF341650FD}" type="presOf" srcId="{6B774DCB-83EC-41D3-A4D9-F55C117DD1B3}" destId="{AA98B340-5888-4FFD-91BF-8EDA18336060}" srcOrd="0" destOrd="0" presId="urn:microsoft.com/office/officeart/2005/8/layout/process1"/>
    <dgm:cxn modelId="{2DB4DE0C-FC20-4590-AC87-3F5C456E1F2F}" type="presOf" srcId="{D5B41B5B-2D42-4B2E-B9E2-049026C5BD0B}" destId="{9BC9CA72-7DBA-4806-A9A4-2AF4812C888D}" srcOrd="0" destOrd="0" presId="urn:microsoft.com/office/officeart/2005/8/layout/process1"/>
    <dgm:cxn modelId="{C598E40C-B293-40A1-B527-798BB616C261}" type="presOf" srcId="{7D3E0F65-981D-4671-B31D-91356133299F}" destId="{8FDB06E1-318E-4BBE-96A0-76278DE5D9C3}" srcOrd="0" destOrd="0" presId="urn:microsoft.com/office/officeart/2005/8/layout/process1"/>
    <dgm:cxn modelId="{12C9750D-0A9E-4CF6-854E-C17680457D4E}" type="presOf" srcId="{8F099722-3D65-49CF-8409-3B85AC603E9B}" destId="{8FDB06E1-318E-4BBE-96A0-76278DE5D9C3}" srcOrd="0" destOrd="1" presId="urn:microsoft.com/office/officeart/2005/8/layout/process1"/>
    <dgm:cxn modelId="{9FC81E13-6533-4D5D-818D-C41C118EB929}" type="presOf" srcId="{021CB699-53C2-4088-96E0-F9DF0E4AE98F}" destId="{D71E7CC6-B541-48B5-B5A9-9A7E1FEDDE09}" srcOrd="0" destOrd="1" presId="urn:microsoft.com/office/officeart/2005/8/layout/process1"/>
    <dgm:cxn modelId="{C32EF823-379A-4417-873E-0DA4C1B6AF16}" type="presOf" srcId="{334D913D-B758-49B9-854C-AC669784E92B}" destId="{D71E7CC6-B541-48B5-B5A9-9A7E1FEDDE09}" srcOrd="0" destOrd="0" presId="urn:microsoft.com/office/officeart/2005/8/layout/process1"/>
    <dgm:cxn modelId="{59B01728-F336-4DDB-8A95-983D06C6AE29}" type="presOf" srcId="{627666F7-A637-43FB-B07C-CBF33252C541}" destId="{5E3743E0-9FD8-4153-BEDC-46B600ACE184}" srcOrd="1" destOrd="0" presId="urn:microsoft.com/office/officeart/2005/8/layout/process1"/>
    <dgm:cxn modelId="{FCDCE83B-6DA1-4E33-861F-43843E603015}" type="presOf" srcId="{A32A6B18-451F-4957-8FAB-51B785CE59BD}" destId="{6A855441-6775-4A22-8652-9B103594F6A9}" srcOrd="0" destOrd="1" presId="urn:microsoft.com/office/officeart/2005/8/layout/process1"/>
    <dgm:cxn modelId="{E788A93C-42AB-4B10-B3C6-BD4CDA673EDB}" srcId="{334D913D-B758-49B9-854C-AC669784E92B}" destId="{021CB699-53C2-4088-96E0-F9DF0E4AE98F}" srcOrd="0" destOrd="0" parTransId="{E5D8DA47-73E8-4F0C-A247-244E3A09002C}" sibTransId="{93AFDB84-B7C1-4234-840B-77C662DA3CA4}"/>
    <dgm:cxn modelId="{E49E0140-8EBD-4C16-88D1-A67D83ECC089}" type="presOf" srcId="{B8FDF90D-3115-4A50-AD4B-D07A9F5D5A9D}" destId="{CC0A9359-C884-431B-85C1-F36A2C00867C}" srcOrd="0" destOrd="0" presId="urn:microsoft.com/office/officeart/2005/8/layout/process1"/>
    <dgm:cxn modelId="{28C1345C-4C96-440C-8E2A-A85183624CFE}" type="presOf" srcId="{72C79237-D96C-4225-8886-D94F90D96E7E}" destId="{37250E9E-723A-4D08-9CAC-70FA31F3954D}" srcOrd="1" destOrd="0" presId="urn:microsoft.com/office/officeart/2005/8/layout/process1"/>
    <dgm:cxn modelId="{2EE28344-EC76-465A-AACF-C8A7C64C45A3}" type="presOf" srcId="{B75F0649-5290-4EED-A4A1-B542A22E93B4}" destId="{5D80EEC5-F634-4317-BD82-E39F2E53DB07}" srcOrd="0" destOrd="1" presId="urn:microsoft.com/office/officeart/2005/8/layout/process1"/>
    <dgm:cxn modelId="{E21AAB50-6250-4D2E-84FD-AE9839EAF430}" srcId="{D5B41B5B-2D42-4B2E-B9E2-049026C5BD0B}" destId="{A1ED9A19-26E6-4C4A-8B1B-3D514F7769D9}" srcOrd="0" destOrd="0" parTransId="{BD5088CE-9258-47CA-B9EC-A83AE8860A3A}" sibTransId="{627666F7-A637-43FB-B07C-CBF33252C541}"/>
    <dgm:cxn modelId="{54ED7C7A-4ED7-4A0A-9C10-0E9E82B59421}" srcId="{D5B41B5B-2D42-4B2E-B9E2-049026C5BD0B}" destId="{7D3E0F65-981D-4671-B31D-91356133299F}" srcOrd="2" destOrd="0" parTransId="{C1886485-4BB9-4E76-AAFB-C04D0DEE9D12}" sibTransId="{1F5674DB-D1F7-40CA-BFB2-815BC1EDDF36}"/>
    <dgm:cxn modelId="{58CCB97F-D62E-4E80-A193-5D3E4B446017}" srcId="{D5B41B5B-2D42-4B2E-B9E2-049026C5BD0B}" destId="{334D913D-B758-49B9-854C-AC669784E92B}" srcOrd="3" destOrd="0" parTransId="{71A371D0-815D-4575-906E-84F4838336CD}" sibTransId="{B8FDF90D-3115-4A50-AD4B-D07A9F5D5A9D}"/>
    <dgm:cxn modelId="{B0000B85-3290-41E5-B977-F40AAA8FFA17}" type="presOf" srcId="{1F5674DB-D1F7-40CA-BFB2-815BC1EDDF36}" destId="{DB4EADF8-28EB-490D-80F5-F3A92B8376F6}" srcOrd="0" destOrd="0" presId="urn:microsoft.com/office/officeart/2005/8/layout/process1"/>
    <dgm:cxn modelId="{8C408587-2B09-4B0D-A490-5632FA63619A}" type="presOf" srcId="{8E0CDBF8-C7B3-443F-8B74-0B75D3763AD6}" destId="{892D3877-D1D2-41E2-ADEF-F9A6BDAF7D6F}" srcOrd="0" destOrd="1" presId="urn:microsoft.com/office/officeart/2005/8/layout/process1"/>
    <dgm:cxn modelId="{516B238F-0AF5-490E-B6B1-3E32C577B8D8}" type="presOf" srcId="{6B774DCB-83EC-41D3-A4D9-F55C117DD1B3}" destId="{896279FE-042B-4A0F-B69F-F95D6208938A}" srcOrd="1" destOrd="0" presId="urn:microsoft.com/office/officeart/2005/8/layout/process1"/>
    <dgm:cxn modelId="{E9B72594-6756-453F-B8C3-0A375B356D9E}" srcId="{D5B41B5B-2D42-4B2E-B9E2-049026C5BD0B}" destId="{D994C9A1-EB01-4236-A4AD-20C861AEAFE5}" srcOrd="5" destOrd="0" parTransId="{F84844D2-7735-443C-B2C6-D7090E7C9C6E}" sibTransId="{4766065C-A310-4932-9A78-66707AB54A9F}"/>
    <dgm:cxn modelId="{6541C19A-8BF6-4320-BA3A-28EF42D44F6A}" type="presOf" srcId="{B8FDF90D-3115-4A50-AD4B-D07A9F5D5A9D}" destId="{C1A2C69A-85FC-4EEB-B2BD-A9D9A900E742}" srcOrd="1" destOrd="0" presId="urn:microsoft.com/office/officeart/2005/8/layout/process1"/>
    <dgm:cxn modelId="{325EE99A-6FC2-486B-8644-3B9C9AA7A297}" type="presOf" srcId="{69E42206-5D9F-4791-A5B6-3882AC5CC4DD}" destId="{7299276D-2C10-4018-AE4F-1912D50C1B4A}" srcOrd="0" destOrd="1" presId="urn:microsoft.com/office/officeart/2005/8/layout/process1"/>
    <dgm:cxn modelId="{3830F7A3-A312-439D-8EF4-1499EB4CABD5}" type="presOf" srcId="{B19E25F7-CB7B-47A8-AEB2-53AFF8DE406E}" destId="{5D80EEC5-F634-4317-BD82-E39F2E53DB07}" srcOrd="0" destOrd="0" presId="urn:microsoft.com/office/officeart/2005/8/layout/process1"/>
    <dgm:cxn modelId="{02C0C7A5-D9E6-4039-875B-795F4931EA3C}" type="presOf" srcId="{2530EC4F-A22A-4CC8-99AB-030E6EE535EC}" destId="{7299276D-2C10-4018-AE4F-1912D50C1B4A}" srcOrd="0" destOrd="0" presId="urn:microsoft.com/office/officeart/2005/8/layout/process1"/>
    <dgm:cxn modelId="{A17587B5-BDF8-4F77-9F83-045B8A237032}" type="presOf" srcId="{D994C9A1-EB01-4236-A4AD-20C861AEAFE5}" destId="{6A855441-6775-4A22-8652-9B103594F6A9}" srcOrd="0" destOrd="0" presId="urn:microsoft.com/office/officeart/2005/8/layout/process1"/>
    <dgm:cxn modelId="{65445EC4-B753-4D03-9F52-966B5C7CEF61}" srcId="{D5B41B5B-2D42-4B2E-B9E2-049026C5BD0B}" destId="{2530EC4F-A22A-4CC8-99AB-030E6EE535EC}" srcOrd="1" destOrd="0" parTransId="{91FF04C2-2D9D-473D-B141-CD0DB1AA3687}" sibTransId="{6B774DCB-83EC-41D3-A4D9-F55C117DD1B3}"/>
    <dgm:cxn modelId="{E38353D1-633D-40FD-B8C8-C37A46FF8E32}" srcId="{2530EC4F-A22A-4CC8-99AB-030E6EE535EC}" destId="{69E42206-5D9F-4791-A5B6-3882AC5CC4DD}" srcOrd="0" destOrd="0" parTransId="{15C4FC9B-C31A-4414-83FD-9B5C8E8BB121}" sibTransId="{8BBF6CAE-7C8B-474E-82BE-1944C0221453}"/>
    <dgm:cxn modelId="{A479F7EA-47F4-4915-92B5-348D922DF3FD}" type="presOf" srcId="{1F5674DB-D1F7-40CA-BFB2-815BC1EDDF36}" destId="{590A1E4C-A7D8-44B8-8EB3-FB5D8997457B}" srcOrd="1" destOrd="0" presId="urn:microsoft.com/office/officeart/2005/8/layout/process1"/>
    <dgm:cxn modelId="{B165CAF0-EC68-4760-8603-352E60C19CBD}" srcId="{D994C9A1-EB01-4236-A4AD-20C861AEAFE5}" destId="{A32A6B18-451F-4957-8FAB-51B785CE59BD}" srcOrd="0" destOrd="0" parTransId="{EF81CFE4-53E8-4CEF-9F3B-8CF8C13D2819}" sibTransId="{E6EC8A0E-FDBD-43B6-A5D5-FF7E0DBD86FE}"/>
    <dgm:cxn modelId="{E9724DF8-8DE2-4F89-946C-1E3AC69A1022}" type="presOf" srcId="{627666F7-A637-43FB-B07C-CBF33252C541}" destId="{950EC3EE-9990-42AF-B69C-D3241C7E77A6}" srcOrd="0" destOrd="0" presId="urn:microsoft.com/office/officeart/2005/8/layout/process1"/>
    <dgm:cxn modelId="{560CFAF8-0042-4A49-A74C-B7FA311E21A1}" srcId="{A1ED9A19-26E6-4C4A-8B1B-3D514F7769D9}" destId="{8E0CDBF8-C7B3-443F-8B74-0B75D3763AD6}" srcOrd="0" destOrd="0" parTransId="{1778AF14-F173-42F8-83EE-5C1EB909ADDD}" sibTransId="{973DCD39-A7EF-4181-9462-BDC355B0AF6F}"/>
    <dgm:cxn modelId="{02CCEAF9-10E8-4F26-B5C3-A9F990EEC1A7}" srcId="{7D3E0F65-981D-4671-B31D-91356133299F}" destId="{8F099722-3D65-49CF-8409-3B85AC603E9B}" srcOrd="0" destOrd="0" parTransId="{3B6A5393-C485-4073-9062-8E9D10A5A87B}" sibTransId="{78950FE3-66F0-4043-B23E-B7F885888BA3}"/>
    <dgm:cxn modelId="{1713A1FE-11D0-413F-B10D-2D274C6680B1}" type="presOf" srcId="{72C79237-D96C-4225-8886-D94F90D96E7E}" destId="{95C223DD-3D7E-470C-B8EF-590686B38E29}" srcOrd="0" destOrd="0" presId="urn:microsoft.com/office/officeart/2005/8/layout/process1"/>
    <dgm:cxn modelId="{CD71AAFE-A2B2-415A-9C6C-6B5EAADBBCA9}" srcId="{D5B41B5B-2D42-4B2E-B9E2-049026C5BD0B}" destId="{B19E25F7-CB7B-47A8-AEB2-53AFF8DE406E}" srcOrd="4" destOrd="0" parTransId="{A8BE7018-955F-42A6-A528-0544A7DFFB84}" sibTransId="{72C79237-D96C-4225-8886-D94F90D96E7E}"/>
    <dgm:cxn modelId="{F7E2AC49-921A-48B7-BC2D-E7D9F07AB036}" type="presParOf" srcId="{9BC9CA72-7DBA-4806-A9A4-2AF4812C888D}" destId="{892D3877-D1D2-41E2-ADEF-F9A6BDAF7D6F}" srcOrd="0" destOrd="0" presId="urn:microsoft.com/office/officeart/2005/8/layout/process1"/>
    <dgm:cxn modelId="{D003CC1D-6ABC-43D2-AABB-C252F1E5EC52}" type="presParOf" srcId="{9BC9CA72-7DBA-4806-A9A4-2AF4812C888D}" destId="{950EC3EE-9990-42AF-B69C-D3241C7E77A6}" srcOrd="1" destOrd="0" presId="urn:microsoft.com/office/officeart/2005/8/layout/process1"/>
    <dgm:cxn modelId="{2C288F45-0584-4856-AA1A-2152CA8D325A}" type="presParOf" srcId="{950EC3EE-9990-42AF-B69C-D3241C7E77A6}" destId="{5E3743E0-9FD8-4153-BEDC-46B600ACE184}" srcOrd="0" destOrd="0" presId="urn:microsoft.com/office/officeart/2005/8/layout/process1"/>
    <dgm:cxn modelId="{8B3E1CFD-1EC3-4265-A379-92AEA975DF5E}" type="presParOf" srcId="{9BC9CA72-7DBA-4806-A9A4-2AF4812C888D}" destId="{7299276D-2C10-4018-AE4F-1912D50C1B4A}" srcOrd="2" destOrd="0" presId="urn:microsoft.com/office/officeart/2005/8/layout/process1"/>
    <dgm:cxn modelId="{2FE82578-1472-46D8-9F7C-F7C3C167D015}" type="presParOf" srcId="{9BC9CA72-7DBA-4806-A9A4-2AF4812C888D}" destId="{AA98B340-5888-4FFD-91BF-8EDA18336060}" srcOrd="3" destOrd="0" presId="urn:microsoft.com/office/officeart/2005/8/layout/process1"/>
    <dgm:cxn modelId="{53FA62BD-175A-41F0-95F3-7F5D00E6269E}" type="presParOf" srcId="{AA98B340-5888-4FFD-91BF-8EDA18336060}" destId="{896279FE-042B-4A0F-B69F-F95D6208938A}" srcOrd="0" destOrd="0" presId="urn:microsoft.com/office/officeart/2005/8/layout/process1"/>
    <dgm:cxn modelId="{7EF50A89-2DFF-4C18-8882-F642227514DC}" type="presParOf" srcId="{9BC9CA72-7DBA-4806-A9A4-2AF4812C888D}" destId="{8FDB06E1-318E-4BBE-96A0-76278DE5D9C3}" srcOrd="4" destOrd="0" presId="urn:microsoft.com/office/officeart/2005/8/layout/process1"/>
    <dgm:cxn modelId="{517D325A-415F-4BFC-A40B-B750084C20CA}" type="presParOf" srcId="{9BC9CA72-7DBA-4806-A9A4-2AF4812C888D}" destId="{DB4EADF8-28EB-490D-80F5-F3A92B8376F6}" srcOrd="5" destOrd="0" presId="urn:microsoft.com/office/officeart/2005/8/layout/process1"/>
    <dgm:cxn modelId="{62EAF52E-EE9C-44B9-A9C7-9A93D7CFBBF1}" type="presParOf" srcId="{DB4EADF8-28EB-490D-80F5-F3A92B8376F6}" destId="{590A1E4C-A7D8-44B8-8EB3-FB5D8997457B}" srcOrd="0" destOrd="0" presId="urn:microsoft.com/office/officeart/2005/8/layout/process1"/>
    <dgm:cxn modelId="{723635A3-4451-41BA-97EC-FA7CDCD93699}" type="presParOf" srcId="{9BC9CA72-7DBA-4806-A9A4-2AF4812C888D}" destId="{D71E7CC6-B541-48B5-B5A9-9A7E1FEDDE09}" srcOrd="6" destOrd="0" presId="urn:microsoft.com/office/officeart/2005/8/layout/process1"/>
    <dgm:cxn modelId="{187DAD21-B337-4DD4-A139-C50F731CA2D8}" type="presParOf" srcId="{9BC9CA72-7DBA-4806-A9A4-2AF4812C888D}" destId="{CC0A9359-C884-431B-85C1-F36A2C00867C}" srcOrd="7" destOrd="0" presId="urn:microsoft.com/office/officeart/2005/8/layout/process1"/>
    <dgm:cxn modelId="{1261682B-C495-4E2E-84D8-DCF91AFCEE4B}" type="presParOf" srcId="{CC0A9359-C884-431B-85C1-F36A2C00867C}" destId="{C1A2C69A-85FC-4EEB-B2BD-A9D9A900E742}" srcOrd="0" destOrd="0" presId="urn:microsoft.com/office/officeart/2005/8/layout/process1"/>
    <dgm:cxn modelId="{8178BC4C-BD5B-4720-A286-7159CC9AD178}" type="presParOf" srcId="{9BC9CA72-7DBA-4806-A9A4-2AF4812C888D}" destId="{5D80EEC5-F634-4317-BD82-E39F2E53DB07}" srcOrd="8" destOrd="0" presId="urn:microsoft.com/office/officeart/2005/8/layout/process1"/>
    <dgm:cxn modelId="{3CA64EF9-B7C3-44C8-8D78-252CE37DE264}" type="presParOf" srcId="{9BC9CA72-7DBA-4806-A9A4-2AF4812C888D}" destId="{95C223DD-3D7E-470C-B8EF-590686B38E29}" srcOrd="9" destOrd="0" presId="urn:microsoft.com/office/officeart/2005/8/layout/process1"/>
    <dgm:cxn modelId="{9FEE3AA5-4B3B-45E5-9A9F-5E5E777B815C}" type="presParOf" srcId="{95C223DD-3D7E-470C-B8EF-590686B38E29}" destId="{37250E9E-723A-4D08-9CAC-70FA31F3954D}" srcOrd="0" destOrd="0" presId="urn:microsoft.com/office/officeart/2005/8/layout/process1"/>
    <dgm:cxn modelId="{E65C7758-FA58-45DD-92F6-28209AFBAA0F}" type="presParOf" srcId="{9BC9CA72-7DBA-4806-A9A4-2AF4812C888D}" destId="{6A855441-6775-4A22-8652-9B103594F6A9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CB3E78-31CD-4552-878C-345D47C4A6AD}" type="doc">
      <dgm:prSet loTypeId="urn:microsoft.com/office/officeart/2005/8/layout/hierarchy6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765AFCC-6224-4F6F-BC5C-4E2EA57BBA2D}">
      <dgm:prSet phldrT="[Text]"/>
      <dgm:spPr/>
      <dgm:t>
        <a:bodyPr/>
        <a:lstStyle/>
        <a:p>
          <a:r>
            <a:rPr lang="en-US" dirty="0"/>
            <a:t>Money in the broader sense</a:t>
          </a:r>
        </a:p>
      </dgm:t>
    </dgm:pt>
    <dgm:pt modelId="{3C51D4D8-F2E2-4254-886E-0595EEA5F6E0}" type="parTrans" cxnId="{DA104E1D-6AE7-4E3B-967E-060EB31A05D3}">
      <dgm:prSet/>
      <dgm:spPr/>
      <dgm:t>
        <a:bodyPr/>
        <a:lstStyle/>
        <a:p>
          <a:endParaRPr lang="en-US"/>
        </a:p>
      </dgm:t>
    </dgm:pt>
    <dgm:pt modelId="{D404E59C-DFD7-42FD-B6C5-B6E77167181A}" type="sibTrans" cxnId="{DA104E1D-6AE7-4E3B-967E-060EB31A05D3}">
      <dgm:prSet/>
      <dgm:spPr/>
      <dgm:t>
        <a:bodyPr/>
        <a:lstStyle/>
        <a:p>
          <a:endParaRPr lang="en-US"/>
        </a:p>
      </dgm:t>
    </dgm:pt>
    <dgm:pt modelId="{471933A4-24B3-4899-9ADB-3F9954A1A057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/>
            <a:t>Money in the narrower sense</a:t>
          </a:r>
        </a:p>
      </dgm:t>
    </dgm:pt>
    <dgm:pt modelId="{15334ADC-214C-4A85-B005-44C95DE726A3}" type="parTrans" cxnId="{9CA3F10F-BD7F-4E1D-BF20-1CFF729D3808}">
      <dgm:prSet/>
      <dgm:spPr/>
      <dgm:t>
        <a:bodyPr/>
        <a:lstStyle/>
        <a:p>
          <a:endParaRPr lang="en-US"/>
        </a:p>
      </dgm:t>
    </dgm:pt>
    <dgm:pt modelId="{39831492-8690-4B8D-B942-C2F2B702EAE4}" type="sibTrans" cxnId="{9CA3F10F-BD7F-4E1D-BF20-1CFF729D3808}">
      <dgm:prSet/>
      <dgm:spPr/>
      <dgm:t>
        <a:bodyPr/>
        <a:lstStyle/>
        <a:p>
          <a:endParaRPr lang="en-US"/>
        </a:p>
      </dgm:t>
    </dgm:pt>
    <dgm:pt modelId="{F3301306-47B6-4495-87E5-CFAD43958B3E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Commodity money</a:t>
          </a:r>
        </a:p>
      </dgm:t>
    </dgm:pt>
    <dgm:pt modelId="{DE32C1EF-1897-41CB-87C5-0B5E0BA5B353}" type="parTrans" cxnId="{6F2D8866-FD1E-41B8-98EF-9108F261A7D3}">
      <dgm:prSet/>
      <dgm:spPr/>
      <dgm:t>
        <a:bodyPr/>
        <a:lstStyle/>
        <a:p>
          <a:endParaRPr lang="en-US"/>
        </a:p>
      </dgm:t>
    </dgm:pt>
    <dgm:pt modelId="{F618550A-10BF-4054-935C-F99360DDF3F7}" type="sibTrans" cxnId="{6F2D8866-FD1E-41B8-98EF-9108F261A7D3}">
      <dgm:prSet/>
      <dgm:spPr/>
      <dgm:t>
        <a:bodyPr/>
        <a:lstStyle/>
        <a:p>
          <a:endParaRPr lang="en-US"/>
        </a:p>
      </dgm:t>
    </dgm:pt>
    <dgm:pt modelId="{90D79628-DA39-43C2-A33E-7A65E988F71A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Fiat money</a:t>
          </a:r>
        </a:p>
      </dgm:t>
    </dgm:pt>
    <dgm:pt modelId="{140E482E-622A-4AA7-AB2D-57F5EA9AB710}" type="parTrans" cxnId="{BEDE6E15-7770-4A17-BDBD-86057EF4B08B}">
      <dgm:prSet/>
      <dgm:spPr/>
      <dgm:t>
        <a:bodyPr/>
        <a:lstStyle/>
        <a:p>
          <a:endParaRPr lang="en-US"/>
        </a:p>
      </dgm:t>
    </dgm:pt>
    <dgm:pt modelId="{CF6499BC-7BF7-4588-BEDD-D0128795985A}" type="sibTrans" cxnId="{BEDE6E15-7770-4A17-BDBD-86057EF4B08B}">
      <dgm:prSet/>
      <dgm:spPr/>
      <dgm:t>
        <a:bodyPr/>
        <a:lstStyle/>
        <a:p>
          <a:endParaRPr lang="en-US"/>
        </a:p>
      </dgm:t>
    </dgm:pt>
    <dgm:pt modelId="{46C50B49-2358-4E7F-96E2-FC42E7876F18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/>
            <a:t>Money-substitutes</a:t>
          </a:r>
        </a:p>
      </dgm:t>
    </dgm:pt>
    <dgm:pt modelId="{A7789667-EC13-4751-A765-B42CCD3AA76A}" type="parTrans" cxnId="{E9BCB398-FCCB-461B-BC7C-680500367692}">
      <dgm:prSet/>
      <dgm:spPr/>
      <dgm:t>
        <a:bodyPr/>
        <a:lstStyle/>
        <a:p>
          <a:endParaRPr lang="en-US"/>
        </a:p>
      </dgm:t>
    </dgm:pt>
    <dgm:pt modelId="{A263EC76-3CD2-4CAB-97A2-DC2BC827F263}" type="sibTrans" cxnId="{E9BCB398-FCCB-461B-BC7C-680500367692}">
      <dgm:prSet/>
      <dgm:spPr/>
      <dgm:t>
        <a:bodyPr/>
        <a:lstStyle/>
        <a:p>
          <a:endParaRPr lang="en-US"/>
        </a:p>
      </dgm:t>
    </dgm:pt>
    <dgm:pt modelId="{150ED1C2-1A99-4F82-BE13-303DE4CEE781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Checks</a:t>
          </a:r>
        </a:p>
      </dgm:t>
    </dgm:pt>
    <dgm:pt modelId="{4F8B7C15-78F6-43EA-81B1-A00B3A9567CC}" type="parTrans" cxnId="{4AF3276D-BBDD-4DC4-87BE-F51046D1197D}">
      <dgm:prSet/>
      <dgm:spPr/>
      <dgm:t>
        <a:bodyPr/>
        <a:lstStyle/>
        <a:p>
          <a:endParaRPr lang="en-US"/>
        </a:p>
      </dgm:t>
    </dgm:pt>
    <dgm:pt modelId="{764BAB82-61B2-440D-B97C-2B45D5CAC1C7}" type="sibTrans" cxnId="{4AF3276D-BBDD-4DC4-87BE-F51046D1197D}">
      <dgm:prSet/>
      <dgm:spPr/>
      <dgm:t>
        <a:bodyPr/>
        <a:lstStyle/>
        <a:p>
          <a:endParaRPr lang="en-US"/>
        </a:p>
      </dgm:t>
    </dgm:pt>
    <dgm:pt modelId="{A982F4F9-0AA5-4845-81A5-7E852CF7D49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Digital money</a:t>
          </a:r>
        </a:p>
        <a:p>
          <a:r>
            <a:rPr lang="en-US" dirty="0"/>
            <a:t>(Bitcoin)</a:t>
          </a:r>
        </a:p>
      </dgm:t>
    </dgm:pt>
    <dgm:pt modelId="{A62DE6A2-7E54-4F55-93AB-9547191CC353}" type="parTrans" cxnId="{48ED198C-D7E3-47A8-8618-8D4869A974E9}">
      <dgm:prSet/>
      <dgm:spPr/>
      <dgm:t>
        <a:bodyPr/>
        <a:lstStyle/>
        <a:p>
          <a:endParaRPr lang="en-US"/>
        </a:p>
      </dgm:t>
    </dgm:pt>
    <dgm:pt modelId="{C0303630-FED0-47AA-9C4E-B76271EF213E}" type="sibTrans" cxnId="{48ED198C-D7E3-47A8-8618-8D4869A974E9}">
      <dgm:prSet/>
      <dgm:spPr/>
      <dgm:t>
        <a:bodyPr/>
        <a:lstStyle/>
        <a:p>
          <a:endParaRPr lang="en-US"/>
        </a:p>
      </dgm:t>
    </dgm:pt>
    <dgm:pt modelId="{465CD379-1F90-436B-B0A5-39E70B580E6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Money certificates</a:t>
          </a:r>
        </a:p>
      </dgm:t>
    </dgm:pt>
    <dgm:pt modelId="{E11A77B7-316A-4A00-94E5-119E8021766F}" type="parTrans" cxnId="{36D01079-51D7-473E-BB12-003021A180F5}">
      <dgm:prSet/>
      <dgm:spPr/>
      <dgm:t>
        <a:bodyPr/>
        <a:lstStyle/>
        <a:p>
          <a:endParaRPr lang="en-US"/>
        </a:p>
      </dgm:t>
    </dgm:pt>
    <dgm:pt modelId="{A0F07953-B884-4FB2-9801-C179760E0CBD}" type="sibTrans" cxnId="{36D01079-51D7-473E-BB12-003021A180F5}">
      <dgm:prSet/>
      <dgm:spPr/>
      <dgm:t>
        <a:bodyPr/>
        <a:lstStyle/>
        <a:p>
          <a:endParaRPr lang="en-US"/>
        </a:p>
      </dgm:t>
    </dgm:pt>
    <dgm:pt modelId="{54EDC624-3420-4714-943C-2C818A3E40A4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Bank deposits</a:t>
          </a:r>
        </a:p>
      </dgm:t>
    </dgm:pt>
    <dgm:pt modelId="{801F489B-AE16-4B7F-9B23-81A16E429556}" type="parTrans" cxnId="{FA424CC1-2C24-495F-9B57-0EBE59512D0F}">
      <dgm:prSet/>
      <dgm:spPr/>
      <dgm:t>
        <a:bodyPr/>
        <a:lstStyle/>
        <a:p>
          <a:endParaRPr lang="en-US"/>
        </a:p>
      </dgm:t>
    </dgm:pt>
    <dgm:pt modelId="{167A4EA3-917A-450A-8DB3-D085455C0E06}" type="sibTrans" cxnId="{FA424CC1-2C24-495F-9B57-0EBE59512D0F}">
      <dgm:prSet/>
      <dgm:spPr/>
      <dgm:t>
        <a:bodyPr/>
        <a:lstStyle/>
        <a:p>
          <a:endParaRPr lang="en-US"/>
        </a:p>
      </dgm:t>
    </dgm:pt>
    <dgm:pt modelId="{977ED7E4-B034-45A2-8A18-10E46AB486C1}" type="pres">
      <dgm:prSet presAssocID="{48CB3E78-31CD-4552-878C-345D47C4A6AD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F338498-BA1A-4F35-A766-04EC3C037735}" type="pres">
      <dgm:prSet presAssocID="{48CB3E78-31CD-4552-878C-345D47C4A6AD}" presName="hierFlow" presStyleCnt="0"/>
      <dgm:spPr/>
    </dgm:pt>
    <dgm:pt modelId="{9CF01B95-A96D-4773-ADE2-D28DA66296E4}" type="pres">
      <dgm:prSet presAssocID="{48CB3E78-31CD-4552-878C-345D47C4A6AD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59C7EF07-B0BD-4B69-ACB4-2C74425A8737}" type="pres">
      <dgm:prSet presAssocID="{8765AFCC-6224-4F6F-BC5C-4E2EA57BBA2D}" presName="Name14" presStyleCnt="0"/>
      <dgm:spPr/>
    </dgm:pt>
    <dgm:pt modelId="{6047A657-B634-46F1-9C96-1F8A4BE2F053}" type="pres">
      <dgm:prSet presAssocID="{8765AFCC-6224-4F6F-BC5C-4E2EA57BBA2D}" presName="level1Shape" presStyleLbl="node0" presStyleIdx="0" presStyleCnt="1">
        <dgm:presLayoutVars>
          <dgm:chPref val="3"/>
        </dgm:presLayoutVars>
      </dgm:prSet>
      <dgm:spPr/>
    </dgm:pt>
    <dgm:pt modelId="{6FAB6CD6-47E0-4B3C-AAC9-928F96ED8C61}" type="pres">
      <dgm:prSet presAssocID="{8765AFCC-6224-4F6F-BC5C-4E2EA57BBA2D}" presName="hierChild2" presStyleCnt="0"/>
      <dgm:spPr/>
    </dgm:pt>
    <dgm:pt modelId="{EAF4A4DA-ECAF-46EB-B1FA-BE3561431D21}" type="pres">
      <dgm:prSet presAssocID="{15334ADC-214C-4A85-B005-44C95DE726A3}" presName="Name19" presStyleLbl="parChTrans1D2" presStyleIdx="0" presStyleCnt="2"/>
      <dgm:spPr/>
    </dgm:pt>
    <dgm:pt modelId="{1017179F-92F5-492E-9A9C-C3C556A7CCB0}" type="pres">
      <dgm:prSet presAssocID="{471933A4-24B3-4899-9ADB-3F9954A1A057}" presName="Name21" presStyleCnt="0"/>
      <dgm:spPr/>
    </dgm:pt>
    <dgm:pt modelId="{AA56C2A7-A0AE-4B64-9413-22CC789A77AF}" type="pres">
      <dgm:prSet presAssocID="{471933A4-24B3-4899-9ADB-3F9954A1A057}" presName="level2Shape" presStyleLbl="node2" presStyleIdx="0" presStyleCnt="2"/>
      <dgm:spPr/>
    </dgm:pt>
    <dgm:pt modelId="{23EB64F9-6A8E-470B-A19C-267561B604A1}" type="pres">
      <dgm:prSet presAssocID="{471933A4-24B3-4899-9ADB-3F9954A1A057}" presName="hierChild3" presStyleCnt="0"/>
      <dgm:spPr/>
    </dgm:pt>
    <dgm:pt modelId="{AEE9C5C7-9F3E-451A-9CAB-51E0EB412591}" type="pres">
      <dgm:prSet presAssocID="{DE32C1EF-1897-41CB-87C5-0B5E0BA5B353}" presName="Name19" presStyleLbl="parChTrans1D3" presStyleIdx="0" presStyleCnt="6"/>
      <dgm:spPr/>
    </dgm:pt>
    <dgm:pt modelId="{6ACDA5B0-6D68-4A8A-AB64-3B671A58820D}" type="pres">
      <dgm:prSet presAssocID="{F3301306-47B6-4495-87E5-CFAD43958B3E}" presName="Name21" presStyleCnt="0"/>
      <dgm:spPr/>
    </dgm:pt>
    <dgm:pt modelId="{A67DE7C6-E60A-4727-A44F-A5F0616B6508}" type="pres">
      <dgm:prSet presAssocID="{F3301306-47B6-4495-87E5-CFAD43958B3E}" presName="level2Shape" presStyleLbl="node3" presStyleIdx="0" presStyleCnt="6"/>
      <dgm:spPr/>
    </dgm:pt>
    <dgm:pt modelId="{92C8A662-6551-4287-9AD5-29A8F6A99B2A}" type="pres">
      <dgm:prSet presAssocID="{F3301306-47B6-4495-87E5-CFAD43958B3E}" presName="hierChild3" presStyleCnt="0"/>
      <dgm:spPr/>
    </dgm:pt>
    <dgm:pt modelId="{1EAC2DC7-9422-414D-BAD5-A271F64694D6}" type="pres">
      <dgm:prSet presAssocID="{140E482E-622A-4AA7-AB2D-57F5EA9AB710}" presName="Name19" presStyleLbl="parChTrans1D3" presStyleIdx="1" presStyleCnt="6"/>
      <dgm:spPr/>
    </dgm:pt>
    <dgm:pt modelId="{CE59095B-8E35-4701-8DF4-AA64C1D5A4C4}" type="pres">
      <dgm:prSet presAssocID="{90D79628-DA39-43C2-A33E-7A65E988F71A}" presName="Name21" presStyleCnt="0"/>
      <dgm:spPr/>
    </dgm:pt>
    <dgm:pt modelId="{DD98F8DA-3B0F-462A-A889-52794666D806}" type="pres">
      <dgm:prSet presAssocID="{90D79628-DA39-43C2-A33E-7A65E988F71A}" presName="level2Shape" presStyleLbl="node3" presStyleIdx="1" presStyleCnt="6" custLinFactNeighborX="-231"/>
      <dgm:spPr/>
    </dgm:pt>
    <dgm:pt modelId="{7793B6C9-3A20-4959-B73C-4900BEE94CF9}" type="pres">
      <dgm:prSet presAssocID="{90D79628-DA39-43C2-A33E-7A65E988F71A}" presName="hierChild3" presStyleCnt="0"/>
      <dgm:spPr/>
    </dgm:pt>
    <dgm:pt modelId="{19950323-5FC5-4217-A70B-8FF2678B89DB}" type="pres">
      <dgm:prSet presAssocID="{A62DE6A2-7E54-4F55-93AB-9547191CC353}" presName="Name19" presStyleLbl="parChTrans1D3" presStyleIdx="2" presStyleCnt="6"/>
      <dgm:spPr/>
    </dgm:pt>
    <dgm:pt modelId="{BDBF251A-0CB3-476D-AB69-AD68B0FAFA48}" type="pres">
      <dgm:prSet presAssocID="{A982F4F9-0AA5-4845-81A5-7E852CF7D498}" presName="Name21" presStyleCnt="0"/>
      <dgm:spPr/>
    </dgm:pt>
    <dgm:pt modelId="{4A3134E5-AFB0-4E97-8687-9E4DE100FE20}" type="pres">
      <dgm:prSet presAssocID="{A982F4F9-0AA5-4845-81A5-7E852CF7D498}" presName="level2Shape" presStyleLbl="node3" presStyleIdx="2" presStyleCnt="6"/>
      <dgm:spPr/>
    </dgm:pt>
    <dgm:pt modelId="{1ECBC8C3-72A3-4042-B67F-8B240BA42DFA}" type="pres">
      <dgm:prSet presAssocID="{A982F4F9-0AA5-4845-81A5-7E852CF7D498}" presName="hierChild3" presStyleCnt="0"/>
      <dgm:spPr/>
    </dgm:pt>
    <dgm:pt modelId="{628E3A7B-6FD3-46A2-8856-C3FBE4AA4A72}" type="pres">
      <dgm:prSet presAssocID="{A7789667-EC13-4751-A765-B42CCD3AA76A}" presName="Name19" presStyleLbl="parChTrans1D2" presStyleIdx="1" presStyleCnt="2"/>
      <dgm:spPr/>
    </dgm:pt>
    <dgm:pt modelId="{C3AB3053-6E46-41EF-BC66-E40F869EC52C}" type="pres">
      <dgm:prSet presAssocID="{46C50B49-2358-4E7F-96E2-FC42E7876F18}" presName="Name21" presStyleCnt="0"/>
      <dgm:spPr/>
    </dgm:pt>
    <dgm:pt modelId="{73D2752D-1A89-40A0-944B-BCF532C7D27F}" type="pres">
      <dgm:prSet presAssocID="{46C50B49-2358-4E7F-96E2-FC42E7876F18}" presName="level2Shape" presStyleLbl="node2" presStyleIdx="1" presStyleCnt="2"/>
      <dgm:spPr/>
    </dgm:pt>
    <dgm:pt modelId="{E9B10309-87F3-4522-B1D3-3B2A3052C3C2}" type="pres">
      <dgm:prSet presAssocID="{46C50B49-2358-4E7F-96E2-FC42E7876F18}" presName="hierChild3" presStyleCnt="0"/>
      <dgm:spPr/>
    </dgm:pt>
    <dgm:pt modelId="{FD889227-0CDF-4918-951E-643D3FCC07CB}" type="pres">
      <dgm:prSet presAssocID="{4F8B7C15-78F6-43EA-81B1-A00B3A9567CC}" presName="Name19" presStyleLbl="parChTrans1D3" presStyleIdx="3" presStyleCnt="6"/>
      <dgm:spPr/>
    </dgm:pt>
    <dgm:pt modelId="{5978A44D-4BD2-4D32-8606-B8D10893DC0D}" type="pres">
      <dgm:prSet presAssocID="{150ED1C2-1A99-4F82-BE13-303DE4CEE781}" presName="Name21" presStyleCnt="0"/>
      <dgm:spPr/>
    </dgm:pt>
    <dgm:pt modelId="{24B51592-BB9E-4C42-8718-8060CA88EF40}" type="pres">
      <dgm:prSet presAssocID="{150ED1C2-1A99-4F82-BE13-303DE4CEE781}" presName="level2Shape" presStyleLbl="node3" presStyleIdx="3" presStyleCnt="6"/>
      <dgm:spPr/>
    </dgm:pt>
    <dgm:pt modelId="{4839B70B-3B9D-4812-8545-4034C5BF0D66}" type="pres">
      <dgm:prSet presAssocID="{150ED1C2-1A99-4F82-BE13-303DE4CEE781}" presName="hierChild3" presStyleCnt="0"/>
      <dgm:spPr/>
    </dgm:pt>
    <dgm:pt modelId="{2D86B9A2-047D-4009-B144-1041ADEC5A2A}" type="pres">
      <dgm:prSet presAssocID="{801F489B-AE16-4B7F-9B23-81A16E429556}" presName="Name19" presStyleLbl="parChTrans1D3" presStyleIdx="4" presStyleCnt="6"/>
      <dgm:spPr/>
    </dgm:pt>
    <dgm:pt modelId="{C5210ACE-80CC-4D0B-93FF-E51FF0001DC5}" type="pres">
      <dgm:prSet presAssocID="{54EDC624-3420-4714-943C-2C818A3E40A4}" presName="Name21" presStyleCnt="0"/>
      <dgm:spPr/>
    </dgm:pt>
    <dgm:pt modelId="{10D9C6D3-2C1E-4BF1-A765-1B530710AE88}" type="pres">
      <dgm:prSet presAssocID="{54EDC624-3420-4714-943C-2C818A3E40A4}" presName="level2Shape" presStyleLbl="node3" presStyleIdx="4" presStyleCnt="6"/>
      <dgm:spPr/>
    </dgm:pt>
    <dgm:pt modelId="{79352DEC-0A3E-4FC9-9134-7A3ACD209651}" type="pres">
      <dgm:prSet presAssocID="{54EDC624-3420-4714-943C-2C818A3E40A4}" presName="hierChild3" presStyleCnt="0"/>
      <dgm:spPr/>
    </dgm:pt>
    <dgm:pt modelId="{31A85278-FDA7-48F8-BB68-46438601EC15}" type="pres">
      <dgm:prSet presAssocID="{E11A77B7-316A-4A00-94E5-119E8021766F}" presName="Name19" presStyleLbl="parChTrans1D3" presStyleIdx="5" presStyleCnt="6"/>
      <dgm:spPr/>
    </dgm:pt>
    <dgm:pt modelId="{92327D79-5B05-4345-B979-AAFBD665C813}" type="pres">
      <dgm:prSet presAssocID="{465CD379-1F90-436B-B0A5-39E70B580E68}" presName="Name21" presStyleCnt="0"/>
      <dgm:spPr/>
    </dgm:pt>
    <dgm:pt modelId="{24DEB0F7-D352-41F5-B4A7-ADDE3B4DFCBA}" type="pres">
      <dgm:prSet presAssocID="{465CD379-1F90-436B-B0A5-39E70B580E68}" presName="level2Shape" presStyleLbl="node3" presStyleIdx="5" presStyleCnt="6"/>
      <dgm:spPr/>
    </dgm:pt>
    <dgm:pt modelId="{953BFB9A-EC6E-4974-993A-9755416CB08C}" type="pres">
      <dgm:prSet presAssocID="{465CD379-1F90-436B-B0A5-39E70B580E68}" presName="hierChild3" presStyleCnt="0"/>
      <dgm:spPr/>
    </dgm:pt>
    <dgm:pt modelId="{C2D5373B-44C7-4AA6-85EF-D0AAEEC5A845}" type="pres">
      <dgm:prSet presAssocID="{48CB3E78-31CD-4552-878C-345D47C4A6AD}" presName="bgShapesFlow" presStyleCnt="0"/>
      <dgm:spPr/>
    </dgm:pt>
  </dgm:ptLst>
  <dgm:cxnLst>
    <dgm:cxn modelId="{7FF74307-A905-46FE-9D59-CC2157DBBF3B}" type="presOf" srcId="{46C50B49-2358-4E7F-96E2-FC42E7876F18}" destId="{73D2752D-1A89-40A0-944B-BCF532C7D27F}" srcOrd="0" destOrd="0" presId="urn:microsoft.com/office/officeart/2005/8/layout/hierarchy6"/>
    <dgm:cxn modelId="{47159A0B-E982-4E3A-B36B-218762E3AF5E}" type="presOf" srcId="{DE32C1EF-1897-41CB-87C5-0B5E0BA5B353}" destId="{AEE9C5C7-9F3E-451A-9CAB-51E0EB412591}" srcOrd="0" destOrd="0" presId="urn:microsoft.com/office/officeart/2005/8/layout/hierarchy6"/>
    <dgm:cxn modelId="{9CA3F10F-BD7F-4E1D-BF20-1CFF729D3808}" srcId="{8765AFCC-6224-4F6F-BC5C-4E2EA57BBA2D}" destId="{471933A4-24B3-4899-9ADB-3F9954A1A057}" srcOrd="0" destOrd="0" parTransId="{15334ADC-214C-4A85-B005-44C95DE726A3}" sibTransId="{39831492-8690-4B8D-B942-C2F2B702EAE4}"/>
    <dgm:cxn modelId="{759D0312-F6A4-4580-9676-34A2D58FB631}" type="presOf" srcId="{465CD379-1F90-436B-B0A5-39E70B580E68}" destId="{24DEB0F7-D352-41F5-B4A7-ADDE3B4DFCBA}" srcOrd="0" destOrd="0" presId="urn:microsoft.com/office/officeart/2005/8/layout/hierarchy6"/>
    <dgm:cxn modelId="{BEDE6E15-7770-4A17-BDBD-86057EF4B08B}" srcId="{471933A4-24B3-4899-9ADB-3F9954A1A057}" destId="{90D79628-DA39-43C2-A33E-7A65E988F71A}" srcOrd="1" destOrd="0" parTransId="{140E482E-622A-4AA7-AB2D-57F5EA9AB710}" sibTransId="{CF6499BC-7BF7-4588-BEDD-D0128795985A}"/>
    <dgm:cxn modelId="{DA104E1D-6AE7-4E3B-967E-060EB31A05D3}" srcId="{48CB3E78-31CD-4552-878C-345D47C4A6AD}" destId="{8765AFCC-6224-4F6F-BC5C-4E2EA57BBA2D}" srcOrd="0" destOrd="0" parTransId="{3C51D4D8-F2E2-4254-886E-0595EEA5F6E0}" sibTransId="{D404E59C-DFD7-42FD-B6C5-B6E77167181A}"/>
    <dgm:cxn modelId="{12EF5F2F-740A-4EAC-B4CB-A7A9083507B4}" type="presOf" srcId="{A7789667-EC13-4751-A765-B42CCD3AA76A}" destId="{628E3A7B-6FD3-46A2-8856-C3FBE4AA4A72}" srcOrd="0" destOrd="0" presId="urn:microsoft.com/office/officeart/2005/8/layout/hierarchy6"/>
    <dgm:cxn modelId="{7FCC7E43-5352-40C7-A2EB-7C4A304EF261}" type="presOf" srcId="{8765AFCC-6224-4F6F-BC5C-4E2EA57BBA2D}" destId="{6047A657-B634-46F1-9C96-1F8A4BE2F053}" srcOrd="0" destOrd="0" presId="urn:microsoft.com/office/officeart/2005/8/layout/hierarchy6"/>
    <dgm:cxn modelId="{6F2D8866-FD1E-41B8-98EF-9108F261A7D3}" srcId="{471933A4-24B3-4899-9ADB-3F9954A1A057}" destId="{F3301306-47B6-4495-87E5-CFAD43958B3E}" srcOrd="0" destOrd="0" parTransId="{DE32C1EF-1897-41CB-87C5-0B5E0BA5B353}" sibTransId="{F618550A-10BF-4054-935C-F99360DDF3F7}"/>
    <dgm:cxn modelId="{4AF3276D-BBDD-4DC4-87BE-F51046D1197D}" srcId="{46C50B49-2358-4E7F-96E2-FC42E7876F18}" destId="{150ED1C2-1A99-4F82-BE13-303DE4CEE781}" srcOrd="0" destOrd="0" parTransId="{4F8B7C15-78F6-43EA-81B1-A00B3A9567CC}" sibTransId="{764BAB82-61B2-440D-B97C-2B45D5CAC1C7}"/>
    <dgm:cxn modelId="{94E31956-BD18-4FA5-9999-425BB68BD44F}" type="presOf" srcId="{150ED1C2-1A99-4F82-BE13-303DE4CEE781}" destId="{24B51592-BB9E-4C42-8718-8060CA88EF40}" srcOrd="0" destOrd="0" presId="urn:microsoft.com/office/officeart/2005/8/layout/hierarchy6"/>
    <dgm:cxn modelId="{36D01079-51D7-473E-BB12-003021A180F5}" srcId="{46C50B49-2358-4E7F-96E2-FC42E7876F18}" destId="{465CD379-1F90-436B-B0A5-39E70B580E68}" srcOrd="2" destOrd="0" parTransId="{E11A77B7-316A-4A00-94E5-119E8021766F}" sibTransId="{A0F07953-B884-4FB2-9801-C179760E0CBD}"/>
    <dgm:cxn modelId="{CF46797A-BA35-42FF-84F3-A496E0964AC8}" type="presOf" srcId="{A982F4F9-0AA5-4845-81A5-7E852CF7D498}" destId="{4A3134E5-AFB0-4E97-8687-9E4DE100FE20}" srcOrd="0" destOrd="0" presId="urn:microsoft.com/office/officeart/2005/8/layout/hierarchy6"/>
    <dgm:cxn modelId="{DA5A0785-8C8B-47D6-86DD-55BCCEAEA392}" type="presOf" srcId="{A62DE6A2-7E54-4F55-93AB-9547191CC353}" destId="{19950323-5FC5-4217-A70B-8FF2678B89DB}" srcOrd="0" destOrd="0" presId="urn:microsoft.com/office/officeart/2005/8/layout/hierarchy6"/>
    <dgm:cxn modelId="{5C17B086-1423-434F-A028-A83492313218}" type="presOf" srcId="{90D79628-DA39-43C2-A33E-7A65E988F71A}" destId="{DD98F8DA-3B0F-462A-A889-52794666D806}" srcOrd="0" destOrd="0" presId="urn:microsoft.com/office/officeart/2005/8/layout/hierarchy6"/>
    <dgm:cxn modelId="{48ED198C-D7E3-47A8-8618-8D4869A974E9}" srcId="{471933A4-24B3-4899-9ADB-3F9954A1A057}" destId="{A982F4F9-0AA5-4845-81A5-7E852CF7D498}" srcOrd="2" destOrd="0" parTransId="{A62DE6A2-7E54-4F55-93AB-9547191CC353}" sibTransId="{C0303630-FED0-47AA-9C4E-B76271EF213E}"/>
    <dgm:cxn modelId="{44DE1797-DFFD-49CD-BD18-D8212D31B94A}" type="presOf" srcId="{E11A77B7-316A-4A00-94E5-119E8021766F}" destId="{31A85278-FDA7-48F8-BB68-46438601EC15}" srcOrd="0" destOrd="0" presId="urn:microsoft.com/office/officeart/2005/8/layout/hierarchy6"/>
    <dgm:cxn modelId="{E9BCB398-FCCB-461B-BC7C-680500367692}" srcId="{8765AFCC-6224-4F6F-BC5C-4E2EA57BBA2D}" destId="{46C50B49-2358-4E7F-96E2-FC42E7876F18}" srcOrd="1" destOrd="0" parTransId="{A7789667-EC13-4751-A765-B42CCD3AA76A}" sibTransId="{A263EC76-3CD2-4CAB-97A2-DC2BC827F263}"/>
    <dgm:cxn modelId="{429716A1-CD15-41EF-8A30-9663AA090AB4}" type="presOf" srcId="{48CB3E78-31CD-4552-878C-345D47C4A6AD}" destId="{977ED7E4-B034-45A2-8A18-10E46AB486C1}" srcOrd="0" destOrd="0" presId="urn:microsoft.com/office/officeart/2005/8/layout/hierarchy6"/>
    <dgm:cxn modelId="{B4EE80AA-A1FB-41AB-B27E-46CF38164027}" type="presOf" srcId="{140E482E-622A-4AA7-AB2D-57F5EA9AB710}" destId="{1EAC2DC7-9422-414D-BAD5-A271F64694D6}" srcOrd="0" destOrd="0" presId="urn:microsoft.com/office/officeart/2005/8/layout/hierarchy6"/>
    <dgm:cxn modelId="{955C87AD-3D8B-4110-9AC3-960F6080BE82}" type="presOf" srcId="{54EDC624-3420-4714-943C-2C818A3E40A4}" destId="{10D9C6D3-2C1E-4BF1-A765-1B530710AE88}" srcOrd="0" destOrd="0" presId="urn:microsoft.com/office/officeart/2005/8/layout/hierarchy6"/>
    <dgm:cxn modelId="{9FFE6FBB-F8BF-424B-BA78-E0B99CFC5232}" type="presOf" srcId="{801F489B-AE16-4B7F-9B23-81A16E429556}" destId="{2D86B9A2-047D-4009-B144-1041ADEC5A2A}" srcOrd="0" destOrd="0" presId="urn:microsoft.com/office/officeart/2005/8/layout/hierarchy6"/>
    <dgm:cxn modelId="{B46C4EBD-7B8D-4336-B531-6F83430A6581}" type="presOf" srcId="{F3301306-47B6-4495-87E5-CFAD43958B3E}" destId="{A67DE7C6-E60A-4727-A44F-A5F0616B6508}" srcOrd="0" destOrd="0" presId="urn:microsoft.com/office/officeart/2005/8/layout/hierarchy6"/>
    <dgm:cxn modelId="{FA424CC1-2C24-495F-9B57-0EBE59512D0F}" srcId="{46C50B49-2358-4E7F-96E2-FC42E7876F18}" destId="{54EDC624-3420-4714-943C-2C818A3E40A4}" srcOrd="1" destOrd="0" parTransId="{801F489B-AE16-4B7F-9B23-81A16E429556}" sibTransId="{167A4EA3-917A-450A-8DB3-D085455C0E06}"/>
    <dgm:cxn modelId="{C044A4E2-B9D4-4506-84D9-983B60E01F35}" type="presOf" srcId="{15334ADC-214C-4A85-B005-44C95DE726A3}" destId="{EAF4A4DA-ECAF-46EB-B1FA-BE3561431D21}" srcOrd="0" destOrd="0" presId="urn:microsoft.com/office/officeart/2005/8/layout/hierarchy6"/>
    <dgm:cxn modelId="{45EE62F5-7657-440C-A271-7E648F39B52E}" type="presOf" srcId="{4F8B7C15-78F6-43EA-81B1-A00B3A9567CC}" destId="{FD889227-0CDF-4918-951E-643D3FCC07CB}" srcOrd="0" destOrd="0" presId="urn:microsoft.com/office/officeart/2005/8/layout/hierarchy6"/>
    <dgm:cxn modelId="{1BC29CF7-0746-4D22-B020-95AE0AF88F84}" type="presOf" srcId="{471933A4-24B3-4899-9ADB-3F9954A1A057}" destId="{AA56C2A7-A0AE-4B64-9413-22CC789A77AF}" srcOrd="0" destOrd="0" presId="urn:microsoft.com/office/officeart/2005/8/layout/hierarchy6"/>
    <dgm:cxn modelId="{ABED03AE-3F23-4754-8E62-2F75C84A493C}" type="presParOf" srcId="{977ED7E4-B034-45A2-8A18-10E46AB486C1}" destId="{DF338498-BA1A-4F35-A766-04EC3C037735}" srcOrd="0" destOrd="0" presId="urn:microsoft.com/office/officeart/2005/8/layout/hierarchy6"/>
    <dgm:cxn modelId="{7DCC97D4-DD0A-43D3-BE74-CE33CA8A018D}" type="presParOf" srcId="{DF338498-BA1A-4F35-A766-04EC3C037735}" destId="{9CF01B95-A96D-4773-ADE2-D28DA66296E4}" srcOrd="0" destOrd="0" presId="urn:microsoft.com/office/officeart/2005/8/layout/hierarchy6"/>
    <dgm:cxn modelId="{26D0BF8F-CDC6-4ABF-BE18-D1B338487C6C}" type="presParOf" srcId="{9CF01B95-A96D-4773-ADE2-D28DA66296E4}" destId="{59C7EF07-B0BD-4B69-ACB4-2C74425A8737}" srcOrd="0" destOrd="0" presId="urn:microsoft.com/office/officeart/2005/8/layout/hierarchy6"/>
    <dgm:cxn modelId="{95A643F7-9911-46BB-9C86-9176D8CCCB37}" type="presParOf" srcId="{59C7EF07-B0BD-4B69-ACB4-2C74425A8737}" destId="{6047A657-B634-46F1-9C96-1F8A4BE2F053}" srcOrd="0" destOrd="0" presId="urn:microsoft.com/office/officeart/2005/8/layout/hierarchy6"/>
    <dgm:cxn modelId="{C14A4DF7-984A-45D5-B819-7B150D91C02A}" type="presParOf" srcId="{59C7EF07-B0BD-4B69-ACB4-2C74425A8737}" destId="{6FAB6CD6-47E0-4B3C-AAC9-928F96ED8C61}" srcOrd="1" destOrd="0" presId="urn:microsoft.com/office/officeart/2005/8/layout/hierarchy6"/>
    <dgm:cxn modelId="{C653E207-163B-43B3-9BB0-C9B5D43AA34F}" type="presParOf" srcId="{6FAB6CD6-47E0-4B3C-AAC9-928F96ED8C61}" destId="{EAF4A4DA-ECAF-46EB-B1FA-BE3561431D21}" srcOrd="0" destOrd="0" presId="urn:microsoft.com/office/officeart/2005/8/layout/hierarchy6"/>
    <dgm:cxn modelId="{17F2C3DC-F95F-4A15-8BB2-37C3E3E00B70}" type="presParOf" srcId="{6FAB6CD6-47E0-4B3C-AAC9-928F96ED8C61}" destId="{1017179F-92F5-492E-9A9C-C3C556A7CCB0}" srcOrd="1" destOrd="0" presId="urn:microsoft.com/office/officeart/2005/8/layout/hierarchy6"/>
    <dgm:cxn modelId="{45CF4766-3F87-4E13-8649-B3D1221BECF7}" type="presParOf" srcId="{1017179F-92F5-492E-9A9C-C3C556A7CCB0}" destId="{AA56C2A7-A0AE-4B64-9413-22CC789A77AF}" srcOrd="0" destOrd="0" presId="urn:microsoft.com/office/officeart/2005/8/layout/hierarchy6"/>
    <dgm:cxn modelId="{1643096F-B98E-4023-B648-7C18B8E08BC6}" type="presParOf" srcId="{1017179F-92F5-492E-9A9C-C3C556A7CCB0}" destId="{23EB64F9-6A8E-470B-A19C-267561B604A1}" srcOrd="1" destOrd="0" presId="urn:microsoft.com/office/officeart/2005/8/layout/hierarchy6"/>
    <dgm:cxn modelId="{250EAB62-897D-4E9E-A674-8F8672246F4C}" type="presParOf" srcId="{23EB64F9-6A8E-470B-A19C-267561B604A1}" destId="{AEE9C5C7-9F3E-451A-9CAB-51E0EB412591}" srcOrd="0" destOrd="0" presId="urn:microsoft.com/office/officeart/2005/8/layout/hierarchy6"/>
    <dgm:cxn modelId="{6402CFC0-94F0-48A2-8692-30D0856EF069}" type="presParOf" srcId="{23EB64F9-6A8E-470B-A19C-267561B604A1}" destId="{6ACDA5B0-6D68-4A8A-AB64-3B671A58820D}" srcOrd="1" destOrd="0" presId="urn:microsoft.com/office/officeart/2005/8/layout/hierarchy6"/>
    <dgm:cxn modelId="{B8CE1C88-DA30-4854-A9B3-0DB1BDB3494B}" type="presParOf" srcId="{6ACDA5B0-6D68-4A8A-AB64-3B671A58820D}" destId="{A67DE7C6-E60A-4727-A44F-A5F0616B6508}" srcOrd="0" destOrd="0" presId="urn:microsoft.com/office/officeart/2005/8/layout/hierarchy6"/>
    <dgm:cxn modelId="{304CAE75-CDA0-4DD0-97B8-75FA57036A6D}" type="presParOf" srcId="{6ACDA5B0-6D68-4A8A-AB64-3B671A58820D}" destId="{92C8A662-6551-4287-9AD5-29A8F6A99B2A}" srcOrd="1" destOrd="0" presId="urn:microsoft.com/office/officeart/2005/8/layout/hierarchy6"/>
    <dgm:cxn modelId="{95A3EC73-40BB-4F2C-8D2A-39A95A7708CC}" type="presParOf" srcId="{23EB64F9-6A8E-470B-A19C-267561B604A1}" destId="{1EAC2DC7-9422-414D-BAD5-A271F64694D6}" srcOrd="2" destOrd="0" presId="urn:microsoft.com/office/officeart/2005/8/layout/hierarchy6"/>
    <dgm:cxn modelId="{4AC8815C-065D-4F3B-87BF-286889F3987C}" type="presParOf" srcId="{23EB64F9-6A8E-470B-A19C-267561B604A1}" destId="{CE59095B-8E35-4701-8DF4-AA64C1D5A4C4}" srcOrd="3" destOrd="0" presId="urn:microsoft.com/office/officeart/2005/8/layout/hierarchy6"/>
    <dgm:cxn modelId="{66F784A8-7F40-4230-8336-F4D256D6EC0D}" type="presParOf" srcId="{CE59095B-8E35-4701-8DF4-AA64C1D5A4C4}" destId="{DD98F8DA-3B0F-462A-A889-52794666D806}" srcOrd="0" destOrd="0" presId="urn:microsoft.com/office/officeart/2005/8/layout/hierarchy6"/>
    <dgm:cxn modelId="{F63B17DF-E90B-42F6-8640-74B3AFEEAE99}" type="presParOf" srcId="{CE59095B-8E35-4701-8DF4-AA64C1D5A4C4}" destId="{7793B6C9-3A20-4959-B73C-4900BEE94CF9}" srcOrd="1" destOrd="0" presId="urn:microsoft.com/office/officeart/2005/8/layout/hierarchy6"/>
    <dgm:cxn modelId="{B7E098B3-BF6B-4B8A-B21B-DA1A2B0233D2}" type="presParOf" srcId="{23EB64F9-6A8E-470B-A19C-267561B604A1}" destId="{19950323-5FC5-4217-A70B-8FF2678B89DB}" srcOrd="4" destOrd="0" presId="urn:microsoft.com/office/officeart/2005/8/layout/hierarchy6"/>
    <dgm:cxn modelId="{2AD61271-62CE-485A-B385-68C949C76A8E}" type="presParOf" srcId="{23EB64F9-6A8E-470B-A19C-267561B604A1}" destId="{BDBF251A-0CB3-476D-AB69-AD68B0FAFA48}" srcOrd="5" destOrd="0" presId="urn:microsoft.com/office/officeart/2005/8/layout/hierarchy6"/>
    <dgm:cxn modelId="{6A35FB05-3D3A-480D-B21D-94FF52B399B9}" type="presParOf" srcId="{BDBF251A-0CB3-476D-AB69-AD68B0FAFA48}" destId="{4A3134E5-AFB0-4E97-8687-9E4DE100FE20}" srcOrd="0" destOrd="0" presId="urn:microsoft.com/office/officeart/2005/8/layout/hierarchy6"/>
    <dgm:cxn modelId="{BD170EC6-71FC-4A4B-AF91-C0710AAD2474}" type="presParOf" srcId="{BDBF251A-0CB3-476D-AB69-AD68B0FAFA48}" destId="{1ECBC8C3-72A3-4042-B67F-8B240BA42DFA}" srcOrd="1" destOrd="0" presId="urn:microsoft.com/office/officeart/2005/8/layout/hierarchy6"/>
    <dgm:cxn modelId="{57887665-6A97-498F-B54D-C609DA40100E}" type="presParOf" srcId="{6FAB6CD6-47E0-4B3C-AAC9-928F96ED8C61}" destId="{628E3A7B-6FD3-46A2-8856-C3FBE4AA4A72}" srcOrd="2" destOrd="0" presId="urn:microsoft.com/office/officeart/2005/8/layout/hierarchy6"/>
    <dgm:cxn modelId="{115E63C5-EA14-4348-B04B-0D61DA3EFEED}" type="presParOf" srcId="{6FAB6CD6-47E0-4B3C-AAC9-928F96ED8C61}" destId="{C3AB3053-6E46-41EF-BC66-E40F869EC52C}" srcOrd="3" destOrd="0" presId="urn:microsoft.com/office/officeart/2005/8/layout/hierarchy6"/>
    <dgm:cxn modelId="{C92845EE-8382-42B1-A5C7-CA09B9755ED5}" type="presParOf" srcId="{C3AB3053-6E46-41EF-BC66-E40F869EC52C}" destId="{73D2752D-1A89-40A0-944B-BCF532C7D27F}" srcOrd="0" destOrd="0" presId="urn:microsoft.com/office/officeart/2005/8/layout/hierarchy6"/>
    <dgm:cxn modelId="{082AFDA7-450D-401A-A803-35ED24AC1358}" type="presParOf" srcId="{C3AB3053-6E46-41EF-BC66-E40F869EC52C}" destId="{E9B10309-87F3-4522-B1D3-3B2A3052C3C2}" srcOrd="1" destOrd="0" presId="urn:microsoft.com/office/officeart/2005/8/layout/hierarchy6"/>
    <dgm:cxn modelId="{2D5824AA-D9DB-436E-BC0E-08CBD5C2C78F}" type="presParOf" srcId="{E9B10309-87F3-4522-B1D3-3B2A3052C3C2}" destId="{FD889227-0CDF-4918-951E-643D3FCC07CB}" srcOrd="0" destOrd="0" presId="urn:microsoft.com/office/officeart/2005/8/layout/hierarchy6"/>
    <dgm:cxn modelId="{FEC37089-6DAE-45BE-89F0-AD6D28ABE095}" type="presParOf" srcId="{E9B10309-87F3-4522-B1D3-3B2A3052C3C2}" destId="{5978A44D-4BD2-4D32-8606-B8D10893DC0D}" srcOrd="1" destOrd="0" presId="urn:microsoft.com/office/officeart/2005/8/layout/hierarchy6"/>
    <dgm:cxn modelId="{32CD4BFC-DA24-4465-B09D-6750E8B25E76}" type="presParOf" srcId="{5978A44D-4BD2-4D32-8606-B8D10893DC0D}" destId="{24B51592-BB9E-4C42-8718-8060CA88EF40}" srcOrd="0" destOrd="0" presId="urn:microsoft.com/office/officeart/2005/8/layout/hierarchy6"/>
    <dgm:cxn modelId="{75151088-F0B0-439A-9937-D06DF89EC93A}" type="presParOf" srcId="{5978A44D-4BD2-4D32-8606-B8D10893DC0D}" destId="{4839B70B-3B9D-4812-8545-4034C5BF0D66}" srcOrd="1" destOrd="0" presId="urn:microsoft.com/office/officeart/2005/8/layout/hierarchy6"/>
    <dgm:cxn modelId="{398B2FE0-8F16-4654-80CA-F11D9732EE3F}" type="presParOf" srcId="{E9B10309-87F3-4522-B1D3-3B2A3052C3C2}" destId="{2D86B9A2-047D-4009-B144-1041ADEC5A2A}" srcOrd="2" destOrd="0" presId="urn:microsoft.com/office/officeart/2005/8/layout/hierarchy6"/>
    <dgm:cxn modelId="{A8120D2F-3EF5-4E63-A369-B96073F6D212}" type="presParOf" srcId="{E9B10309-87F3-4522-B1D3-3B2A3052C3C2}" destId="{C5210ACE-80CC-4D0B-93FF-E51FF0001DC5}" srcOrd="3" destOrd="0" presId="urn:microsoft.com/office/officeart/2005/8/layout/hierarchy6"/>
    <dgm:cxn modelId="{81813D91-3E54-4DD8-9EC9-B4BA6E0B5E33}" type="presParOf" srcId="{C5210ACE-80CC-4D0B-93FF-E51FF0001DC5}" destId="{10D9C6D3-2C1E-4BF1-A765-1B530710AE88}" srcOrd="0" destOrd="0" presId="urn:microsoft.com/office/officeart/2005/8/layout/hierarchy6"/>
    <dgm:cxn modelId="{1B1AB9CF-FC47-4CF1-B918-475A2A61F620}" type="presParOf" srcId="{C5210ACE-80CC-4D0B-93FF-E51FF0001DC5}" destId="{79352DEC-0A3E-4FC9-9134-7A3ACD209651}" srcOrd="1" destOrd="0" presId="urn:microsoft.com/office/officeart/2005/8/layout/hierarchy6"/>
    <dgm:cxn modelId="{8C398601-4CE6-4A24-A14C-4A265FED94CA}" type="presParOf" srcId="{E9B10309-87F3-4522-B1D3-3B2A3052C3C2}" destId="{31A85278-FDA7-48F8-BB68-46438601EC15}" srcOrd="4" destOrd="0" presId="urn:microsoft.com/office/officeart/2005/8/layout/hierarchy6"/>
    <dgm:cxn modelId="{4C1792E0-178B-4F0C-BFBA-DA23E1CCE6B0}" type="presParOf" srcId="{E9B10309-87F3-4522-B1D3-3B2A3052C3C2}" destId="{92327D79-5B05-4345-B979-AAFBD665C813}" srcOrd="5" destOrd="0" presId="urn:microsoft.com/office/officeart/2005/8/layout/hierarchy6"/>
    <dgm:cxn modelId="{08AD022A-BE17-4318-943C-2A641D93652F}" type="presParOf" srcId="{92327D79-5B05-4345-B979-AAFBD665C813}" destId="{24DEB0F7-D352-41F5-B4A7-ADDE3B4DFCBA}" srcOrd="0" destOrd="0" presId="urn:microsoft.com/office/officeart/2005/8/layout/hierarchy6"/>
    <dgm:cxn modelId="{CA4D1F42-4D44-4842-8DE6-C17B3A621EB4}" type="presParOf" srcId="{92327D79-5B05-4345-B979-AAFBD665C813}" destId="{953BFB9A-EC6E-4974-993A-9755416CB08C}" srcOrd="1" destOrd="0" presId="urn:microsoft.com/office/officeart/2005/8/layout/hierarchy6"/>
    <dgm:cxn modelId="{5414BBBD-81E5-40A0-9C5B-E4CEE85EF430}" type="presParOf" srcId="{977ED7E4-B034-45A2-8A18-10E46AB486C1}" destId="{C2D5373B-44C7-4AA6-85EF-D0AAEEC5A845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2D3877-D1D2-41E2-ADEF-F9A6BDAF7D6F}">
      <dsp:nvSpPr>
        <dsp:cNvPr id="0" name=""/>
        <dsp:cNvSpPr/>
      </dsp:nvSpPr>
      <dsp:spPr>
        <a:xfrm>
          <a:off x="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Stage 1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Commodity money</a:t>
          </a:r>
        </a:p>
      </dsp:txBody>
      <dsp:txXfrm>
        <a:off x="32235" y="211279"/>
        <a:ext cx="1249979" cy="1036125"/>
      </dsp:txXfrm>
    </dsp:sp>
    <dsp:sp modelId="{950EC3EE-9990-42AF-B69C-D3241C7E77A6}">
      <dsp:nvSpPr>
        <dsp:cNvPr id="0" name=""/>
        <dsp:cNvSpPr/>
      </dsp:nvSpPr>
      <dsp:spPr>
        <a:xfrm>
          <a:off x="144589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1445895" y="631547"/>
        <a:ext cx="195064" cy="195589"/>
      </dsp:txXfrm>
    </dsp:sp>
    <dsp:sp modelId="{7299276D-2C10-4018-AE4F-1912D50C1B4A}">
      <dsp:nvSpPr>
        <dsp:cNvPr id="0" name=""/>
        <dsp:cNvSpPr/>
      </dsp:nvSpPr>
      <dsp:spPr>
        <a:xfrm>
          <a:off x="184023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2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Free banking</a:t>
          </a:r>
        </a:p>
      </dsp:txBody>
      <dsp:txXfrm>
        <a:off x="1872465" y="211279"/>
        <a:ext cx="1249979" cy="1036125"/>
      </dsp:txXfrm>
    </dsp:sp>
    <dsp:sp modelId="{AA98B340-5888-4FFD-91BF-8EDA18336060}">
      <dsp:nvSpPr>
        <dsp:cNvPr id="0" name=""/>
        <dsp:cNvSpPr/>
      </dsp:nvSpPr>
      <dsp:spPr>
        <a:xfrm>
          <a:off x="328612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3286125" y="631547"/>
        <a:ext cx="195064" cy="195589"/>
      </dsp:txXfrm>
    </dsp:sp>
    <dsp:sp modelId="{8FDB06E1-318E-4BBE-96A0-76278DE5D9C3}">
      <dsp:nvSpPr>
        <dsp:cNvPr id="0" name=""/>
        <dsp:cNvSpPr/>
      </dsp:nvSpPr>
      <dsp:spPr>
        <a:xfrm>
          <a:off x="368046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3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Classic gold standard</a:t>
          </a:r>
        </a:p>
      </dsp:txBody>
      <dsp:txXfrm>
        <a:off x="3712695" y="211279"/>
        <a:ext cx="1249979" cy="1036125"/>
      </dsp:txXfrm>
    </dsp:sp>
    <dsp:sp modelId="{DB4EADF8-28EB-490D-80F5-F3A92B8376F6}">
      <dsp:nvSpPr>
        <dsp:cNvPr id="0" name=""/>
        <dsp:cNvSpPr/>
      </dsp:nvSpPr>
      <dsp:spPr>
        <a:xfrm>
          <a:off x="512635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126355" y="631547"/>
        <a:ext cx="195064" cy="195589"/>
      </dsp:txXfrm>
    </dsp:sp>
    <dsp:sp modelId="{D71E7CC6-B541-48B5-B5A9-9A7E1FEDDE09}">
      <dsp:nvSpPr>
        <dsp:cNvPr id="0" name=""/>
        <dsp:cNvSpPr/>
      </dsp:nvSpPr>
      <dsp:spPr>
        <a:xfrm>
          <a:off x="552069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Bretton Woods System</a:t>
          </a:r>
        </a:p>
      </dsp:txBody>
      <dsp:txXfrm>
        <a:off x="5552925" y="211279"/>
        <a:ext cx="1249979" cy="1036125"/>
      </dsp:txXfrm>
    </dsp:sp>
    <dsp:sp modelId="{CC0A9359-C884-431B-85C1-F36A2C00867C}">
      <dsp:nvSpPr>
        <dsp:cNvPr id="0" name=""/>
        <dsp:cNvSpPr/>
      </dsp:nvSpPr>
      <dsp:spPr>
        <a:xfrm>
          <a:off x="696658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6966585" y="631547"/>
        <a:ext cx="195064" cy="195589"/>
      </dsp:txXfrm>
    </dsp:sp>
    <dsp:sp modelId="{5D80EEC5-F634-4317-BD82-E39F2E53DB07}">
      <dsp:nvSpPr>
        <dsp:cNvPr id="0" name=""/>
        <dsp:cNvSpPr/>
      </dsp:nvSpPr>
      <dsp:spPr>
        <a:xfrm>
          <a:off x="736092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Fiat money</a:t>
          </a:r>
        </a:p>
      </dsp:txBody>
      <dsp:txXfrm>
        <a:off x="7393155" y="211279"/>
        <a:ext cx="1249979" cy="1036125"/>
      </dsp:txXfrm>
    </dsp:sp>
    <dsp:sp modelId="{95C223DD-3D7E-470C-B8EF-590686B38E29}">
      <dsp:nvSpPr>
        <dsp:cNvPr id="0" name=""/>
        <dsp:cNvSpPr/>
      </dsp:nvSpPr>
      <dsp:spPr>
        <a:xfrm>
          <a:off x="8806814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6814" y="631547"/>
        <a:ext cx="195064" cy="195589"/>
      </dsp:txXfrm>
    </dsp:sp>
    <dsp:sp modelId="{6A855441-6775-4A22-8652-9B103594F6A9}">
      <dsp:nvSpPr>
        <dsp:cNvPr id="0" name=""/>
        <dsp:cNvSpPr/>
      </dsp:nvSpPr>
      <dsp:spPr>
        <a:xfrm>
          <a:off x="9201149" y="179044"/>
          <a:ext cx="1314449" cy="1100595"/>
        </a:xfrm>
        <a:prstGeom prst="roundRect">
          <a:avLst>
            <a:gd name="adj" fmla="val 10000"/>
          </a:avLst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The future of money?</a:t>
          </a:r>
        </a:p>
      </dsp:txBody>
      <dsp:txXfrm>
        <a:off x="9233384" y="211279"/>
        <a:ext cx="1249979" cy="10361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47A657-B634-46F1-9C96-1F8A4BE2F053}">
      <dsp:nvSpPr>
        <dsp:cNvPr id="0" name=""/>
        <dsp:cNvSpPr/>
      </dsp:nvSpPr>
      <dsp:spPr>
        <a:xfrm>
          <a:off x="4556931" y="106810"/>
          <a:ext cx="1401737" cy="93449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in the broader sense</a:t>
          </a:r>
        </a:p>
      </dsp:txBody>
      <dsp:txXfrm>
        <a:off x="4584301" y="134180"/>
        <a:ext cx="1346997" cy="879751"/>
      </dsp:txXfrm>
    </dsp:sp>
    <dsp:sp modelId="{EAF4A4DA-ECAF-46EB-B1FA-BE3561431D21}">
      <dsp:nvSpPr>
        <dsp:cNvPr id="0" name=""/>
        <dsp:cNvSpPr/>
      </dsp:nvSpPr>
      <dsp:spPr>
        <a:xfrm>
          <a:off x="2524411" y="1041301"/>
          <a:ext cx="2733388" cy="373796"/>
        </a:xfrm>
        <a:custGeom>
          <a:avLst/>
          <a:gdLst/>
          <a:ahLst/>
          <a:cxnLst/>
          <a:rect l="0" t="0" r="0" b="0"/>
          <a:pathLst>
            <a:path>
              <a:moveTo>
                <a:pt x="2733388" y="0"/>
              </a:moveTo>
              <a:lnTo>
                <a:pt x="2733388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56C2A7-A0AE-4B64-9413-22CC789A77AF}">
      <dsp:nvSpPr>
        <dsp:cNvPr id="0" name=""/>
        <dsp:cNvSpPr/>
      </dsp:nvSpPr>
      <dsp:spPr>
        <a:xfrm>
          <a:off x="1823542" y="1415098"/>
          <a:ext cx="1401737" cy="934491"/>
        </a:xfrm>
        <a:prstGeom prst="roundRect">
          <a:avLst>
            <a:gd name="adj" fmla="val 10000"/>
          </a:avLst>
        </a:prstGeom>
        <a:solidFill>
          <a:schemeClr val="accent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in the narrower sense</a:t>
          </a:r>
        </a:p>
      </dsp:txBody>
      <dsp:txXfrm>
        <a:off x="1850912" y="1442468"/>
        <a:ext cx="1346997" cy="879751"/>
      </dsp:txXfrm>
    </dsp:sp>
    <dsp:sp modelId="{AEE9C5C7-9F3E-451A-9CAB-51E0EB412591}">
      <dsp:nvSpPr>
        <dsp:cNvPr id="0" name=""/>
        <dsp:cNvSpPr/>
      </dsp:nvSpPr>
      <dsp:spPr>
        <a:xfrm>
          <a:off x="702152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1822259" y="0"/>
              </a:moveTo>
              <a:lnTo>
                <a:pt x="1822259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7DE7C6-E60A-4727-A44F-A5F0616B6508}">
      <dsp:nvSpPr>
        <dsp:cNvPr id="0" name=""/>
        <dsp:cNvSpPr/>
      </dsp:nvSpPr>
      <dsp:spPr>
        <a:xfrm>
          <a:off x="1283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Commodity money</a:t>
          </a:r>
        </a:p>
      </dsp:txBody>
      <dsp:txXfrm>
        <a:off x="28653" y="2750757"/>
        <a:ext cx="1346997" cy="879751"/>
      </dsp:txXfrm>
    </dsp:sp>
    <dsp:sp modelId="{1EAC2DC7-9422-414D-BAD5-A271F64694D6}">
      <dsp:nvSpPr>
        <dsp:cNvPr id="0" name=""/>
        <dsp:cNvSpPr/>
      </dsp:nvSpPr>
      <dsp:spPr>
        <a:xfrm>
          <a:off x="2475453" y="2349590"/>
          <a:ext cx="91440" cy="373796"/>
        </a:xfrm>
        <a:custGeom>
          <a:avLst/>
          <a:gdLst/>
          <a:ahLst/>
          <a:cxnLst/>
          <a:rect l="0" t="0" r="0" b="0"/>
          <a:pathLst>
            <a:path>
              <a:moveTo>
                <a:pt x="48958" y="0"/>
              </a:moveTo>
              <a:lnTo>
                <a:pt x="48958" y="186898"/>
              </a:lnTo>
              <a:lnTo>
                <a:pt x="45720" y="186898"/>
              </a:lnTo>
              <a:lnTo>
                <a:pt x="4572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98F8DA-3B0F-462A-A889-52794666D806}">
      <dsp:nvSpPr>
        <dsp:cNvPr id="0" name=""/>
        <dsp:cNvSpPr/>
      </dsp:nvSpPr>
      <dsp:spPr>
        <a:xfrm>
          <a:off x="1820304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Fiat money</a:t>
          </a:r>
        </a:p>
      </dsp:txBody>
      <dsp:txXfrm>
        <a:off x="1847674" y="2750757"/>
        <a:ext cx="1346997" cy="879751"/>
      </dsp:txXfrm>
    </dsp:sp>
    <dsp:sp modelId="{19950323-5FC5-4217-A70B-8FF2678B89DB}">
      <dsp:nvSpPr>
        <dsp:cNvPr id="0" name=""/>
        <dsp:cNvSpPr/>
      </dsp:nvSpPr>
      <dsp:spPr>
        <a:xfrm>
          <a:off x="2524411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1822259" y="186898"/>
              </a:lnTo>
              <a:lnTo>
                <a:pt x="1822259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A3134E5-AFB0-4E97-8687-9E4DE100FE20}">
      <dsp:nvSpPr>
        <dsp:cNvPr id="0" name=""/>
        <dsp:cNvSpPr/>
      </dsp:nvSpPr>
      <dsp:spPr>
        <a:xfrm>
          <a:off x="3645801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Digital money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(Bitcoin)</a:t>
          </a:r>
        </a:p>
      </dsp:txBody>
      <dsp:txXfrm>
        <a:off x="3673171" y="2750757"/>
        <a:ext cx="1346997" cy="879751"/>
      </dsp:txXfrm>
    </dsp:sp>
    <dsp:sp modelId="{628E3A7B-6FD3-46A2-8856-C3FBE4AA4A72}">
      <dsp:nvSpPr>
        <dsp:cNvPr id="0" name=""/>
        <dsp:cNvSpPr/>
      </dsp:nvSpPr>
      <dsp:spPr>
        <a:xfrm>
          <a:off x="5257800" y="1041301"/>
          <a:ext cx="2733388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2733388" y="186898"/>
              </a:lnTo>
              <a:lnTo>
                <a:pt x="2733388" y="37379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D2752D-1A89-40A0-944B-BCF532C7D27F}">
      <dsp:nvSpPr>
        <dsp:cNvPr id="0" name=""/>
        <dsp:cNvSpPr/>
      </dsp:nvSpPr>
      <dsp:spPr>
        <a:xfrm>
          <a:off x="7290319" y="1415098"/>
          <a:ext cx="1401737" cy="934491"/>
        </a:xfrm>
        <a:prstGeom prst="roundRect">
          <a:avLst>
            <a:gd name="adj" fmla="val 10000"/>
          </a:avLst>
        </a:prstGeom>
        <a:solidFill>
          <a:schemeClr val="accent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Money-substitutes</a:t>
          </a:r>
        </a:p>
      </dsp:txBody>
      <dsp:txXfrm>
        <a:off x="7317689" y="1442468"/>
        <a:ext cx="1346997" cy="879751"/>
      </dsp:txXfrm>
    </dsp:sp>
    <dsp:sp modelId="{FD889227-0CDF-4918-951E-643D3FCC07CB}">
      <dsp:nvSpPr>
        <dsp:cNvPr id="0" name=""/>
        <dsp:cNvSpPr/>
      </dsp:nvSpPr>
      <dsp:spPr>
        <a:xfrm>
          <a:off x="6168929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1822259" y="0"/>
              </a:moveTo>
              <a:lnTo>
                <a:pt x="1822259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B51592-BB9E-4C42-8718-8060CA88EF40}">
      <dsp:nvSpPr>
        <dsp:cNvPr id="0" name=""/>
        <dsp:cNvSpPr/>
      </dsp:nvSpPr>
      <dsp:spPr>
        <a:xfrm>
          <a:off x="5468060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Checks</a:t>
          </a:r>
        </a:p>
      </dsp:txBody>
      <dsp:txXfrm>
        <a:off x="5495430" y="2750757"/>
        <a:ext cx="1346997" cy="879751"/>
      </dsp:txXfrm>
    </dsp:sp>
    <dsp:sp modelId="{2D86B9A2-047D-4009-B144-1041ADEC5A2A}">
      <dsp:nvSpPr>
        <dsp:cNvPr id="0" name=""/>
        <dsp:cNvSpPr/>
      </dsp:nvSpPr>
      <dsp:spPr>
        <a:xfrm>
          <a:off x="7945468" y="2349590"/>
          <a:ext cx="91440" cy="37379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D9C6D3-2C1E-4BF1-A765-1B530710AE88}">
      <dsp:nvSpPr>
        <dsp:cNvPr id="0" name=""/>
        <dsp:cNvSpPr/>
      </dsp:nvSpPr>
      <dsp:spPr>
        <a:xfrm>
          <a:off x="7290319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Bank deposits</a:t>
          </a:r>
        </a:p>
      </dsp:txBody>
      <dsp:txXfrm>
        <a:off x="7317689" y="2750757"/>
        <a:ext cx="1346997" cy="879751"/>
      </dsp:txXfrm>
    </dsp:sp>
    <dsp:sp modelId="{31A85278-FDA7-48F8-BB68-46438601EC15}">
      <dsp:nvSpPr>
        <dsp:cNvPr id="0" name=""/>
        <dsp:cNvSpPr/>
      </dsp:nvSpPr>
      <dsp:spPr>
        <a:xfrm>
          <a:off x="7991188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1822259" y="186898"/>
              </a:lnTo>
              <a:lnTo>
                <a:pt x="1822259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DEB0F7-D352-41F5-B4A7-ADDE3B4DFCBA}">
      <dsp:nvSpPr>
        <dsp:cNvPr id="0" name=""/>
        <dsp:cNvSpPr/>
      </dsp:nvSpPr>
      <dsp:spPr>
        <a:xfrm>
          <a:off x="9112578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certificates</a:t>
          </a:r>
        </a:p>
      </dsp:txBody>
      <dsp:txXfrm>
        <a:off x="9139948" y="2750757"/>
        <a:ext cx="1346997" cy="8797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B4745-6FC5-4885-BB92-B897E103CA6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291C4-C263-4986-8DB2-E1CF4593E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40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884F-1F06-1750-780A-4EDF9C59C1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90B1E1-4DC2-5722-F7A5-C749C0125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A51FD-B055-A80E-C50D-A80A6123A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30134-47EC-456C-BBB7-47E09A8730B1}" type="datetime1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36C50-7EA5-0387-4C83-5985331E6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109C7-B684-FE91-FBF6-DB634BD4E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138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756FB-744A-B7F1-3EC6-948D862DA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E4AEB9-D9B8-C7ED-C45C-1242C5380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  <a:lvl2pPr>
              <a:defRPr>
                <a:latin typeface="Aptos Narrow" panose="020B0004020202020204" pitchFamily="34" charset="0"/>
              </a:defRPr>
            </a:lvl2pPr>
            <a:lvl3pPr>
              <a:defRPr>
                <a:latin typeface="Aptos Narrow" panose="020B0004020202020204" pitchFamily="34" charset="0"/>
              </a:defRPr>
            </a:lvl3pPr>
            <a:lvl4pPr>
              <a:defRPr>
                <a:latin typeface="Aptos Narrow" panose="020B0004020202020204" pitchFamily="34" charset="0"/>
              </a:defRPr>
            </a:lvl4pPr>
            <a:lvl5pPr>
              <a:defRPr>
                <a:latin typeface="Aptos Narrow" panose="020B00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57D670-C044-B776-4D2B-123F0BE7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549D1-F6CE-4C38-9C67-57DC62F154AA}" type="datetime1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C610E-E68F-83CF-5D63-71C61FD0F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90B5A-D280-9EAB-F29B-DE0706266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637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A45A6-B152-B024-865C-C5D3753F6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5F551-1C58-F59F-DFCF-A878B12AE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7F711-BD1A-B63A-E6B5-46CD339F8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51606-A4E0-4EEC-9AB8-265E1E32BF6C}" type="datetime1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6A362-7960-1871-31B9-FDB4E7166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2DC80-08E4-C148-1E87-F133AAC26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417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C4362-1976-FD59-FCD1-7D5446452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29EFF-8ACB-11D3-5A92-7846F1887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02367-7514-FD46-4C1D-A4A74795C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416046-EA71-E393-4D8C-CE6506C84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09A35-8AE6-4BD8-8322-38F879E298C0}" type="datetime1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2A627-AFC6-8914-940F-BC4E62D5D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93DCA-D53A-0699-47B9-87A5ECAD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58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DFD9D-43AD-E6A2-DD05-EBC66C88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4C12FA-4B17-65FE-BABB-47331DFA9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57B511-9DAE-C826-7A36-C9873EC4C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20754-93FE-DCD5-F6FC-F851436AD4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BCF814-45E2-9194-6159-2132651EB5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794FAA-42FB-9285-401E-75442B747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4746A-7239-4259-A6BB-A0B8771AA6CB}" type="datetime1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025AEE-601D-CD09-8E7C-A04B6E7E3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72599E-1675-0E03-F8CA-909EEBE3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203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12D4-C31C-2C21-7904-B52F6DA5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D41446-37A2-90A6-16C9-6F6B5511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BD38F-5CFD-4926-9614-D9BB99D5DFB2}" type="datetime1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A1F3B-2916-B330-2ACC-D9CBCCB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4A994F-91F7-4D3B-C046-5667A839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0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F1423E-5742-B3BA-F1D2-A735A8215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AF4EF-625D-4EF4-8BDA-9C8C7CA1491A}" type="datetime1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00288C-4902-DFB1-6A54-E1C5BCBC4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1F29A-A812-ED38-CBC5-B526103D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283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F0DF6-626A-C100-08C9-C9CEE368B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F3A0D-4790-3880-28F8-6C0076034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0ABBEE-479F-7194-1B9C-71E754467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77CA6E-70C7-3768-24DA-3E992000F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83F9-B4CA-42D4-9087-03F8568C20ED}" type="datetime1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5493D-78B8-B13C-C2FE-29A204CED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45F194-5ACF-D803-E28D-76786015C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49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9B5F8-09B8-C933-0494-38D987BD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5FB69-D737-F750-278E-80EE0930D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ED2F6F-A9C9-7000-DB17-2947936AC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4D3B8F-4ED8-9B5E-315A-A39B9CDBC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A4296-1A87-4A72-B559-ED34A136433E}" type="datetime1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2F116-52A6-4E60-A308-BFC2963A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5782B-B0AA-8BBA-5907-2EB1A4081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421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9456E-0BFF-3A47-C509-3CC58A44D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8028FF-6DA8-FF35-651C-695FBFC0CE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C4197-495E-5ECE-5E56-EE4DD4C1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199FB-CA5E-46B1-AAEF-92297E673D2A}" type="datetime1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371E2-93F0-6C71-96A8-8F56FB7A4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816A9-9D9A-E52D-BD34-F23C50488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687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18901-1B79-C8D5-058C-F6DAB72DD0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B0D1BD-6A49-C7B8-55F8-AA4B086653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A99AE-4BD6-A28D-2CA4-7A2B5FC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6CBFA-6E35-40C2-AC0F-9BFE7F0CD073}" type="datetime1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91DE6-AD28-D071-8681-47920B8BC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A35BA-2516-447E-476F-FA62D8A3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535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71F342-C198-615F-4174-B0E832220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209FC-F726-A78C-784F-F712C72E4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B1016-A72D-5F27-EEEE-123FAD78D7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2251D4-54EC-4296-999A-E3E1C9367188}" type="datetime1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7435D-4536-757C-9046-CC2185144C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F1683-06CC-C718-A999-85AE8366A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74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ptos Narrow" panose="020B00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3CB24-3ED3-1D06-FF1E-357BDA2EC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27550-4C38-F073-3FAB-099A6694E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Section 1</a:t>
            </a:r>
          </a:p>
        </p:txBody>
      </p:sp>
    </p:spTree>
    <p:extLst>
      <p:ext uri="{BB962C8B-B14F-4D97-AF65-F5344CB8AC3E}">
        <p14:creationId xmlns:p14="http://schemas.microsoft.com/office/powerpoint/2010/main" val="3829938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603DD2A-B508-6F06-4D99-6BBCC541E8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9535720"/>
              </p:ext>
            </p:extLst>
          </p:nvPr>
        </p:nvGraphicFramePr>
        <p:xfrm>
          <a:off x="713342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39C1D4B9-4BAB-AC39-D6B5-2672548EA4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1513026"/>
              </p:ext>
            </p:extLst>
          </p:nvPr>
        </p:nvGraphicFramePr>
        <p:xfrm>
          <a:off x="346710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494DEE1B-99B9-F35A-4B60-F26DDA2A45B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65538782"/>
              </p:ext>
            </p:extLst>
          </p:nvPr>
        </p:nvGraphicFramePr>
        <p:xfrm>
          <a:off x="621792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815BF5BD-8E2D-97CC-0791-D69D8C6553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7407952"/>
              </p:ext>
            </p:extLst>
          </p:nvPr>
        </p:nvGraphicFramePr>
        <p:xfrm>
          <a:off x="896874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409585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>
        <p:bldAsOne/>
      </p:bldGraphic>
      <p:bldGraphic spid="10" grpId="0">
        <p:bldAsOne/>
      </p:bldGraphic>
      <p:bldGraphic spid="11" grpId="0">
        <p:bldAsOne/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D16388-526B-6DEC-5A1F-ADF35FDB3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177314"/>
              </p:ext>
            </p:extLst>
          </p:nvPr>
        </p:nvGraphicFramePr>
        <p:xfrm>
          <a:off x="8382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6198618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Function </a:t>
                      </a:r>
                      <a:r>
                        <a:rPr lang="en-US" sz="3600" i="1" dirty="0">
                          <a:latin typeface="Century Schoolbook" panose="02040604050505020304" pitchFamily="18" charset="0"/>
                        </a:rPr>
                        <a:t>1</a:t>
                      </a:r>
                      <a:endParaRPr lang="en-US" sz="2400" i="1" dirty="0">
                        <a:latin typeface="Century Schoolbook" panose="020406040505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Means of payment</a:t>
                      </a:r>
                    </a:p>
                  </a:txBody>
                  <a:tcPr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8B1CAAC-05B7-34A4-D593-F6C8BE37B1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743954"/>
              </p:ext>
            </p:extLst>
          </p:nvPr>
        </p:nvGraphicFramePr>
        <p:xfrm>
          <a:off x="44958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40416893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Function </a:t>
                      </a:r>
                      <a:r>
                        <a:rPr lang="en-US" sz="3600" i="1">
                          <a:latin typeface="Century Schoolbook" panose="02040604050505020304" pitchFamily="18" charset="0"/>
                        </a:rPr>
                        <a:t>2</a:t>
                      </a:r>
                      <a:endParaRPr lang="en-US" sz="2400" i="1">
                        <a:latin typeface="Century Schoolbook" panose="02040604050505020304" pitchFamily="18" charset="0"/>
                      </a:endParaRPr>
                    </a:p>
                  </a:txBody>
                  <a:tcPr>
                    <a:lnR w="12700" cmpd="sng">
                      <a:noFill/>
                    </a:ln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Unit of account</a:t>
                      </a:r>
                    </a:p>
                  </a:txBody>
                  <a:tcPr>
                    <a:lnR w="12700" cmpd="sng">
                      <a:noFill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CBC8DEF0-F73C-10AE-7088-39B141B90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583717"/>
              </p:ext>
            </p:extLst>
          </p:nvPr>
        </p:nvGraphicFramePr>
        <p:xfrm>
          <a:off x="81534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1680873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Function </a:t>
                      </a:r>
                      <a:r>
                        <a:rPr lang="en-US" sz="3600" i="1">
                          <a:latin typeface="Century Schoolbook" panose="02040604050505020304" pitchFamily="18" charset="0"/>
                        </a:rPr>
                        <a:t>3</a:t>
                      </a:r>
                      <a:endParaRPr lang="en-US" sz="2400" i="1">
                        <a:latin typeface="Century Schoolbook" panose="02040604050505020304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Store of value</a:t>
                      </a:r>
                    </a:p>
                  </a:txBody>
                  <a:tcPr>
                    <a:lnL w="12700" cmpd="sng">
                      <a:noFill/>
                    </a:lnL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sp>
        <p:nvSpPr>
          <p:cNvPr id="9" name="Left Brace 8">
            <a:extLst>
              <a:ext uri="{FF2B5EF4-FFF2-40B4-BE49-F238E27FC236}">
                <a16:creationId xmlns:a16="http://schemas.microsoft.com/office/drawing/2014/main" id="{9DF7FB98-D27C-5F73-085D-34B1070C57AF}"/>
              </a:ext>
            </a:extLst>
          </p:cNvPr>
          <p:cNvSpPr/>
          <p:nvPr/>
        </p:nvSpPr>
        <p:spPr>
          <a:xfrm rot="16200000">
            <a:off x="5913120" y="-1146851"/>
            <a:ext cx="365760" cy="10515600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6D7BFF3-BB59-E9BF-7862-BCB16DDEF5DE}"/>
              </a:ext>
            </a:extLst>
          </p:cNvPr>
          <p:cNvSpPr/>
          <p:nvPr/>
        </p:nvSpPr>
        <p:spPr>
          <a:xfrm rot="5400000" flipV="1">
            <a:off x="2255519" y="1030819"/>
            <a:ext cx="365760" cy="3200400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43B976-FCCB-7604-AB9C-9C2DB47B41FD}"/>
              </a:ext>
            </a:extLst>
          </p:cNvPr>
          <p:cNvSpPr txBox="1"/>
          <p:nvPr/>
        </p:nvSpPr>
        <p:spPr>
          <a:xfrm>
            <a:off x="946950" y="2011339"/>
            <a:ext cx="2982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Definition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232221-1D5B-2EC5-ECD8-D94EF241C45D}"/>
              </a:ext>
            </a:extLst>
          </p:cNvPr>
          <p:cNvSpPr txBox="1"/>
          <p:nvPr/>
        </p:nvSpPr>
        <p:spPr>
          <a:xfrm>
            <a:off x="4604550" y="4311088"/>
            <a:ext cx="2982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+mj-lt"/>
              </a:rPr>
              <a:t>Functions</a:t>
            </a:r>
          </a:p>
        </p:txBody>
      </p:sp>
    </p:spTree>
    <p:extLst>
      <p:ext uri="{BB962C8B-B14F-4D97-AF65-F5344CB8AC3E}">
        <p14:creationId xmlns:p14="http://schemas.microsoft.com/office/powerpoint/2010/main" val="426235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20047-F1D0-CA64-2F3F-C05AD75A3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4634CD2-B179-7C6D-0DDA-D77A18FE42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1670990"/>
              </p:ext>
            </p:extLst>
          </p:nvPr>
        </p:nvGraphicFramePr>
        <p:xfrm>
          <a:off x="838200" y="3287486"/>
          <a:ext cx="10515600" cy="14586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3493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92D3877-D1D2-41E2-ADEF-F9A6BDAF7D6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graphicEl>
                                              <a:dgm id="{892D3877-D1D2-41E2-ADEF-F9A6BDAF7D6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50EC3EE-9990-42AF-B69C-D3241C7E77A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graphicEl>
                                              <a:dgm id="{950EC3EE-9990-42AF-B69C-D3241C7E77A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7299276D-2C10-4018-AE4F-1912D50C1B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graphicEl>
                                              <a:dgm id="{7299276D-2C10-4018-AE4F-1912D50C1B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AA98B340-5888-4FFD-91BF-8EDA183360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graphicEl>
                                              <a:dgm id="{AA98B340-5888-4FFD-91BF-8EDA1833606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FDB06E1-318E-4BBE-96A0-76278DE5D9C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graphicEl>
                                              <a:dgm id="{8FDB06E1-318E-4BBE-96A0-76278DE5D9C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B4EADF8-28EB-490D-80F5-F3A92B8376F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graphicEl>
                                              <a:dgm id="{DB4EADF8-28EB-490D-80F5-F3A92B8376F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71E7CC6-B541-48B5-B5A9-9A7E1FEDDE0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>
                                            <p:graphicEl>
                                              <a:dgm id="{D71E7CC6-B541-48B5-B5A9-9A7E1FEDDE0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CC0A9359-C884-431B-85C1-F36A2C00867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>
                                            <p:graphicEl>
                                              <a:dgm id="{CC0A9359-C884-431B-85C1-F36A2C00867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5D80EEC5-F634-4317-BD82-E39F2E53DB0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>
                                            <p:graphicEl>
                                              <a:dgm id="{5D80EEC5-F634-4317-BD82-E39F2E53DB0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5C223DD-3D7E-470C-B8EF-590686B38E2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>
                                            <p:graphicEl>
                                              <a:dgm id="{95C223DD-3D7E-470C-B8EF-590686B38E2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6A855441-6775-4A22-8652-9B103594F6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graphicEl>
                                              <a:dgm id="{6A855441-6775-4A22-8652-9B103594F6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4C592C5-5CEA-149E-21FB-88592B4B7B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9492645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71371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Chart bld="series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6E69B471-2F9A-11C3-F840-D41D3F8341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195" y="3831562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D4508664-D879-05EE-A33A-29F61D8B5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465" y="3831562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AE3A66F9-ED50-639C-80A7-78B42838B1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47514" y="1886716"/>
            <a:ext cx="914400" cy="914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7678FE6-AA4A-3736-B2C9-2F8A44DC5FA5}"/>
              </a:ext>
            </a:extLst>
          </p:cNvPr>
          <p:cNvSpPr txBox="1"/>
          <p:nvPr/>
        </p:nvSpPr>
        <p:spPr>
          <a:xfrm>
            <a:off x="5404352" y="1229710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1"/>
                </a:solidFill>
              </a:rPr>
              <a:t>Person 1</a:t>
            </a:r>
          </a:p>
          <a:p>
            <a:pPr algn="ctr"/>
            <a:r>
              <a:rPr lang="en-US">
                <a:solidFill>
                  <a:schemeClr val="accent1"/>
                </a:solidFill>
              </a:rPr>
              <a:t>apples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586747-6070-60BF-CD30-4D5389999941}"/>
              </a:ext>
            </a:extLst>
          </p:cNvPr>
          <p:cNvSpPr txBox="1"/>
          <p:nvPr/>
        </p:nvSpPr>
        <p:spPr>
          <a:xfrm>
            <a:off x="4015033" y="4745962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2"/>
                </a:solidFill>
              </a:rPr>
              <a:t>Person 2</a:t>
            </a:r>
          </a:p>
          <a:p>
            <a:pPr algn="ctr"/>
            <a:r>
              <a:rPr lang="en-US">
                <a:solidFill>
                  <a:schemeClr val="accent2"/>
                </a:solidFill>
              </a:rPr>
              <a:t>bananas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70DFEC-9F27-FBAF-78B0-7A76309209BE}"/>
              </a:ext>
            </a:extLst>
          </p:cNvPr>
          <p:cNvSpPr txBox="1"/>
          <p:nvPr/>
        </p:nvSpPr>
        <p:spPr>
          <a:xfrm>
            <a:off x="6937305" y="4745962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3"/>
                </a:solidFill>
              </a:rPr>
              <a:t>Person 3</a:t>
            </a:r>
          </a:p>
          <a:p>
            <a:pPr algn="ctr"/>
            <a:r>
              <a:rPr lang="en-US">
                <a:solidFill>
                  <a:schemeClr val="accent3"/>
                </a:solidFill>
              </a:rPr>
              <a:t>salt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86E9BB-D146-7E16-D777-0812FBA47C0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4515395" y="2343916"/>
            <a:ext cx="986804" cy="1487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353D6E9-31B0-D9C9-87DE-663003F27E38}"/>
              </a:ext>
            </a:extLst>
          </p:cNvPr>
          <p:cNvCxnSpPr/>
          <p:nvPr/>
        </p:nvCxnSpPr>
        <p:spPr>
          <a:xfrm flipH="1">
            <a:off x="4972595" y="4278086"/>
            <a:ext cx="20078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3E8776-E8D7-6BC9-A749-F1AC51A571A3}"/>
              </a:ext>
            </a:extLst>
          </p:cNvPr>
          <p:cNvCxnSpPr/>
          <p:nvPr/>
        </p:nvCxnSpPr>
        <p:spPr>
          <a:xfrm>
            <a:off x="6361914" y="2343916"/>
            <a:ext cx="1056242" cy="1487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599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3074" name="Picture 2" descr="The Gold Coins of Templeton Reid">
            <a:extLst>
              <a:ext uri="{FF2B5EF4-FFF2-40B4-BE49-F238E27FC236}">
                <a16:creationId xmlns:a16="http://schemas.microsoft.com/office/drawing/2014/main" id="{65E91867-A68A-39EC-1002-90C5E61DF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1941" y="1690688"/>
            <a:ext cx="814811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8335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4098" name="Picture 2" descr="Unprecedented Cache of Superb California Fractional Gold Coins Discovered Aboard SS Central ...">
            <a:extLst>
              <a:ext uri="{FF2B5EF4-FFF2-40B4-BE49-F238E27FC236}">
                <a16:creationId xmlns:a16="http://schemas.microsoft.com/office/drawing/2014/main" id="{CBE22243-160D-BC2F-FC6C-EF3E66FFF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1690688"/>
            <a:ext cx="82296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6052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724DF9-DD77-D9CB-D1CA-0FFA5DD2EFAE}"/>
              </a:ext>
            </a:extLst>
          </p:cNvPr>
          <p:cNvCxnSpPr>
            <a:stCxn id="9" idx="2"/>
            <a:endCxn id="8" idx="1"/>
          </p:cNvCxnSpPr>
          <p:nvPr/>
        </p:nvCxnSpPr>
        <p:spPr>
          <a:xfrm>
            <a:off x="1981199" y="1956299"/>
            <a:ext cx="3291841" cy="701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41BCF2-A66B-3740-83C0-7D115BCAE1DB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>
            <a:off x="4123062" y="1951090"/>
            <a:ext cx="1149978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CB6FC6-75E2-F4D6-9BFF-6A0E41AECD4A}"/>
              </a:ext>
            </a:extLst>
          </p:cNvPr>
          <p:cNvCxnSpPr>
            <a:stCxn id="11" idx="2"/>
            <a:endCxn id="8" idx="0"/>
          </p:cNvCxnSpPr>
          <p:nvPr/>
        </p:nvCxnSpPr>
        <p:spPr>
          <a:xfrm>
            <a:off x="6096000" y="1956299"/>
            <a:ext cx="0" cy="42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8F2983-69A9-AF82-865E-FAF426817CC5}"/>
              </a:ext>
            </a:extLst>
          </p:cNvPr>
          <p:cNvCxnSpPr>
            <a:stCxn id="12" idx="2"/>
            <a:endCxn id="8" idx="3"/>
          </p:cNvCxnSpPr>
          <p:nvPr/>
        </p:nvCxnSpPr>
        <p:spPr>
          <a:xfrm flipH="1">
            <a:off x="6918960" y="1951090"/>
            <a:ext cx="3611880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E2878C8-F3D6-C482-0230-99E1BFF1E674}"/>
              </a:ext>
            </a:extLst>
          </p:cNvPr>
          <p:cNvCxnSpPr>
            <a:stCxn id="8" idx="2"/>
            <a:endCxn id="21" idx="0"/>
          </p:cNvCxnSpPr>
          <p:nvPr/>
        </p:nvCxnSpPr>
        <p:spPr>
          <a:xfrm flipH="1">
            <a:off x="1981199" y="2931694"/>
            <a:ext cx="4114801" cy="7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99BAD4B-4708-EF75-5021-E10FDD858C7B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 flipH="1">
            <a:off x="4123062" y="2931694"/>
            <a:ext cx="1972938" cy="7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DC9056-88CD-B8E8-8F1C-0AC5118805E4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6096000" y="2931694"/>
            <a:ext cx="0" cy="68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F272405-5C3E-388C-E4B9-B221CE61DE3D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>
            <a:off x="6096000" y="2931694"/>
            <a:ext cx="4434840" cy="7051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2383054"/>
            <a:ext cx="1645920" cy="54864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9EA32E-5F4E-E499-D522-18BD3495C3FF}"/>
              </a:ext>
            </a:extLst>
          </p:cNvPr>
          <p:cNvSpPr/>
          <p:nvPr/>
        </p:nvSpPr>
        <p:spPr>
          <a:xfrm>
            <a:off x="1158239" y="140765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C93F40-AB83-769D-10B1-24DEA879B720}"/>
              </a:ext>
            </a:extLst>
          </p:cNvPr>
          <p:cNvSpPr/>
          <p:nvPr/>
        </p:nvSpPr>
        <p:spPr>
          <a:xfrm>
            <a:off x="3300102" y="1402450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653FD-AFD5-0371-A8E5-A59DBE880C34}"/>
              </a:ext>
            </a:extLst>
          </p:cNvPr>
          <p:cNvSpPr/>
          <p:nvPr/>
        </p:nvSpPr>
        <p:spPr>
          <a:xfrm>
            <a:off x="5273040" y="140765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/>
              <p:nvPr/>
            </p:nvSpPr>
            <p:spPr>
              <a:xfrm>
                <a:off x="9707880" y="1402450"/>
                <a:ext cx="1645920" cy="54864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Miner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1402450"/>
                <a:ext cx="1645920" cy="548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CFBAEC56-3A9A-1C93-87A7-27DBF31D49F5}"/>
              </a:ext>
            </a:extLst>
          </p:cNvPr>
          <p:cNvSpPr/>
          <p:nvPr/>
        </p:nvSpPr>
        <p:spPr>
          <a:xfrm>
            <a:off x="1158239" y="3634569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A6139A-5E46-088D-2E11-103AAEB566C0}"/>
              </a:ext>
            </a:extLst>
          </p:cNvPr>
          <p:cNvSpPr/>
          <p:nvPr/>
        </p:nvSpPr>
        <p:spPr>
          <a:xfrm>
            <a:off x="3300102" y="3634569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3620584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229F625-B79F-53CC-AF45-0A899E66EE04}"/>
                  </a:ext>
                </a:extLst>
              </p:cNvPr>
              <p:cNvSpPr/>
              <p:nvPr/>
            </p:nvSpPr>
            <p:spPr>
              <a:xfrm>
                <a:off x="9707880" y="3636810"/>
                <a:ext cx="1645920" cy="182880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/>
                  <a:t>Private Bank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229F625-B79F-53CC-AF45-0A899E66EE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3636810"/>
                <a:ext cx="1645920" cy="1828800"/>
              </a:xfrm>
              <a:prstGeom prst="rect">
                <a:avLst/>
              </a:prstGeom>
              <a:blipFill>
                <a:blip r:embed="rId3"/>
                <a:stretch>
                  <a:fillRect t="-1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1016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F0D1696C-91EF-9C8B-B06B-233C29F25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690688"/>
            <a:ext cx="10058400" cy="42501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927589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724DF9-DD77-D9CB-D1CA-0FFA5DD2EFAE}"/>
              </a:ext>
            </a:extLst>
          </p:cNvPr>
          <p:cNvCxnSpPr>
            <a:stCxn id="9" idx="2"/>
            <a:endCxn id="8" idx="1"/>
          </p:cNvCxnSpPr>
          <p:nvPr/>
        </p:nvCxnSpPr>
        <p:spPr>
          <a:xfrm>
            <a:off x="1981199" y="2239328"/>
            <a:ext cx="3291841" cy="701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41BCF2-A66B-3740-83C0-7D115BCAE1DB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>
            <a:off x="4123062" y="2234119"/>
            <a:ext cx="1149978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CB6FC6-75E2-F4D6-9BFF-6A0E41AECD4A}"/>
              </a:ext>
            </a:extLst>
          </p:cNvPr>
          <p:cNvCxnSpPr>
            <a:stCxn id="11" idx="2"/>
            <a:endCxn id="8" idx="0"/>
          </p:cNvCxnSpPr>
          <p:nvPr/>
        </p:nvCxnSpPr>
        <p:spPr>
          <a:xfrm>
            <a:off x="6096000" y="2239328"/>
            <a:ext cx="0" cy="42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8F2983-69A9-AF82-865E-FAF426817CC5}"/>
              </a:ext>
            </a:extLst>
          </p:cNvPr>
          <p:cNvCxnSpPr>
            <a:stCxn id="12" idx="2"/>
            <a:endCxn id="8" idx="3"/>
          </p:cNvCxnSpPr>
          <p:nvPr/>
        </p:nvCxnSpPr>
        <p:spPr>
          <a:xfrm flipH="1">
            <a:off x="6918960" y="2234119"/>
            <a:ext cx="3611880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DC9056-88CD-B8E8-8F1C-0AC5118805E4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6096000" y="3214723"/>
            <a:ext cx="0" cy="68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2666083"/>
            <a:ext cx="1645920" cy="54864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9EA32E-5F4E-E499-D522-18BD3495C3FF}"/>
              </a:ext>
            </a:extLst>
          </p:cNvPr>
          <p:cNvSpPr/>
          <p:nvPr/>
        </p:nvSpPr>
        <p:spPr>
          <a:xfrm>
            <a:off x="1158239" y="1690688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C93F40-AB83-769D-10B1-24DEA879B720}"/>
              </a:ext>
            </a:extLst>
          </p:cNvPr>
          <p:cNvSpPr/>
          <p:nvPr/>
        </p:nvSpPr>
        <p:spPr>
          <a:xfrm>
            <a:off x="3300102" y="168547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653FD-AFD5-0371-A8E5-A59DBE880C34}"/>
              </a:ext>
            </a:extLst>
          </p:cNvPr>
          <p:cNvSpPr/>
          <p:nvPr/>
        </p:nvSpPr>
        <p:spPr>
          <a:xfrm>
            <a:off x="5273040" y="1690688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/>
              <p:nvPr/>
            </p:nvSpPr>
            <p:spPr>
              <a:xfrm>
                <a:off x="9707880" y="1685479"/>
                <a:ext cx="1645920" cy="54864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Miner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1685479"/>
                <a:ext cx="1645920" cy="548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3903613"/>
            <a:ext cx="1645920" cy="18288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National central bank</a:t>
            </a:r>
          </a:p>
        </p:txBody>
      </p:sp>
    </p:spTree>
    <p:extLst>
      <p:ext uri="{BB962C8B-B14F-4D97-AF65-F5344CB8AC3E}">
        <p14:creationId xmlns:p14="http://schemas.microsoft.com/office/powerpoint/2010/main" val="1089973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3E2AFF-71D8-C58B-EB5A-EE6664F873E3}"/>
              </a:ext>
            </a:extLst>
          </p:cNvPr>
          <p:cNvCxnSpPr>
            <a:cxnSpLocks/>
            <a:stCxn id="23" idx="2"/>
            <a:endCxn id="8" idx="0"/>
          </p:cNvCxnSpPr>
          <p:nvPr/>
        </p:nvCxnSpPr>
        <p:spPr>
          <a:xfrm>
            <a:off x="6096000" y="3552031"/>
            <a:ext cx="0" cy="1127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4679870"/>
            <a:ext cx="1645920" cy="54864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Fiat money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1723231"/>
            <a:ext cx="1645920" cy="18288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National central bank</a:t>
            </a:r>
          </a:p>
        </p:txBody>
      </p:sp>
    </p:spTree>
    <p:extLst>
      <p:ext uri="{BB962C8B-B14F-4D97-AF65-F5344CB8AC3E}">
        <p14:creationId xmlns:p14="http://schemas.microsoft.com/office/powerpoint/2010/main" val="42315031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2050" name="Picture 2" descr="Us One Dollar Bill Coloring Page Printout Enchanted Learning | Images and Photos finder">
            <a:extLst>
              <a:ext uri="{FF2B5EF4-FFF2-40B4-BE49-F238E27FC236}">
                <a16:creationId xmlns:a16="http://schemas.microsoft.com/office/drawing/2014/main" id="{5E802857-10F9-7AAF-28C3-169255623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690688"/>
            <a:ext cx="10058400" cy="413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5517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980DD7-448E-C560-C60F-11DE1636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2 | THE PRICE OF MONEY AND INFLATION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464B9C-92EB-106E-53BB-2BED75B56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DE66EEE3-1880-403A-6174-DF117645CB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2318165"/>
              </p:ext>
            </p:extLst>
          </p:nvPr>
        </p:nvGraphicFramePr>
        <p:xfrm>
          <a:off x="838200" y="1546655"/>
          <a:ext cx="10515600" cy="37646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82296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047A657-B634-46F1-9C96-1F8A4BE2F05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6047A657-B634-46F1-9C96-1F8A4BE2F05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EAF4A4DA-ECAF-46EB-B1FA-BE3561431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EAF4A4DA-ECAF-46EB-B1FA-BE3561431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A56C2A7-A0AE-4B64-9413-22CC789A77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AA56C2A7-A0AE-4B64-9413-22CC789A77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EE9C5C7-9F3E-451A-9CAB-51E0EB4125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AEE9C5C7-9F3E-451A-9CAB-51E0EB41259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67DE7C6-E60A-4727-A44F-A5F0616B65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graphicEl>
                                              <a:dgm id="{A67DE7C6-E60A-4727-A44F-A5F0616B650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EAC2DC7-9422-414D-BAD5-A271F64694D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graphicEl>
                                              <a:dgm id="{1EAC2DC7-9422-414D-BAD5-A271F64694D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D98F8DA-3B0F-462A-A889-52794666D8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graphicEl>
                                              <a:dgm id="{DD98F8DA-3B0F-462A-A889-52794666D80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9950323-5FC5-4217-A70B-8FF2678B89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graphicEl>
                                              <a:dgm id="{19950323-5FC5-4217-A70B-8FF2678B89D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A3134E5-AFB0-4E97-8687-9E4DE100FE2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graphicEl>
                                              <a:dgm id="{4A3134E5-AFB0-4E97-8687-9E4DE100FE2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28E3A7B-6FD3-46A2-8856-C3FBE4AA4A7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graphicEl>
                                              <a:dgm id="{628E3A7B-6FD3-46A2-8856-C3FBE4AA4A7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3D2752D-1A89-40A0-944B-BCF532C7D2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graphicEl>
                                              <a:dgm id="{73D2752D-1A89-40A0-944B-BCF532C7D27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D889227-0CDF-4918-951E-643D3FCC07C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graphicEl>
                                              <a:dgm id="{FD889227-0CDF-4918-951E-643D3FCC07C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4B51592-BB9E-4C42-8718-8060CA88EF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graphicEl>
                                              <a:dgm id="{24B51592-BB9E-4C42-8718-8060CA88EF4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D86B9A2-047D-4009-B144-1041ADEC5A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graphicEl>
                                              <a:dgm id="{2D86B9A2-047D-4009-B144-1041ADEC5A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0D9C6D3-2C1E-4BF1-A765-1B530710AE8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graphicEl>
                                              <a:dgm id="{10D9C6D3-2C1E-4BF1-A765-1B530710AE8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1A85278-FDA7-48F8-BB68-46438601EC1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graphicEl>
                                              <a:dgm id="{31A85278-FDA7-48F8-BB68-46438601EC1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4DEB0F7-D352-41F5-B4A7-ADDE3B4DFCB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">
                                            <p:graphicEl>
                                              <a:dgm id="{24DEB0F7-D352-41F5-B4A7-ADDE3B4DFCB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980DD7-448E-C560-C60F-11DE1636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2 | THE PRICE OF MONEY AND INFLATION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464B9C-92EB-106E-53BB-2BED75B56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15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2D29B2-9D81-B531-89E6-CF83D7AFA761}"/>
              </a:ext>
            </a:extLst>
          </p:cNvPr>
          <p:cNvSpPr txBox="1"/>
          <p:nvPr/>
        </p:nvSpPr>
        <p:spPr>
          <a:xfrm>
            <a:off x="1008285" y="1515874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0070C0"/>
                </a:solidFill>
              </a:rPr>
              <a:t>Most liquid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6CC139-8926-6FB4-5E5B-879CBF08C30B}"/>
              </a:ext>
            </a:extLst>
          </p:cNvPr>
          <p:cNvSpPr txBox="1"/>
          <p:nvPr/>
        </p:nvSpPr>
        <p:spPr>
          <a:xfrm>
            <a:off x="1008285" y="497990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FF0000"/>
                </a:solidFill>
              </a:rPr>
              <a:t>Less liquid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1239F40-B501-E540-882E-1FB75D9096B4}"/>
              </a:ext>
            </a:extLst>
          </p:cNvPr>
          <p:cNvCxnSpPr>
            <a:cxnSpLocks/>
          </p:cNvCxnSpPr>
          <p:nvPr/>
        </p:nvCxnSpPr>
        <p:spPr>
          <a:xfrm>
            <a:off x="2379885" y="1541912"/>
            <a:ext cx="0" cy="3807328"/>
          </a:xfrm>
          <a:prstGeom prst="straightConnector1">
            <a:avLst/>
          </a:prstGeom>
          <a:ln>
            <a:gradFill flip="none" rotWithShape="1">
              <a:gsLst>
                <a:gs pos="0">
                  <a:srgbClr val="0070C0"/>
                </a:gs>
                <a:gs pos="100000">
                  <a:srgbClr val="FF0000"/>
                </a:gs>
              </a:gsLst>
              <a:lin ang="5400000" scaled="1"/>
              <a:tileRect/>
            </a:gradFill>
            <a:headEnd type="oval" w="med" len="med"/>
            <a:tailEnd type="triangle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0F8A93A-31F3-3830-4EE1-4B681FBB830D}"/>
                  </a:ext>
                </a:extLst>
              </p:cNvPr>
              <p:cNvSpPr txBox="1"/>
              <p:nvPr/>
            </p:nvSpPr>
            <p:spPr>
              <a:xfrm>
                <a:off x="2600759" y="1515874"/>
                <a:ext cx="8961120" cy="4077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Monetary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base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i="0" dirty="0" smtClean="0">
                              <a:latin typeface="Cambria Math" panose="02040503050406030204" pitchFamily="18" charset="0"/>
                            </a:rPr>
                            <m:t>MB</m:t>
                          </m:r>
                        </m:e>
                      </m:d>
                      <m:r>
                        <a:rPr lang="en-US" sz="20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Currency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Reserves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b="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1=</m:t>
                      </m:r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Currency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limLow>
                        <m:limLow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Demand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deposits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Travele</m:t>
                              </m:r>
                              <m:sSup>
                                <m:sSupPr>
                                  <m:ctrlPr>
                                    <a:rPr lang="en-US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b="0" i="0" dirty="0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a:rPr lang="en-US" sz="2000" b="0" i="0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checks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Money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substitutes</m:t>
                          </m:r>
                        </m:lim>
                      </m:limLow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2=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 +</m:t>
                      </m:r>
                      <m:limLow>
                        <m:limLow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Small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denomination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time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deposits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Savings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accounts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MMF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Other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money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substitutes</m:t>
                          </m:r>
                        </m:lim>
                      </m:limLow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0F8A93A-31F3-3830-4EE1-4B681FBB8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0759" y="1515874"/>
                <a:ext cx="8961120" cy="4077270"/>
              </a:xfrm>
              <a:prstGeom prst="rect">
                <a:avLst/>
              </a:prstGeom>
              <a:blipFill>
                <a:blip r:embed="rId2"/>
                <a:stretch>
                  <a:fillRect l="-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55298B-6AE9-2601-DB29-F7488EE108AE}"/>
              </a:ext>
            </a:extLst>
          </p:cNvPr>
          <p:cNvCxnSpPr>
            <a:cxnSpLocks/>
          </p:cNvCxnSpPr>
          <p:nvPr/>
        </p:nvCxnSpPr>
        <p:spPr>
          <a:xfrm flipH="1">
            <a:off x="3830096" y="1885206"/>
            <a:ext cx="1828800" cy="1187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46FF78F-9AB3-AAB0-F236-1653F75F0EFD}"/>
              </a:ext>
            </a:extLst>
          </p:cNvPr>
          <p:cNvCxnSpPr>
            <a:cxnSpLocks/>
          </p:cNvCxnSpPr>
          <p:nvPr/>
        </p:nvCxnSpPr>
        <p:spPr>
          <a:xfrm>
            <a:off x="2922136" y="3554509"/>
            <a:ext cx="566316" cy="1225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199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EDF9F6-DE92-2023-0565-5BB4BD39F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2 | THE PRICE OF MONEY AND INFLATION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B2B64E-9BC6-CCF3-5137-7F1E6E030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16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2327D2D-2A15-2956-C2C3-E00410DC1DF9}"/>
              </a:ext>
            </a:extLst>
          </p:cNvPr>
          <p:cNvCxnSpPr/>
          <p:nvPr/>
        </p:nvCxnSpPr>
        <p:spPr>
          <a:xfrm rot="5400000" flipV="1">
            <a:off x="6096000" y="1768624"/>
            <a:ext cx="0" cy="777240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B59041C-0AD8-CD81-6A8D-4DAAA0C529C1}"/>
              </a:ext>
            </a:extLst>
          </p:cNvPr>
          <p:cNvSpPr txBox="1"/>
          <p:nvPr/>
        </p:nvSpPr>
        <p:spPr>
          <a:xfrm>
            <a:off x="1899557" y="2186407"/>
            <a:ext cx="310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4DB1D6-83A6-E23D-7488-307F37AA2088}"/>
              </a:ext>
            </a:extLst>
          </p:cNvPr>
          <p:cNvSpPr txBox="1"/>
          <p:nvPr/>
        </p:nvSpPr>
        <p:spPr>
          <a:xfrm>
            <a:off x="8736603" y="5654824"/>
            <a:ext cx="1005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time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19F06B2-5211-E8F5-B3FC-E3E1E62BE1B0}"/>
              </a:ext>
            </a:extLst>
          </p:cNvPr>
          <p:cNvCxnSpPr/>
          <p:nvPr/>
        </p:nvCxnSpPr>
        <p:spPr>
          <a:xfrm>
            <a:off x="2209801" y="4817159"/>
            <a:ext cx="6400800" cy="816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5C4F420-0B39-216A-A2A6-1CDDB2C10536}"/>
              </a:ext>
            </a:extLst>
          </p:cNvPr>
          <p:cNvCxnSpPr/>
          <p:nvPr/>
        </p:nvCxnSpPr>
        <p:spPr>
          <a:xfrm>
            <a:off x="2209801" y="3279552"/>
            <a:ext cx="6400800" cy="816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355E11-1E16-5C7E-82A0-17900C55FD59}"/>
                  </a:ext>
                </a:extLst>
              </p:cNvPr>
              <p:cNvSpPr txBox="1"/>
              <p:nvPr/>
            </p:nvSpPr>
            <p:spPr>
              <a:xfrm>
                <a:off x="5625193" y="4541271"/>
                <a:ext cx="29854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1"/>
                    </a:solidFill>
                  </a:rPr>
                  <a:t>Low constant </a:t>
                </a:r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355E11-1E16-5C7E-82A0-17900C55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193" y="4541271"/>
                <a:ext cx="2985408" cy="307777"/>
              </a:xfrm>
              <a:prstGeom prst="rect">
                <a:avLst/>
              </a:prstGeom>
              <a:blipFill>
                <a:blip r:embed="rId2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1295B-63ED-420D-846E-4592A74BFA41}"/>
                  </a:ext>
                </a:extLst>
              </p:cNvPr>
              <p:cNvSpPr txBox="1"/>
              <p:nvPr/>
            </p:nvSpPr>
            <p:spPr>
              <a:xfrm>
                <a:off x="5625193" y="2966420"/>
                <a:ext cx="29854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1"/>
                    </a:solidFill>
                  </a:rPr>
                  <a:t>High constant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1295B-63ED-420D-846E-4592A74BF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193" y="2966420"/>
                <a:ext cx="2985408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D7634581-6249-99D5-16A7-CB5A662EE71B}"/>
              </a:ext>
            </a:extLst>
          </p:cNvPr>
          <p:cNvGrpSpPr/>
          <p:nvPr/>
        </p:nvGrpSpPr>
        <p:grpSpPr>
          <a:xfrm>
            <a:off x="2209801" y="3597668"/>
            <a:ext cx="6400800" cy="925865"/>
            <a:chOff x="1592036" y="3248227"/>
            <a:chExt cx="5419450" cy="925865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7D2B8E1-57D1-87FE-E737-C7496976681E}"/>
                </a:ext>
              </a:extLst>
            </p:cNvPr>
            <p:cNvCxnSpPr/>
            <p:nvPr/>
          </p:nvCxnSpPr>
          <p:spPr>
            <a:xfrm>
              <a:off x="1592036" y="4174092"/>
              <a:ext cx="1869621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43638A3-958F-E74B-12AF-F55792170859}"/>
                </a:ext>
              </a:extLst>
            </p:cNvPr>
            <p:cNvCxnSpPr/>
            <p:nvPr/>
          </p:nvCxnSpPr>
          <p:spPr>
            <a:xfrm>
              <a:off x="3445326" y="3248227"/>
              <a:ext cx="3566160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4BD291-E40B-91EA-AC41-3C9DECD5DF85}"/>
                </a:ext>
              </a:extLst>
            </p:cNvPr>
            <p:cNvCxnSpPr/>
            <p:nvPr/>
          </p:nvCxnSpPr>
          <p:spPr>
            <a:xfrm rot="5400000">
              <a:off x="2997234" y="3716892"/>
              <a:ext cx="914400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851AAA0-6EA9-B4CA-F704-3419B1DFA8B2}"/>
                  </a:ext>
                </a:extLst>
              </p:cNvPr>
              <p:cNvSpPr txBox="1"/>
              <p:nvPr/>
            </p:nvSpPr>
            <p:spPr>
              <a:xfrm>
                <a:off x="5410200" y="3614758"/>
                <a:ext cx="32004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3"/>
                    </a:solidFill>
                  </a:rPr>
                  <a:t>One time change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851AAA0-6EA9-B4CA-F704-3419B1DFA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200" y="3614758"/>
                <a:ext cx="3200400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89E778-E388-C54C-5933-A7C170333924}"/>
                  </a:ext>
                </a:extLst>
              </p:cNvPr>
              <p:cNvSpPr txBox="1"/>
              <p:nvPr/>
            </p:nvSpPr>
            <p:spPr>
              <a:xfrm>
                <a:off x="7319283" y="2022882"/>
                <a:ext cx="23184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>
                    <a:solidFill>
                      <a:schemeClr val="accent2"/>
                    </a:solidFill>
                  </a:rPr>
                  <a:t>Constantly increasing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400" dirty="0">
                    <a:solidFill>
                      <a:schemeClr val="accent2"/>
                    </a:solidFill>
                  </a:rPr>
                  <a:t> (price level doesn’t matter)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89E778-E388-C54C-5933-A7C170333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9283" y="2022882"/>
                <a:ext cx="2318492" cy="523220"/>
              </a:xfrm>
              <a:prstGeom prst="rect">
                <a:avLst/>
              </a:prstGeom>
              <a:blipFill>
                <a:blip r:embed="rId5"/>
                <a:stretch>
                  <a:fillRect l="-789" t="-1163" r="-2105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66A5B19-DC9A-02C4-7FAD-0933F2B5FB88}"/>
              </a:ext>
            </a:extLst>
          </p:cNvPr>
          <p:cNvCxnSpPr/>
          <p:nvPr/>
        </p:nvCxnSpPr>
        <p:spPr>
          <a:xfrm flipV="1">
            <a:off x="2209801" y="2284377"/>
            <a:ext cx="5109482" cy="3053443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BE66AF-180E-D1E5-EABC-401E54FC8188}"/>
              </a:ext>
            </a:extLst>
          </p:cNvPr>
          <p:cNvCxnSpPr/>
          <p:nvPr/>
        </p:nvCxnSpPr>
        <p:spPr>
          <a:xfrm flipV="1">
            <a:off x="2209800" y="1997224"/>
            <a:ext cx="0" cy="365760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CBFDF05-5BB7-F6E3-3334-2A988CF64976}"/>
              </a:ext>
            </a:extLst>
          </p:cNvPr>
          <p:cNvSpPr txBox="1"/>
          <p:nvPr/>
        </p:nvSpPr>
        <p:spPr>
          <a:xfrm>
            <a:off x="9611358" y="3303424"/>
            <a:ext cx="17604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This is NOT inflation</a:t>
            </a:r>
          </a:p>
        </p:txBody>
      </p: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788BB3E-F9FF-2EE7-06AB-861AE256351B}"/>
              </a:ext>
            </a:extLst>
          </p:cNvPr>
          <p:cNvCxnSpPr>
            <a:cxnSpLocks/>
            <a:stCxn id="23" idx="1"/>
            <a:endCxn id="31" idx="1"/>
          </p:cNvCxnSpPr>
          <p:nvPr/>
        </p:nvCxnSpPr>
        <p:spPr>
          <a:xfrm rot="10800000" flipV="1">
            <a:off x="8824886" y="3457312"/>
            <a:ext cx="786472" cy="511545"/>
          </a:xfrm>
          <a:prstGeom prst="curved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Left Brace 30">
            <a:extLst>
              <a:ext uri="{FF2B5EF4-FFF2-40B4-BE49-F238E27FC236}">
                <a16:creationId xmlns:a16="http://schemas.microsoft.com/office/drawing/2014/main" id="{B043602D-FAAE-CF51-E758-4699DCF255F7}"/>
              </a:ext>
            </a:extLst>
          </p:cNvPr>
          <p:cNvSpPr/>
          <p:nvPr/>
        </p:nvSpPr>
        <p:spPr>
          <a:xfrm flipH="1" flipV="1">
            <a:off x="8642006" y="2963018"/>
            <a:ext cx="182880" cy="2011680"/>
          </a:xfrm>
          <a:prstGeom prst="leftBrace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42C2FD2-4F71-283A-B142-8BC065C1A1EE}"/>
              </a:ext>
            </a:extLst>
          </p:cNvPr>
          <p:cNvSpPr/>
          <p:nvPr/>
        </p:nvSpPr>
        <p:spPr>
          <a:xfrm>
            <a:off x="6957848" y="1690688"/>
            <a:ext cx="2784594" cy="1131290"/>
          </a:xfrm>
          <a:prstGeom prst="ellipse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A09861-8639-0C59-37FE-8372A738D983}"/>
              </a:ext>
            </a:extLst>
          </p:cNvPr>
          <p:cNvSpPr txBox="1"/>
          <p:nvPr/>
        </p:nvSpPr>
        <p:spPr>
          <a:xfrm>
            <a:off x="4409441" y="1635780"/>
            <a:ext cx="14196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This IS inflation</a:t>
            </a: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793AE552-715A-F1D4-C938-EFA58472E455}"/>
              </a:ext>
            </a:extLst>
          </p:cNvPr>
          <p:cNvCxnSpPr>
            <a:stCxn id="34" idx="3"/>
            <a:endCxn id="33" idx="2"/>
          </p:cNvCxnSpPr>
          <p:nvPr/>
        </p:nvCxnSpPr>
        <p:spPr>
          <a:xfrm>
            <a:off x="5829060" y="1789669"/>
            <a:ext cx="1128788" cy="466664"/>
          </a:xfrm>
          <a:prstGeom prst="curved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837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9" grpId="0"/>
      <p:bldP spid="20" grpId="0"/>
      <p:bldP spid="23" grpId="0"/>
      <p:bldP spid="31" grpId="0" animBg="1"/>
      <p:bldP spid="33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70632-1ABC-B58E-3147-076637D081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/>
              <a:t>MONEY AND BANKING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B58BD4-6A2C-637D-8E79-09B1483029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l"/>
            <a:r>
              <a:rPr lang="en-US" b="1"/>
              <a:t>LECTURE 1</a:t>
            </a:r>
          </a:p>
          <a:p>
            <a:pPr algn="l"/>
            <a:r>
              <a:rPr lang="en-US"/>
              <a:t>WHAT IS MONEY?</a:t>
            </a:r>
          </a:p>
          <a:p>
            <a:pPr algn="l"/>
            <a:endParaRPr lang="en-US"/>
          </a:p>
          <a:p>
            <a:pPr algn="l"/>
            <a:r>
              <a:rPr lang="en-US"/>
              <a:t>Nicolas Cachanosky  | ncachanosky@utep.edu</a:t>
            </a:r>
          </a:p>
        </p:txBody>
      </p:sp>
      <p:pic>
        <p:nvPicPr>
          <p:cNvPr id="4" name="Picture 3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358AF4FE-7CF3-7EF8-9D04-DA2D2292D4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122363"/>
            <a:ext cx="2240735" cy="82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8779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conomic Order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36454F"/>
      </a:accent1>
      <a:accent2>
        <a:srgbClr val="87A96B"/>
      </a:accent2>
      <a:accent3>
        <a:srgbClr val="B87333"/>
      </a:accent3>
      <a:accent4>
        <a:srgbClr val="5B9BD5"/>
      </a:accent4>
      <a:accent5>
        <a:srgbClr val="D4745E"/>
      </a:accent5>
      <a:accent6>
        <a:srgbClr val="8E7AB5"/>
      </a:accent6>
      <a:hlink>
        <a:srgbClr val="F5F3EB"/>
      </a:hlink>
      <a:folHlink>
        <a:srgbClr val="B26B02"/>
      </a:folHlink>
    </a:clrScheme>
    <a:fontScheme name="Georgia">
      <a:maj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278</Words>
  <Application>Microsoft Office PowerPoint</Application>
  <PresentationFormat>Widescreen</PresentationFormat>
  <Paragraphs>111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Aptos</vt:lpstr>
      <vt:lpstr>Aptos Narrow</vt:lpstr>
      <vt:lpstr>Arial</vt:lpstr>
      <vt:lpstr>Cambria Math</vt:lpstr>
      <vt:lpstr>Century Schoolbook</vt:lpstr>
      <vt:lpstr>Dreaming Outloud Pro</vt:lpstr>
      <vt:lpstr>Georgia</vt:lpstr>
      <vt:lpstr>Office Theme</vt:lpstr>
      <vt:lpstr>CHAPTER 1</vt:lpstr>
      <vt:lpstr>PowerPoint Presentation</vt:lpstr>
      <vt:lpstr>PowerPoint Presentation</vt:lpstr>
      <vt:lpstr>A short history of money</vt:lpstr>
      <vt:lpstr>PowerPoint Presentation</vt:lpstr>
      <vt:lpstr>PowerPoint Presentation</vt:lpstr>
      <vt:lpstr>A short history of money</vt:lpstr>
      <vt:lpstr>A short history of money</vt:lpstr>
      <vt:lpstr>PowerPoint Presentation</vt:lpstr>
      <vt:lpstr>A short history of money</vt:lpstr>
      <vt:lpstr>PowerPoint Presentation</vt:lpstr>
      <vt:lpstr>A short history of money</vt:lpstr>
      <vt:lpstr>A short history of money</vt:lpstr>
      <vt:lpstr>PowerPoint Presentation</vt:lpstr>
      <vt:lpstr>PowerPoint Presentation</vt:lpstr>
      <vt:lpstr>PowerPoint Presentation</vt:lpstr>
      <vt:lpstr>MONEY AND BANKING</vt:lpstr>
    </vt:vector>
  </TitlesOfParts>
  <Company>University of Texas at El Paso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MONEY AND BANKING</dc:title>
  <dc:creator>Cachanosky, Nicolas</dc:creator>
  <cp:lastModifiedBy>Cachanosky, Nicolas</cp:lastModifiedBy>
  <cp:revision>2</cp:revision>
  <dcterms:created xsi:type="dcterms:W3CDTF">2024-08-06T18:24:30Z</dcterms:created>
  <dcterms:modified xsi:type="dcterms:W3CDTF">2026-04-30T17:46:44Z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2024-08-06T18:38:06Z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5281bcd3-0085-46d0-a6f0-4fddad3096b1</vt:lpwstr>
  </property>
  <property fmtid="{D5CDD505-2E9C-101B-9397-08002B2CF9AE}" pid="8" name="MSIP_Label_b73649dc-6fee-4eb8-a128-734c3c842ea8_ContentBits">
    <vt:lpwstr>0</vt:lpwstr>
  </property>
</Properties>
</file>