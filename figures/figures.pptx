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rawings/drawing1.xml" ContentType="application/vnd.openxmlformats-officedocument.drawingml.chartshape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8" r:id="rId2"/>
    <p:sldId id="260" r:id="rId3"/>
    <p:sldId id="261" r:id="rId4"/>
    <p:sldId id="268" r:id="rId5"/>
    <p:sldId id="328" r:id="rId6"/>
    <p:sldId id="269" r:id="rId7"/>
    <p:sldId id="287" r:id="rId8"/>
    <p:sldId id="288" r:id="rId9"/>
    <p:sldId id="281" r:id="rId10"/>
    <p:sldId id="285" r:id="rId11"/>
    <p:sldId id="282" r:id="rId12"/>
    <p:sldId id="283" r:id="rId13"/>
    <p:sldId id="286" r:id="rId14"/>
    <p:sldId id="296" r:id="rId15"/>
    <p:sldId id="297" r:id="rId16"/>
    <p:sldId id="304" r:id="rId17"/>
    <p:sldId id="329" r:id="rId18"/>
    <p:sldId id="330" r:id="rId19"/>
    <p:sldId id="300" r:id="rId20"/>
    <p:sldId id="298" r:id="rId21"/>
    <p:sldId id="307" r:id="rId22"/>
    <p:sldId id="313" r:id="rId23"/>
    <p:sldId id="320" r:id="rId24"/>
    <p:sldId id="323" r:id="rId25"/>
    <p:sldId id="316" r:id="rId26"/>
    <p:sldId id="332" r:id="rId27"/>
    <p:sldId id="333" r:id="rId28"/>
    <p:sldId id="28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258"/>
            <p14:sldId id="260"/>
            <p14:sldId id="261"/>
            <p14:sldId id="268"/>
            <p14:sldId id="328"/>
            <p14:sldId id="269"/>
            <p14:sldId id="287"/>
            <p14:sldId id="288"/>
            <p14:sldId id="281"/>
            <p14:sldId id="285"/>
            <p14:sldId id="282"/>
            <p14:sldId id="283"/>
            <p14:sldId id="286"/>
            <p14:sldId id="296"/>
            <p14:sldId id="297"/>
            <p14:sldId id="304"/>
          </p14:sldIdLst>
        </p14:section>
        <p14:section name="CHAPTER 2" id="{771C4ED1-8723-462E-9DA8-2C9661CD6DFC}">
          <p14:sldIdLst>
            <p14:sldId id="329"/>
            <p14:sldId id="330"/>
            <p14:sldId id="300"/>
            <p14:sldId id="298"/>
            <p14:sldId id="307"/>
            <p14:sldId id="313"/>
            <p14:sldId id="320"/>
            <p14:sldId id="323"/>
            <p14:sldId id="316"/>
            <p14:sldId id="332"/>
            <p14:sldId id="333"/>
          </p14:sldIdLst>
        </p14:section>
        <p14:section name="THE END" id="{8B2FD3A0-F949-4AF3-9A0F-B2F9EF3ED306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BD115-5D17-4D70-91A9-A915A8692FE1}" v="219" dt="2026-05-01T13:07:14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43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1T13:07:14.325" v="394" actId="5736"/>
      <pc:docMkLst>
        <pc:docMk/>
      </pc:docMkLst>
      <pc:sldChg chg="modSp mod">
        <pc:chgData name="Nicolas Cachanosky" userId="543990dc0ff5ce14" providerId="LiveId" clId="{8E4DE338-F192-4434-A2D2-74D62C08B308}" dt="2026-04-29T21:49:19.152" v="16" actId="20577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</pc:sldChg>
      <pc:sldChg chg="addSp delSp modSp mod">
        <pc:chgData name="Nicolas Cachanosky" userId="543990dc0ff5ce14" providerId="LiveId" clId="{8E4DE338-F192-4434-A2D2-74D62C08B308}" dt="2026-04-30T17:36:23.782" v="145" actId="5736"/>
        <pc:sldMkLst>
          <pc:docMk/>
          <pc:sldMk cId="4095859562" sldId="260"/>
        </pc:sldMkLst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8" creationId="{4603DD2A-B508-6F06-4D99-6BBCC541E8E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9" creationId="{39C1D4B9-4BAB-AC39-D6B5-2672548EA4EF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0" creationId="{494DEE1B-99B9-F35A-4B60-F26DDA2A45B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1" creationId="{815BF5BD-8E2D-97CC-0791-D69D8C65537E}"/>
          </ac:graphicFrameMkLst>
        </pc:graphicFrameChg>
      </pc:sldChg>
      <pc:sldChg chg="addSp delSp modSp mod">
        <pc:chgData name="Nicolas Cachanosky" userId="543990dc0ff5ce14" providerId="LiveId" clId="{8E4DE338-F192-4434-A2D2-74D62C08B308}" dt="2026-04-30T17:37:03.111" v="149" actId="5736"/>
        <pc:sldMkLst>
          <pc:docMk/>
          <pc:sldMk cId="4262355235" sldId="261"/>
        </pc:sldMkLst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9" creationId="{9DF7FB98-D27C-5F73-085D-34B1070C57AF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0" creationId="{26D7BFF3-BB59-E9BF-7862-BCB16DDEF5DE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1" creationId="{9F43B976-FCCB-7604-AB9C-9C2DB47B41FD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2" creationId="{D0232221-1D5B-2EC5-ECD8-D94EF241C45D}"/>
          </ac:spMkLst>
        </pc:spChg>
        <pc:graphicFrameChg chg="mod modGraphic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6" creationId="{D5D16388-526B-6DEC-5A1F-ADF35FDB3D7D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7" creationId="{38B1CAAC-05B7-34A4-D593-F6C8BE37B1D7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8" creationId="{CBC8DEF0-F73C-10AE-7088-39B141B907CB}"/>
          </ac:graphicFrameMkLst>
        </pc:graphicFrameChg>
      </pc:sldChg>
      <pc:sldChg chg="modSp mod ord">
        <pc:chgData name="Nicolas Cachanosky" userId="543990dc0ff5ce14" providerId="LiveId" clId="{8E4DE338-F192-4434-A2D2-74D62C08B308}" dt="2026-04-30T17:46:34.082" v="191" actId="5736"/>
        <pc:sldMkLst>
          <pc:docMk/>
          <pc:sldMk cId="4253493400" sldId="268"/>
        </pc:sldMkLst>
        <pc:graphicFrameChg chg="mod">
          <ac:chgData name="Nicolas Cachanosky" userId="543990dc0ff5ce14" providerId="LiveId" clId="{8E4DE338-F192-4434-A2D2-74D62C08B308}" dt="2026-04-30T17:46:34.082" v="191" actId="5736"/>
          <ac:graphicFrameMkLst>
            <pc:docMk/>
            <pc:sldMk cId="4253493400" sldId="268"/>
            <ac:graphicFrameMk id="8" creationId="{84634CD2-B179-7C6D-0DDA-D77A18FE42E6}"/>
          </ac:graphicFrameMkLst>
        </pc:graphicFrameChg>
      </pc:sldChg>
      <pc:sldChg chg="addSp delSp modSp mod ord">
        <pc:chgData name="Nicolas Cachanosky" userId="543990dc0ff5ce14" providerId="LiveId" clId="{8E4DE338-F192-4434-A2D2-74D62C08B308}" dt="2026-04-29T22:06:02.543" v="82" actId="1076"/>
        <pc:sldMkLst>
          <pc:docMk/>
          <pc:sldMk cId="1080599092" sldId="269"/>
        </pc:sldMkLst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2" creationId="{87678FE6-AA4A-3736-B2C9-2F8A44DC5FA5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3" creationId="{34586747-6070-60BF-CD30-4D5389999941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4" creationId="{EF70DFEC-9F27-FBAF-78B0-7A76309209BE}"/>
          </ac:spMkLst>
        </pc:sp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8" creationId="{6E69B471-2F9A-11C3-F840-D41D3F834127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9" creationId="{D4508664-D879-05EE-A33A-29F61D8B56F8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10" creationId="{AE3A66F9-ED50-639C-80A7-78B42838B14B}"/>
          </ac:picMkLst>
        </pc:pic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16" creationId="{1086E9BB-D146-7E16-D777-0812FBA47C04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0" creationId="{6353D6E9-31B0-D9C9-87DE-663003F27E38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2" creationId="{4F3E8776-E8D7-6BC9-A749-F1AC51A571A3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00.654" v="85" actId="1076"/>
        <pc:sldMkLst>
          <pc:docMk/>
          <pc:sldMk cId="921016517" sldId="281"/>
        </pc:sldMkLst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9" creationId="{F49EA32E-5F4E-E499-D522-18BD3495C3FF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0" creationId="{3DC93F40-AB83-769D-10B1-24DEA879B72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1" creationId="{463653FD-AFD5-0371-A8E5-A59DBE880C34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2" creationId="{D9C2E59F-86F1-39B0-0745-10FB65DC797D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1" creationId="{CFBAEC56-3A9A-1C93-87A7-27DBF31D49F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2" creationId="{51A6139A-5E46-088D-2E11-103AAEB566C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3" creationId="{BADDCDD0-B80D-FF2E-E4A1-53068A507428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4" creationId="{0229F625-B79F-53CC-AF45-0A899E66EE04}"/>
          </ac:spMkLst>
        </pc:spChg>
        <pc:cxnChg chg="mod">
          <ac:chgData name="Nicolas Cachanosky" userId="543990dc0ff5ce14" providerId="LiveId" clId="{8E4DE338-F192-4434-A2D2-74D62C08B308}" dt="2026-04-29T22:07:00.654" v="85" actId="1076"/>
          <ac:cxnSpMkLst>
            <pc:docMk/>
            <pc:sldMk cId="921016517" sldId="281"/>
            <ac:cxnSpMk id="28" creationId="{999BAD4B-4708-EF75-5021-E10FDD858C7B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58.683" v="92" actId="13822"/>
        <pc:sldMkLst>
          <pc:docMk/>
          <pc:sldMk cId="1089973086" sldId="282"/>
        </pc:sldMkLst>
        <pc:spChg chg="mod">
          <ac:chgData name="Nicolas Cachanosky" userId="543990dc0ff5ce14" providerId="LiveId" clId="{8E4DE338-F192-4434-A2D2-74D62C08B308}" dt="2026-04-29T22:07:58.683" v="92" actId="13822"/>
          <ac:spMkLst>
            <pc:docMk/>
            <pc:sldMk cId="1089973086" sldId="282"/>
            <ac:spMk id="23" creationId="{BADDCDD0-B80D-FF2E-E4A1-53068A507428}"/>
          </ac:spMkLst>
        </pc:spChg>
        <pc:cxnChg chg="mod">
          <ac:chgData name="Nicolas Cachanosky" userId="543990dc0ff5ce14" providerId="LiveId" clId="{8E4DE338-F192-4434-A2D2-74D62C08B308}" dt="2026-04-29T22:07:55.943" v="91" actId="14100"/>
          <ac:cxnSpMkLst>
            <pc:docMk/>
            <pc:sldMk cId="1089973086" sldId="282"/>
            <ac:cxnSpMk id="31" creationId="{29DC9056-88CD-B8E8-8F1C-0AC5118805E4}"/>
          </ac:cxnSpMkLst>
        </pc:cxnChg>
      </pc:sldChg>
      <pc:sldChg chg="modSp mod ord">
        <pc:chgData name="Nicolas Cachanosky" userId="543990dc0ff5ce14" providerId="LiveId" clId="{8E4DE338-F192-4434-A2D2-74D62C08B308}" dt="2026-04-29T22:08:28.359" v="95" actId="13822"/>
        <pc:sldMkLst>
          <pc:docMk/>
          <pc:sldMk cId="4231503152" sldId="283"/>
        </pc:sldMkLst>
        <pc:spChg chg="mod">
          <ac:chgData name="Nicolas Cachanosky" userId="543990dc0ff5ce14" providerId="LiveId" clId="{8E4DE338-F192-4434-A2D2-74D62C08B308}" dt="2026-04-29T22:08:28.359" v="95" actId="13822"/>
          <ac:spMkLst>
            <pc:docMk/>
            <pc:sldMk cId="4231503152" sldId="283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8:24.340" v="93" actId="13822"/>
          <ac:spMkLst>
            <pc:docMk/>
            <pc:sldMk cId="4231503152" sldId="283"/>
            <ac:spMk id="23" creationId="{BADDCDD0-B80D-FF2E-E4A1-53068A507428}"/>
          </ac:spMkLst>
        </pc:spChg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1927589300" sldId="285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585517794" sldId="286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458335551" sldId="287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386052459" sldId="288"/>
        </pc:sldMkLst>
      </pc:sldChg>
      <pc:sldChg chg="modSp del mod ord">
        <pc:chgData name="Nicolas Cachanosky" userId="543990dc0ff5ce14" providerId="LiveId" clId="{8E4DE338-F192-4434-A2D2-74D62C08B308}" dt="2026-04-30T17:37:06.802" v="150" actId="47"/>
        <pc:sldMkLst>
          <pc:docMk/>
          <pc:sldMk cId="2397999866" sldId="294"/>
        </pc:sldMkLst>
      </pc:sldChg>
      <pc:sldChg chg="addSp delSp modSp add mod">
        <pc:chgData name="Nicolas Cachanosky" userId="543990dc0ff5ce14" providerId="LiveId" clId="{8E4DE338-F192-4434-A2D2-74D62C08B308}" dt="2026-04-30T17:43:57.012" v="185" actId="5736"/>
        <pc:sldMkLst>
          <pc:docMk/>
          <pc:sldMk cId="482296090" sldId="296"/>
        </pc:sldMkLst>
        <pc:graphicFrameChg chg="mod">
          <ac:chgData name="Nicolas Cachanosky" userId="543990dc0ff5ce14" providerId="LiveId" clId="{8E4DE338-F192-4434-A2D2-74D62C08B308}" dt="2026-04-30T17:43:57.012" v="185" actId="5736"/>
          <ac:graphicFrameMkLst>
            <pc:docMk/>
            <pc:sldMk cId="482296090" sldId="296"/>
            <ac:graphicFrameMk id="6" creationId="{DE66EEE3-1880-403A-6174-DF117645CB86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29T22:12:35.218" v="106" actId="1076"/>
        <pc:sldMkLst>
          <pc:docMk/>
          <pc:sldMk cId="3011994343" sldId="297"/>
        </pc:sldMkLst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6" creationId="{BB2D29B2-9D81-B531-89E6-CF83D7AFA761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7" creationId="{436CC139-8926-6FB4-5E5B-879CBF08C30B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9" creationId="{A0F8A93A-31F3-3830-4EE1-4B681FBB830D}"/>
          </ac:spMkLst>
        </pc:sp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8" creationId="{11239F40-B501-E540-882E-1FB75D9096B4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0" creationId="{E355298B-6AE9-2601-DB29-F7488EE108AE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1" creationId="{E46FF78F-9AB3-AAB0-F236-1653F75F0EFD}"/>
          </ac:cxnSpMkLst>
        </pc:cxnChg>
      </pc:sldChg>
      <pc:sldChg chg="addSp delSp modSp add mod">
        <pc:chgData name="Nicolas Cachanosky" userId="543990dc0ff5ce14" providerId="LiveId" clId="{8E4DE338-F192-4434-A2D2-74D62C08B308}" dt="2026-05-01T12:36:16.920" v="247" actId="478"/>
        <pc:sldMkLst>
          <pc:docMk/>
          <pc:sldMk cId="1205723080" sldId="298"/>
        </pc:sldMkLst>
        <pc:spChg chg="del">
          <ac:chgData name="Nicolas Cachanosky" userId="543990dc0ff5ce14" providerId="LiveId" clId="{8E4DE338-F192-4434-A2D2-74D62C08B308}" dt="2026-05-01T12:36:11.759" v="245" actId="478"/>
          <ac:spMkLst>
            <pc:docMk/>
            <pc:sldMk cId="1205723080" sldId="298"/>
            <ac:spMk id="2" creationId="{0792E0C0-68E9-CD66-114D-B7A3AA6ED817}"/>
          </ac:spMkLst>
        </pc:spChg>
        <pc:spChg chg="del">
          <ac:chgData name="Nicolas Cachanosky" userId="543990dc0ff5ce14" providerId="LiveId" clId="{8E4DE338-F192-4434-A2D2-74D62C08B308}" dt="2026-05-01T12:36:16.920" v="247" actId="478"/>
          <ac:spMkLst>
            <pc:docMk/>
            <pc:sldMk cId="1205723080" sldId="298"/>
            <ac:spMk id="4" creationId="{5469ADB3-91EB-3C0E-D483-0BC8CF8738CE}"/>
          </ac:spMkLst>
        </pc:spChg>
        <pc:spChg chg="del">
          <ac:chgData name="Nicolas Cachanosky" userId="543990dc0ff5ce14" providerId="LiveId" clId="{8E4DE338-F192-4434-A2D2-74D62C08B308}" dt="2026-05-01T12:36:16.920" v="247" actId="478"/>
          <ac:spMkLst>
            <pc:docMk/>
            <pc:sldMk cId="1205723080" sldId="298"/>
            <ac:spMk id="6" creationId="{8F5C2570-1613-EEAE-3164-3A519B6DBFE4}"/>
          </ac:spMkLst>
        </pc:spChg>
        <pc:spChg chg="add del mod">
          <ac:chgData name="Nicolas Cachanosky" userId="543990dc0ff5ce14" providerId="LiveId" clId="{8E4DE338-F192-4434-A2D2-74D62C08B308}" dt="2026-05-01T12:36:12.628" v="246" actId="478"/>
          <ac:spMkLst>
            <pc:docMk/>
            <pc:sldMk cId="1205723080" sldId="298"/>
            <ac:spMk id="7" creationId="{FF6F34C1-CB08-4616-159F-3B8D18EB30EB}"/>
          </ac:spMkLst>
        </pc:spChg>
        <pc:spChg chg="del">
          <ac:chgData name="Nicolas Cachanosky" userId="543990dc0ff5ce14" providerId="LiveId" clId="{8E4DE338-F192-4434-A2D2-74D62C08B308}" dt="2026-05-01T12:36:16.920" v="247" actId="478"/>
          <ac:spMkLst>
            <pc:docMk/>
            <pc:sldMk cId="1205723080" sldId="298"/>
            <ac:spMk id="45" creationId="{C0BB5FF5-E436-75EA-9A6C-B3ED5A96E93A}"/>
          </ac:spMkLst>
        </pc:spChg>
      </pc:sldChg>
      <pc:sldChg chg="addSp delSp modSp add mod">
        <pc:chgData name="Nicolas Cachanosky" userId="543990dc0ff5ce14" providerId="LiveId" clId="{8E4DE338-F192-4434-A2D2-74D62C08B308}" dt="2026-05-01T12:35:52.882" v="244" actId="478"/>
        <pc:sldMkLst>
          <pc:docMk/>
          <pc:sldMk cId="3258745848" sldId="300"/>
        </pc:sldMkLst>
        <pc:spChg chg="del">
          <ac:chgData name="Nicolas Cachanosky" userId="543990dc0ff5ce14" providerId="LiveId" clId="{8E4DE338-F192-4434-A2D2-74D62C08B308}" dt="2026-05-01T12:35:52.179" v="243" actId="478"/>
          <ac:spMkLst>
            <pc:docMk/>
            <pc:sldMk cId="3258745848" sldId="300"/>
            <ac:spMk id="2" creationId="{0792E0C0-68E9-CD66-114D-B7A3AA6ED817}"/>
          </ac:spMkLst>
        </pc:spChg>
        <pc:spChg chg="del">
          <ac:chgData name="Nicolas Cachanosky" userId="543990dc0ff5ce14" providerId="LiveId" clId="{8E4DE338-F192-4434-A2D2-74D62C08B308}" dt="2026-05-01T12:35:25.223" v="240" actId="478"/>
          <ac:spMkLst>
            <pc:docMk/>
            <pc:sldMk cId="3258745848" sldId="300"/>
            <ac:spMk id="3" creationId="{27BAACAE-F210-CCE9-DD3D-3CF93286C494}"/>
          </ac:spMkLst>
        </pc:spChg>
        <pc:spChg chg="del">
          <ac:chgData name="Nicolas Cachanosky" userId="543990dc0ff5ce14" providerId="LiveId" clId="{8E4DE338-F192-4434-A2D2-74D62C08B308}" dt="2026-05-01T12:35:25.223" v="240" actId="478"/>
          <ac:spMkLst>
            <pc:docMk/>
            <pc:sldMk cId="3258745848" sldId="300"/>
            <ac:spMk id="4" creationId="{5469ADB3-91EB-3C0E-D483-0BC8CF8738CE}"/>
          </ac:spMkLst>
        </pc:spChg>
        <pc:spChg chg="add del mod">
          <ac:chgData name="Nicolas Cachanosky" userId="543990dc0ff5ce14" providerId="LiveId" clId="{8E4DE338-F192-4434-A2D2-74D62C08B308}" dt="2026-05-01T12:35:52.882" v="244" actId="478"/>
          <ac:spMkLst>
            <pc:docMk/>
            <pc:sldMk cId="3258745848" sldId="300"/>
            <ac:spMk id="15" creationId="{1891FCA9-BA3B-5303-2C9A-49996F824E3E}"/>
          </ac:spMkLst>
        </pc:spChg>
      </pc:sldChg>
      <pc:sldChg chg="addSp delSp modSp add mod">
        <pc:chgData name="Nicolas Cachanosky" userId="543990dc0ff5ce14" providerId="LiveId" clId="{8E4DE338-F192-4434-A2D2-74D62C08B308}" dt="2026-04-29T22:13:13.361" v="109" actId="478"/>
        <pc:sldMkLst>
          <pc:docMk/>
          <pc:sldMk cId="1761837451" sldId="304"/>
        </pc:sldMkLst>
      </pc:sldChg>
      <pc:sldChg chg="addSp delSp modSp add mod">
        <pc:chgData name="Nicolas Cachanosky" userId="543990dc0ff5ce14" providerId="LiveId" clId="{8E4DE338-F192-4434-A2D2-74D62C08B308}" dt="2026-05-01T12:22:02.432" v="212" actId="1076"/>
        <pc:sldMkLst>
          <pc:docMk/>
          <pc:sldMk cId="316069940" sldId="307"/>
        </pc:sldMkLst>
        <pc:spChg chg="del">
          <ac:chgData name="Nicolas Cachanosky" userId="543990dc0ff5ce14" providerId="LiveId" clId="{8E4DE338-F192-4434-A2D2-74D62C08B308}" dt="2026-05-01T12:21:41.117" v="207" actId="478"/>
          <ac:spMkLst>
            <pc:docMk/>
            <pc:sldMk cId="316069940" sldId="307"/>
            <ac:spMk id="2" creationId="{2592973E-6BA7-4438-F632-C5F03E352400}"/>
          </ac:spMkLst>
        </pc:spChg>
        <pc:spChg chg="del">
          <ac:chgData name="Nicolas Cachanosky" userId="543990dc0ff5ce14" providerId="LiveId" clId="{8E4DE338-F192-4434-A2D2-74D62C08B308}" dt="2026-05-01T12:21:45.458" v="209" actId="478"/>
          <ac:spMkLst>
            <pc:docMk/>
            <pc:sldMk cId="316069940" sldId="307"/>
            <ac:spMk id="3" creationId="{62DC2C7F-C710-297E-6130-58109AC0676D}"/>
          </ac:spMkLst>
        </pc:spChg>
        <pc:spChg chg="del">
          <ac:chgData name="Nicolas Cachanosky" userId="543990dc0ff5ce14" providerId="LiveId" clId="{8E4DE338-F192-4434-A2D2-74D62C08B308}" dt="2026-05-01T12:21:52.644" v="211" actId="478"/>
          <ac:spMkLst>
            <pc:docMk/>
            <pc:sldMk cId="316069940" sldId="307"/>
            <ac:spMk id="4" creationId="{B499FB16-BDBE-3ADB-4F82-AA5F764656C4}"/>
          </ac:spMkLst>
        </pc:spChg>
        <pc:spChg chg="del">
          <ac:chgData name="Nicolas Cachanosky" userId="543990dc0ff5ce14" providerId="LiveId" clId="{8E4DE338-F192-4434-A2D2-74D62C08B308}" dt="2026-05-01T12:21:52.644" v="211" actId="478"/>
          <ac:spMkLst>
            <pc:docMk/>
            <pc:sldMk cId="316069940" sldId="307"/>
            <ac:spMk id="5" creationId="{100CAB8E-42DF-45FA-B910-DDAEF20F7243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6" creationId="{66C737C6-7CB5-B08B-2934-8C164933744C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7" creationId="{01D1674E-9952-BE9F-883C-DC5288B8CBF0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8" creationId="{D9B6C043-B278-DF8C-A21D-9FF274D5048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9" creationId="{961999F3-C180-7E19-A1B9-12720B62A345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0" creationId="{A56B6123-A6B0-9677-5B2A-AB4365130A6D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1" creationId="{AC2C4653-90BD-8684-8581-82EE244FCB7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2" creationId="{659FA3E5-88E6-4A62-63FA-77A5C571B896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3" creationId="{9F1D0517-FD9D-223E-8780-76045DC6D107}"/>
          </ac:spMkLst>
        </pc:spChg>
        <pc:spChg chg="add del mod">
          <ac:chgData name="Nicolas Cachanosky" userId="543990dc0ff5ce14" providerId="LiveId" clId="{8E4DE338-F192-4434-A2D2-74D62C08B308}" dt="2026-05-01T12:21:42.661" v="208" actId="478"/>
          <ac:spMkLst>
            <pc:docMk/>
            <pc:sldMk cId="316069940" sldId="307"/>
            <ac:spMk id="15" creationId="{D3A30ECA-18A7-2611-D157-66B344B5B89A}"/>
          </ac:spMkLst>
        </pc:spChg>
        <pc:spChg chg="add del mod">
          <ac:chgData name="Nicolas Cachanosky" userId="543990dc0ff5ce14" providerId="LiveId" clId="{8E4DE338-F192-4434-A2D2-74D62C08B308}" dt="2026-05-01T12:21:47.192" v="210" actId="478"/>
          <ac:spMkLst>
            <pc:docMk/>
            <pc:sldMk cId="316069940" sldId="307"/>
            <ac:spMk id="17" creationId="{B25DA551-4D26-CE67-9089-684CC4A58F9F}"/>
          </ac:spMkLst>
        </pc:spChg>
      </pc:sldChg>
      <pc:sldChg chg="addSp delSp modSp add mod">
        <pc:chgData name="Nicolas Cachanosky" userId="543990dc0ff5ce14" providerId="LiveId" clId="{8E4DE338-F192-4434-A2D2-74D62C08B308}" dt="2026-05-01T12:22:11.853" v="215" actId="478"/>
        <pc:sldMkLst>
          <pc:docMk/>
          <pc:sldMk cId="2246482347" sldId="313"/>
        </pc:sldMkLst>
        <pc:spChg chg="del">
          <ac:chgData name="Nicolas Cachanosky" userId="543990dc0ff5ce14" providerId="LiveId" clId="{8E4DE338-F192-4434-A2D2-74D62C08B308}" dt="2026-05-01T12:22:06.849" v="213" actId="478"/>
          <ac:spMkLst>
            <pc:docMk/>
            <pc:sldMk cId="2246482347" sldId="313"/>
            <ac:spMk id="2" creationId="{0792E0C0-68E9-CD66-114D-B7A3AA6ED817}"/>
          </ac:spMkLst>
        </pc:spChg>
        <pc:spChg chg="del">
          <ac:chgData name="Nicolas Cachanosky" userId="543990dc0ff5ce14" providerId="LiveId" clId="{8E4DE338-F192-4434-A2D2-74D62C08B308}" dt="2026-05-01T12:22:11.853" v="215" actId="478"/>
          <ac:spMkLst>
            <pc:docMk/>
            <pc:sldMk cId="2246482347" sldId="313"/>
            <ac:spMk id="4" creationId="{5469ADB3-91EB-3C0E-D483-0BC8CF8738CE}"/>
          </ac:spMkLst>
        </pc:spChg>
        <pc:spChg chg="del">
          <ac:chgData name="Nicolas Cachanosky" userId="543990dc0ff5ce14" providerId="LiveId" clId="{8E4DE338-F192-4434-A2D2-74D62C08B308}" dt="2026-05-01T12:22:11.853" v="215" actId="478"/>
          <ac:spMkLst>
            <pc:docMk/>
            <pc:sldMk cId="2246482347" sldId="313"/>
            <ac:spMk id="6" creationId="{56815FA0-2128-5CC8-6BD5-BD3B1AEF8D4F}"/>
          </ac:spMkLst>
        </pc:spChg>
        <pc:spChg chg="add del mod">
          <ac:chgData name="Nicolas Cachanosky" userId="543990dc0ff5ce14" providerId="LiveId" clId="{8E4DE338-F192-4434-A2D2-74D62C08B308}" dt="2026-05-01T12:22:09.062" v="214" actId="478"/>
          <ac:spMkLst>
            <pc:docMk/>
            <pc:sldMk cId="2246482347" sldId="313"/>
            <ac:spMk id="15" creationId="{02922BF4-3AA9-C06B-91E8-9EF6AB4D5BEE}"/>
          </ac:spMkLst>
        </pc:spChg>
      </pc:sldChg>
      <pc:sldChg chg="addSp delSp modSp add mod">
        <pc:chgData name="Nicolas Cachanosky" userId="543990dc0ff5ce14" providerId="LiveId" clId="{8E4DE338-F192-4434-A2D2-74D62C08B308}" dt="2026-05-01T12:41:34.183" v="383" actId="1076"/>
        <pc:sldMkLst>
          <pc:docMk/>
          <pc:sldMk cId="1429344706" sldId="316"/>
        </pc:sldMkLst>
        <pc:spChg chg="del">
          <ac:chgData name="Nicolas Cachanosky" userId="543990dc0ff5ce14" providerId="LiveId" clId="{8E4DE338-F192-4434-A2D2-74D62C08B308}" dt="2026-05-01T12:41:21.492" v="380" actId="478"/>
          <ac:spMkLst>
            <pc:docMk/>
            <pc:sldMk cId="1429344706" sldId="316"/>
            <ac:spMk id="2" creationId="{0792E0C0-68E9-CD66-114D-B7A3AA6ED817}"/>
          </ac:spMkLst>
        </pc:spChg>
        <pc:spChg chg="del">
          <ac:chgData name="Nicolas Cachanosky" userId="543990dc0ff5ce14" providerId="LiveId" clId="{8E4DE338-F192-4434-A2D2-74D62C08B308}" dt="2026-05-01T12:41:27.496" v="382" actId="478"/>
          <ac:spMkLst>
            <pc:docMk/>
            <pc:sldMk cId="1429344706" sldId="316"/>
            <ac:spMk id="4" creationId="{5469ADB3-91EB-3C0E-D483-0BC8CF8738CE}"/>
          </ac:spMkLst>
        </pc:spChg>
        <pc:spChg chg="add del mod">
          <ac:chgData name="Nicolas Cachanosky" userId="543990dc0ff5ce14" providerId="LiveId" clId="{8E4DE338-F192-4434-A2D2-74D62C08B308}" dt="2026-05-01T12:41:23.726" v="381" actId="478"/>
          <ac:spMkLst>
            <pc:docMk/>
            <pc:sldMk cId="1429344706" sldId="316"/>
            <ac:spMk id="5" creationId="{01672731-FB1A-C9EB-DABE-F1D03C88A524}"/>
          </ac:spMkLst>
        </pc:spChg>
        <pc:spChg chg="del">
          <ac:chgData name="Nicolas Cachanosky" userId="543990dc0ff5ce14" providerId="LiveId" clId="{8E4DE338-F192-4434-A2D2-74D62C08B308}" dt="2026-05-01T12:41:27.496" v="382" actId="478"/>
          <ac:spMkLst>
            <pc:docMk/>
            <pc:sldMk cId="1429344706" sldId="316"/>
            <ac:spMk id="6" creationId="{56815FA0-2128-5CC8-6BD5-BD3B1AEF8D4F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5" creationId="{A3C337B1-0236-1A8F-67F5-B73078C92847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7" creationId="{FD82645B-6316-CF3E-5A1B-F96D4D5A869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8" creationId="{38BA995F-E4C2-C474-64D8-349CB6551188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9" creationId="{F31F1D50-0731-1FD4-1599-EAD745B84C82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0" creationId="{C770710E-C0C4-E752-A554-531E90B7293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1" creationId="{707FCAE7-A9AD-81AE-9EFF-F6A24DA313C1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1" creationId="{AA135CA8-03DF-150B-57EA-5E82E2F89AE0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2" creationId="{62C8F74E-0978-C703-BA26-92CAADD16F5E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3" creationId="{19FAC655-D834-D3D1-E714-2D0F4F985025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4" creationId="{6188C5D7-4D43-3831-AEEF-6C44BE6FBAD1}"/>
          </ac:spMkLst>
        </pc:spChg>
      </pc:sldChg>
      <pc:sldChg chg="add del">
        <pc:chgData name="Nicolas Cachanosky" userId="543990dc0ff5ce14" providerId="LiveId" clId="{8E4DE338-F192-4434-A2D2-74D62C08B308}" dt="2026-05-01T12:20:29.711" v="203" actId="47"/>
        <pc:sldMkLst>
          <pc:docMk/>
          <pc:sldMk cId="2227033651" sldId="319"/>
        </pc:sldMkLst>
      </pc:sldChg>
      <pc:sldChg chg="addSp delSp modSp add mod">
        <pc:chgData name="Nicolas Cachanosky" userId="543990dc0ff5ce14" providerId="LiveId" clId="{8E4DE338-F192-4434-A2D2-74D62C08B308}" dt="2026-05-01T12:22:56.096" v="219" actId="478"/>
        <pc:sldMkLst>
          <pc:docMk/>
          <pc:sldMk cId="466569188" sldId="320"/>
        </pc:sldMkLst>
        <pc:spChg chg="del">
          <ac:chgData name="Nicolas Cachanosky" userId="543990dc0ff5ce14" providerId="LiveId" clId="{8E4DE338-F192-4434-A2D2-74D62C08B308}" dt="2026-05-01T12:22:45.614" v="217" actId="478"/>
          <ac:spMkLst>
            <pc:docMk/>
            <pc:sldMk cId="466569188" sldId="320"/>
            <ac:spMk id="2" creationId="{0792E0C0-68E9-CD66-114D-B7A3AA6ED817}"/>
          </ac:spMkLst>
        </pc:spChg>
        <pc:spChg chg="del">
          <ac:chgData name="Nicolas Cachanosky" userId="543990dc0ff5ce14" providerId="LiveId" clId="{8E4DE338-F192-4434-A2D2-74D62C08B308}" dt="2026-05-01T12:22:56.096" v="219" actId="478"/>
          <ac:spMkLst>
            <pc:docMk/>
            <pc:sldMk cId="466569188" sldId="320"/>
            <ac:spMk id="4" creationId="{5469ADB3-91EB-3C0E-D483-0BC8CF8738CE}"/>
          </ac:spMkLst>
        </pc:spChg>
        <pc:spChg chg="add del mod">
          <ac:chgData name="Nicolas Cachanosky" userId="543990dc0ff5ce14" providerId="LiveId" clId="{8E4DE338-F192-4434-A2D2-74D62C08B308}" dt="2026-05-01T12:22:48.205" v="218" actId="478"/>
          <ac:spMkLst>
            <pc:docMk/>
            <pc:sldMk cId="466569188" sldId="320"/>
            <ac:spMk id="5" creationId="{B4461EFA-C76A-2DC3-69BC-08E0139A9DE5}"/>
          </ac:spMkLst>
        </pc:spChg>
        <pc:spChg chg="del">
          <ac:chgData name="Nicolas Cachanosky" userId="543990dc0ff5ce14" providerId="LiveId" clId="{8E4DE338-F192-4434-A2D2-74D62C08B308}" dt="2026-05-01T12:22:56.096" v="219" actId="478"/>
          <ac:spMkLst>
            <pc:docMk/>
            <pc:sldMk cId="466569188" sldId="320"/>
            <ac:spMk id="6" creationId="{56815FA0-2128-5CC8-6BD5-BD3B1AEF8D4F}"/>
          </ac:spMkLst>
        </pc:spChg>
      </pc:sldChg>
      <pc:sldChg chg="addSp delSp modSp add mod ord">
        <pc:chgData name="Nicolas Cachanosky" userId="543990dc0ff5ce14" providerId="LiveId" clId="{8E4DE338-F192-4434-A2D2-74D62C08B308}" dt="2026-05-01T12:41:16.496" v="379" actId="5736"/>
        <pc:sldMkLst>
          <pc:docMk/>
          <pc:sldMk cId="592263345" sldId="323"/>
        </pc:sldMkLst>
        <pc:spChg chg="del">
          <ac:chgData name="Nicolas Cachanosky" userId="543990dc0ff5ce14" providerId="LiveId" clId="{8E4DE338-F192-4434-A2D2-74D62C08B308}" dt="2026-05-01T12:24:25.265" v="233" actId="478"/>
          <ac:spMkLst>
            <pc:docMk/>
            <pc:sldMk cId="592263345" sldId="323"/>
            <ac:spMk id="2" creationId="{0792E0C0-68E9-CD66-114D-B7A3AA6ED817}"/>
          </ac:spMkLst>
        </pc:spChg>
        <pc:spChg chg="del">
          <ac:chgData name="Nicolas Cachanosky" userId="543990dc0ff5ce14" providerId="LiveId" clId="{8E4DE338-F192-4434-A2D2-74D62C08B308}" dt="2026-05-01T12:24:38.826" v="236" actId="478"/>
          <ac:spMkLst>
            <pc:docMk/>
            <pc:sldMk cId="592263345" sldId="323"/>
            <ac:spMk id="4" creationId="{5469ADB3-91EB-3C0E-D483-0BC8CF8738CE}"/>
          </ac:spMkLst>
        </pc:spChg>
        <pc:spChg chg="add del mod">
          <ac:chgData name="Nicolas Cachanosky" userId="543990dc0ff5ce14" providerId="LiveId" clId="{8E4DE338-F192-4434-A2D2-74D62C08B308}" dt="2026-05-01T12:24:26.872" v="234" actId="478"/>
          <ac:spMkLst>
            <pc:docMk/>
            <pc:sldMk cId="592263345" sldId="323"/>
            <ac:spMk id="5" creationId="{D233C91C-B230-53F4-CFA2-E476B4348FBF}"/>
          </ac:spMkLst>
        </pc:spChg>
        <pc:spChg chg="del">
          <ac:chgData name="Nicolas Cachanosky" userId="543990dc0ff5ce14" providerId="LiveId" clId="{8E4DE338-F192-4434-A2D2-74D62C08B308}" dt="2026-05-01T12:24:38.826" v="236" actId="478"/>
          <ac:spMkLst>
            <pc:docMk/>
            <pc:sldMk cId="592263345" sldId="323"/>
            <ac:spMk id="6" creationId="{56815FA0-2128-5CC8-6BD5-BD3B1AEF8D4F}"/>
          </ac:spMkLst>
        </pc:spChg>
        <pc:graphicFrameChg chg="mod">
          <ac:chgData name="Nicolas Cachanosky" userId="543990dc0ff5ce14" providerId="LiveId" clId="{8E4DE338-F192-4434-A2D2-74D62C08B308}" dt="2026-05-01T12:41:16.496" v="379" actId="5736"/>
          <ac:graphicFrameMkLst>
            <pc:docMk/>
            <pc:sldMk cId="592263345" sldId="323"/>
            <ac:graphicFrameMk id="10" creationId="{166312AD-B447-C1FB-E8D0-E65EBD162825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30T17:41:54.025" v="184" actId="5736"/>
        <pc:sldMkLst>
          <pc:docMk/>
          <pc:sldMk cId="971371452" sldId="328"/>
        </pc:sldMkLst>
        <pc:spChg chg="add del">
          <ac:chgData name="Nicolas Cachanosky" userId="543990dc0ff5ce14" providerId="LiveId" clId="{8E4DE338-F192-4434-A2D2-74D62C08B308}" dt="2026-04-30T17:39:38.793" v="168" actId="478"/>
          <ac:spMkLst>
            <pc:docMk/>
            <pc:sldMk cId="971371452" sldId="328"/>
            <ac:spMk id="6" creationId="{4D012E11-65A8-80E3-B861-809B03C54B2F}"/>
          </ac:spMkLst>
        </pc:spChg>
        <pc:graphicFrameChg chg="mod">
          <ac:chgData name="Nicolas Cachanosky" userId="543990dc0ff5ce14" providerId="LiveId" clId="{8E4DE338-F192-4434-A2D2-74D62C08B308}" dt="2026-04-30T17:41:54.025" v="184" actId="5736"/>
          <ac:graphicFrameMkLst>
            <pc:docMk/>
            <pc:sldMk cId="971371452" sldId="328"/>
            <ac:graphicFrameMk id="5" creationId="{14C592C5-5CEA-149E-21FB-88592B4B7B42}"/>
          </ac:graphicFrameMkLst>
        </pc:graphicFrameChg>
      </pc:sldChg>
      <pc:sldChg chg="add del">
        <pc:chgData name="Nicolas Cachanosky" userId="543990dc0ff5ce14" providerId="LiveId" clId="{8E4DE338-F192-4434-A2D2-74D62C08B308}" dt="2026-05-01T12:18:45.571" v="194" actId="2890"/>
        <pc:sldMkLst>
          <pc:docMk/>
          <pc:sldMk cId="2275723494" sldId="329"/>
        </pc:sldMkLst>
      </pc:sldChg>
      <pc:sldChg chg="modSp add mod ord">
        <pc:chgData name="Nicolas Cachanosky" userId="543990dc0ff5ce14" providerId="LiveId" clId="{8E4DE338-F192-4434-A2D2-74D62C08B308}" dt="2026-05-01T12:22:36.386" v="216" actId="20577"/>
        <pc:sldMkLst>
          <pc:docMk/>
          <pc:sldMk cId="3321949602" sldId="329"/>
        </pc:sldMkLst>
        <pc:spChg chg="mod">
          <ac:chgData name="Nicolas Cachanosky" userId="543990dc0ff5ce14" providerId="LiveId" clId="{8E4DE338-F192-4434-A2D2-74D62C08B308}" dt="2026-05-01T12:22:36.386" v="216" actId="20577"/>
          <ac:spMkLst>
            <pc:docMk/>
            <pc:sldMk cId="3321949602" sldId="329"/>
            <ac:spMk id="2" creationId="{4EE91A47-8E79-C2DC-87AE-5277B6223655}"/>
          </ac:spMkLst>
        </pc:spChg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2655525856" sldId="330"/>
        </pc:sldMkLst>
      </pc:sldChg>
      <pc:sldChg chg="addSp delSp modSp add mod">
        <pc:chgData name="Nicolas Cachanosky" userId="543990dc0ff5ce14" providerId="LiveId" clId="{8E4DE338-F192-4434-A2D2-74D62C08B308}" dt="2026-05-01T12:35:49.226" v="242" actId="478"/>
        <pc:sldMkLst>
          <pc:docMk/>
          <pc:sldMk cId="4048726865" sldId="330"/>
        </pc:sldMkLst>
        <pc:spChg chg="del">
          <ac:chgData name="Nicolas Cachanosky" userId="543990dc0ff5ce14" providerId="LiveId" clId="{8E4DE338-F192-4434-A2D2-74D62C08B308}" dt="2026-05-01T12:35:47.216" v="241" actId="478"/>
          <ac:spMkLst>
            <pc:docMk/>
            <pc:sldMk cId="4048726865" sldId="330"/>
            <ac:spMk id="2" creationId="{0792E0C0-68E9-CD66-114D-B7A3AA6ED817}"/>
          </ac:spMkLst>
        </pc:spChg>
        <pc:spChg chg="del">
          <ac:chgData name="Nicolas Cachanosky" userId="543990dc0ff5ce14" providerId="LiveId" clId="{8E4DE338-F192-4434-A2D2-74D62C08B308}" dt="2026-05-01T12:33:50.206" v="238" actId="478"/>
          <ac:spMkLst>
            <pc:docMk/>
            <pc:sldMk cId="4048726865" sldId="330"/>
            <ac:spMk id="3" creationId="{C5FEC52F-F757-B261-C8A1-07D27C392DEC}"/>
          </ac:spMkLst>
        </pc:spChg>
        <pc:spChg chg="del">
          <ac:chgData name="Nicolas Cachanosky" userId="543990dc0ff5ce14" providerId="LiveId" clId="{8E4DE338-F192-4434-A2D2-74D62C08B308}" dt="2026-05-01T12:33:50.206" v="238" actId="478"/>
          <ac:spMkLst>
            <pc:docMk/>
            <pc:sldMk cId="4048726865" sldId="330"/>
            <ac:spMk id="4" creationId="{5469ADB3-91EB-3C0E-D483-0BC8CF8738CE}"/>
          </ac:spMkLst>
        </pc:spChg>
        <pc:spChg chg="add del mod">
          <ac:chgData name="Nicolas Cachanosky" userId="543990dc0ff5ce14" providerId="LiveId" clId="{8E4DE338-F192-4434-A2D2-74D62C08B308}" dt="2026-05-01T12:35:49.226" v="242" actId="478"/>
          <ac:spMkLst>
            <pc:docMk/>
            <pc:sldMk cId="4048726865" sldId="330"/>
            <ac:spMk id="6" creationId="{73A43643-B026-A888-EE80-4867B19A4A74}"/>
          </ac:spMkLst>
        </pc:spChg>
        <pc:spChg chg="mod">
          <ac:chgData name="Nicolas Cachanosky" userId="543990dc0ff5ce14" providerId="LiveId" clId="{8E4DE338-F192-4434-A2D2-74D62C08B308}" dt="2026-05-01T12:33:59.603" v="239" actId="20577"/>
          <ac:spMkLst>
            <pc:docMk/>
            <pc:sldMk cId="4048726865" sldId="330"/>
            <ac:spMk id="37" creationId="{DF939082-34A8-E8EE-4ABB-D70C62E70B08}"/>
          </ac:spMkLst>
        </pc:spChg>
        <pc:cxnChg chg="mod">
          <ac:chgData name="Nicolas Cachanosky" userId="543990dc0ff5ce14" providerId="LiveId" clId="{8E4DE338-F192-4434-A2D2-74D62C08B308}" dt="2026-05-01T12:33:45.089" v="237" actId="1076"/>
          <ac:cxnSpMkLst>
            <pc:docMk/>
            <pc:sldMk cId="4048726865" sldId="330"/>
            <ac:cxnSpMk id="9" creationId="{E0870814-D76B-AD18-6CC5-2A2278AF945D}"/>
          </ac:cxnSpMkLst>
        </pc:cxnChg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3800571068" sldId="331"/>
        </pc:sldMkLst>
      </pc:sldChg>
      <pc:sldChg chg="addSp delSp modSp add mod">
        <pc:chgData name="Nicolas Cachanosky" userId="543990dc0ff5ce14" providerId="LiveId" clId="{8E4DE338-F192-4434-A2D2-74D62C08B308}" dt="2026-05-01T12:23:16.140" v="223" actId="1076"/>
        <pc:sldMkLst>
          <pc:docMk/>
          <pc:sldMk cId="137931181" sldId="332"/>
        </pc:sldMkLst>
        <pc:spChg chg="del">
          <ac:chgData name="Nicolas Cachanosky" userId="543990dc0ff5ce14" providerId="LiveId" clId="{8E4DE338-F192-4434-A2D2-74D62C08B308}" dt="2026-05-01T12:23:08.850" v="220" actId="478"/>
          <ac:spMkLst>
            <pc:docMk/>
            <pc:sldMk cId="137931181" sldId="332"/>
            <ac:spMk id="2" creationId="{B5F1F6F0-355E-1D22-5CA4-49BA257FD8C2}"/>
          </ac:spMkLst>
        </pc:spChg>
        <pc:spChg chg="del">
          <ac:chgData name="Nicolas Cachanosky" userId="543990dc0ff5ce14" providerId="LiveId" clId="{8E4DE338-F192-4434-A2D2-74D62C08B308}" dt="2026-05-01T12:23:13.196" v="222" actId="478"/>
          <ac:spMkLst>
            <pc:docMk/>
            <pc:sldMk cId="137931181" sldId="332"/>
            <ac:spMk id="4" creationId="{8A8449CE-EA26-B0F7-794C-9FE91D05657A}"/>
          </ac:spMkLst>
        </pc:spChg>
        <pc:spChg chg="del">
          <ac:chgData name="Nicolas Cachanosky" userId="543990dc0ff5ce14" providerId="LiveId" clId="{8E4DE338-F192-4434-A2D2-74D62C08B308}" dt="2026-05-01T12:23:13.196" v="222" actId="478"/>
          <ac:spMkLst>
            <pc:docMk/>
            <pc:sldMk cId="137931181" sldId="332"/>
            <ac:spMk id="5" creationId="{D2B6A7D5-6D71-517B-FD58-BEC6D5CDAD8D}"/>
          </ac:spMkLst>
        </pc:spChg>
        <pc:spChg chg="add del mod">
          <ac:chgData name="Nicolas Cachanosky" userId="543990dc0ff5ce14" providerId="LiveId" clId="{8E4DE338-F192-4434-A2D2-74D62C08B308}" dt="2026-05-01T12:23:10.176" v="221" actId="478"/>
          <ac:spMkLst>
            <pc:docMk/>
            <pc:sldMk cId="137931181" sldId="332"/>
            <ac:spMk id="6" creationId="{3FAE6B00-1446-A7AF-10D4-B99AFB0F3ACE}"/>
          </ac:spMkLst>
        </pc:spChg>
        <pc:picChg chg="mod">
          <ac:chgData name="Nicolas Cachanosky" userId="543990dc0ff5ce14" providerId="LiveId" clId="{8E4DE338-F192-4434-A2D2-74D62C08B308}" dt="2026-05-01T12:23:16.140" v="223" actId="1076"/>
          <ac:picMkLst>
            <pc:docMk/>
            <pc:sldMk cId="137931181" sldId="332"/>
            <ac:picMk id="1026" creationId="{3FA0E5E4-334A-74E6-FC29-4A92683AE583}"/>
          </ac:picMkLst>
        </pc:picChg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913657258" sldId="332"/>
        </pc:sldMkLst>
      </pc:sldChg>
      <pc:sldChg chg="modSp add mod">
        <pc:chgData name="Nicolas Cachanosky" userId="543990dc0ff5ce14" providerId="LiveId" clId="{8E4DE338-F192-4434-A2D2-74D62C08B308}" dt="2026-05-01T13:07:14.325" v="394" actId="5736"/>
        <pc:sldMkLst>
          <pc:docMk/>
          <pc:sldMk cId="1573984772" sldId="333"/>
        </pc:sldMkLst>
        <pc:graphicFrameChg chg="mod">
          <ac:chgData name="Nicolas Cachanosky" userId="543990dc0ff5ce14" providerId="LiveId" clId="{8E4DE338-F192-4434-A2D2-74D62C08B308}" dt="2026-05-01T13:07:14.325" v="394" actId="5736"/>
          <ac:graphicFrameMkLst>
            <pc:docMk/>
            <pc:sldMk cId="1573984772" sldId="333"/>
            <ac:graphicFrameMk id="8" creationId="{32EFDC06-3406-E85B-9A04-17D0A06DA89F}"/>
          </ac:graphicFrameMkLst>
        </pc:graphicFrameChg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3472002782" sldId="333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1775728639" sldId="334"/>
        </pc:sldMkLst>
      </pc:sldChg>
      <pc:sldChg chg="add del">
        <pc:chgData name="Nicolas Cachanosky" userId="543990dc0ff5ce14" providerId="LiveId" clId="{8E4DE338-F192-4434-A2D2-74D62C08B308}" dt="2026-05-01T12:23:42.492" v="225" actId="47"/>
        <pc:sldMkLst>
          <pc:docMk/>
          <pc:sldMk cId="1784044542" sldId="334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2561995263" sldId="335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3277771393" sldId="336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690690121" sldId="337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3849780827" sldId="338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4073544190" sldId="339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3333126809" sldId="340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1927123609" sldId="341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4149815327" sldId="342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1541738931" sldId="343"/>
        </pc:sldMkLst>
      </pc:sldChg>
      <pc:sldChg chg="add del replId">
        <pc:chgData name="Nicolas Cachanosky" userId="543990dc0ff5ce14" providerId="LiveId" clId="{8E4DE338-F192-4434-A2D2-74D62C08B308}" dt="2026-05-01T12:18:45.571" v="194" actId="2890"/>
        <pc:sldMkLst>
          <pc:docMk/>
          <pc:sldMk cId="1316867663" sldId="34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3C-47F6-9DC4-0E82699EB9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3C-47F6-9DC4-0E82699EB9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C3C-47F6-9DC4-0E82699EB9D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C3C-47F6-9DC4-0E82699EB9D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C3C-47F6-9DC4-0E82699EB9D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C3C-47F6-9DC4-0E82699EB9D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2C3C-47F6-9DC4-0E82699EB9D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E8-4039-AC9E-6B2A1D99B3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E8-4039-AC9E-6B2A1D99B3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E8-4039-AC9E-6B2A1D99B3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E8-4039-AC9E-6B2A1D99B32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E8-4039-AC9E-6B2A1D99B32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6E8-4039-AC9E-6B2A1D99B32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6E8-4039-AC9E-6B2A1D99B32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69-46A0-93DE-43C167E6E0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69-46A0-93DE-43C167E6E0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69-46A0-93DE-43C167E6E06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E69-46A0-93DE-43C167E6E06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69-46A0-93DE-43C167E6E06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E69-46A0-93DE-43C167E6E06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69-46A0-93DE-43C167E6E06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2-48C0-BCF0-6E26B5AA06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2-48C0-BCF0-6E26B5AA06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52-48C0-BCF0-6E26B5AA06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852-48C0-BCF0-6E26B5AA061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852-48C0-BCF0-6E26B5AA061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852-48C0-BCF0-6E26B5AA061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52-48C0-BCF0-6E26B5AA061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Monetary aggregates</a:t>
            </a:r>
          </a:p>
          <a:p>
            <a:pPr>
              <a:defRPr/>
            </a:pPr>
            <a:r>
              <a:rPr lang="en-US" dirty="0"/>
              <a:t>Billions of US dollars, march 2026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1458333333333333E-2"/>
          <c:y val="0.18224788568095654"/>
          <c:w val="0.9770833333333333"/>
          <c:h val="0.739696558763488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Currency in circulation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#,##0.00</c:formatCode>
                <c:ptCount val="3"/>
                <c:pt idx="0">
                  <c:v>2442.4</c:v>
                </c:pt>
                <c:pt idx="1">
                  <c:v>2359</c:v>
                </c:pt>
                <c:pt idx="2">
                  <c:v>2359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CE-4795-9055-EDDD0795A1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Reserves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 formatCode="#,##0.00">
                  <c:v>3016.1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CE-4795-9055-EDDD0795A1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Demand deposits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Sheet1!$D$2:$D$4</c:f>
              <c:numCache>
                <c:formatCode>#,##0.00</c:formatCode>
                <c:ptCount val="3"/>
                <c:pt idx="1">
                  <c:v>6818.3</c:v>
                </c:pt>
                <c:pt idx="2">
                  <c:v>6818.3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CE-4795-9055-EDDD0795A1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liquid deposits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Sheet1!$E$2:$E$4</c:f>
              <c:numCache>
                <c:formatCode>#,##0.00</c:formatCode>
                <c:ptCount val="3"/>
                <c:pt idx="1">
                  <c:v>10259</c:v>
                </c:pt>
                <c:pt idx="2">
                  <c:v>10259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CE-4795-9055-EDDD0795A18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Small-denomination depoists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2" formatCode="#,##0.00">
                  <c:v>1013.9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5CE-4795-9055-EDDD0795A18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MMF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2" formatCode="#,##0.00">
                  <c:v>2235.8000000000002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5CE-4795-9055-EDDD0795A1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03749120"/>
        <c:axId val="1593303392"/>
      </c:barChart>
      <c:catAx>
        <c:axId val="1603749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3303392"/>
        <c:crosses val="autoZero"/>
        <c:auto val="1"/>
        <c:lblAlgn val="ctr"/>
        <c:lblOffset val="100"/>
        <c:noMultiLvlLbl val="0"/>
      </c:catAx>
      <c:valAx>
        <c:axId val="1593303392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60374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4"/>
          <c:order val="0"/>
          <c:tx>
            <c:strRef>
              <c:f>Sheet1!$F$1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chemeClr val="accent6"/>
            </a:solidFill>
            <a:ln w="25400">
              <a:noFill/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Sheet1!$F$2:$F$22</c:f>
              <c:numCache>
                <c:formatCode>#,##0.0</c:formatCode>
                <c:ptCount val="21"/>
                <c:pt idx="0">
                  <c:v>100</c:v>
                </c:pt>
                <c:pt idx="1">
                  <c:v>190</c:v>
                </c:pt>
                <c:pt idx="2">
                  <c:v>271</c:v>
                </c:pt>
                <c:pt idx="3">
                  <c:v>343.9</c:v>
                </c:pt>
                <c:pt idx="4">
                  <c:v>409.51</c:v>
                </c:pt>
                <c:pt idx="5">
                  <c:v>468.55900000000003</c:v>
                </c:pt>
                <c:pt idx="6">
                  <c:v>521.70310000000006</c:v>
                </c:pt>
                <c:pt idx="7">
                  <c:v>569.53279000000009</c:v>
                </c:pt>
                <c:pt idx="8">
                  <c:v>612.57951100000014</c:v>
                </c:pt>
                <c:pt idx="9">
                  <c:v>651.32155990000012</c:v>
                </c:pt>
                <c:pt idx="10">
                  <c:v>686.18940391000012</c:v>
                </c:pt>
                <c:pt idx="11">
                  <c:v>717.5704635190001</c:v>
                </c:pt>
                <c:pt idx="12">
                  <c:v>745.81341716710017</c:v>
                </c:pt>
                <c:pt idx="13">
                  <c:v>771.2320754503902</c:v>
                </c:pt>
                <c:pt idx="14">
                  <c:v>794.10886790535119</c:v>
                </c:pt>
                <c:pt idx="15">
                  <c:v>814.69798111481612</c:v>
                </c:pt>
                <c:pt idx="16">
                  <c:v>833.22818300333449</c:v>
                </c:pt>
                <c:pt idx="17">
                  <c:v>849.90536470300106</c:v>
                </c:pt>
                <c:pt idx="18">
                  <c:v>864.91482823270098</c:v>
                </c:pt>
                <c:pt idx="19">
                  <c:v>878.42334540943091</c:v>
                </c:pt>
                <c:pt idx="20">
                  <c:v>890.58101086848785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47-41CA-8C4D-7913A6D7497E}"/>
            </c:ext>
          </c:extLst>
        </c:ser>
        <c:ser>
          <c:idx val="3"/>
          <c:order val="1"/>
          <c:tx>
            <c:strRef>
              <c:f>Sheet1!$E$1</c:f>
              <c:strCache>
                <c:ptCount val="1"/>
                <c:pt idx="0">
                  <c:v>20%</c:v>
                </c:pt>
              </c:strCache>
            </c:strRef>
          </c:tx>
          <c:spPr>
            <a:solidFill>
              <a:schemeClr val="accent4"/>
            </a:solidFill>
            <a:ln w="25400">
              <a:solidFill>
                <a:schemeClr val="accent4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Sheet1!$E$2:$E$22</c:f>
              <c:numCache>
                <c:formatCode>#,##0.0</c:formatCode>
                <c:ptCount val="21"/>
                <c:pt idx="0">
                  <c:v>100</c:v>
                </c:pt>
                <c:pt idx="1">
                  <c:v>180</c:v>
                </c:pt>
                <c:pt idx="2">
                  <c:v>244</c:v>
                </c:pt>
                <c:pt idx="3">
                  <c:v>295.2</c:v>
                </c:pt>
                <c:pt idx="4">
                  <c:v>336.16</c:v>
                </c:pt>
                <c:pt idx="5">
                  <c:v>368.92800000000005</c:v>
                </c:pt>
                <c:pt idx="6">
                  <c:v>395.14240000000007</c:v>
                </c:pt>
                <c:pt idx="7">
                  <c:v>416.11392000000006</c:v>
                </c:pt>
                <c:pt idx="8">
                  <c:v>432.89113600000007</c:v>
                </c:pt>
                <c:pt idx="9">
                  <c:v>446.31290880000006</c:v>
                </c:pt>
                <c:pt idx="10">
                  <c:v>457.05032704000007</c:v>
                </c:pt>
                <c:pt idx="11">
                  <c:v>465.64026163200009</c:v>
                </c:pt>
                <c:pt idx="12">
                  <c:v>472.51220930560009</c:v>
                </c:pt>
                <c:pt idx="13">
                  <c:v>478.00976744448008</c:v>
                </c:pt>
                <c:pt idx="14">
                  <c:v>482.40781395558406</c:v>
                </c:pt>
                <c:pt idx="15">
                  <c:v>485.92625116446726</c:v>
                </c:pt>
                <c:pt idx="16">
                  <c:v>488.74100093157381</c:v>
                </c:pt>
                <c:pt idx="17">
                  <c:v>490.99280074525905</c:v>
                </c:pt>
                <c:pt idx="18">
                  <c:v>492.79424059620726</c:v>
                </c:pt>
                <c:pt idx="19">
                  <c:v>494.23539247696584</c:v>
                </c:pt>
                <c:pt idx="20">
                  <c:v>495.38831398157271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B47-41CA-8C4D-7913A6D7497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30%</c:v>
                </c:pt>
              </c:strCache>
            </c:strRef>
          </c:tx>
          <c:spPr>
            <a:solidFill>
              <a:schemeClr val="accent3"/>
            </a:solidFill>
            <a:ln w="25400">
              <a:solidFill>
                <a:schemeClr val="accent3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Sheet1!$D$2:$D$22</c:f>
              <c:numCache>
                <c:formatCode>#,##0.0</c:formatCode>
                <c:ptCount val="21"/>
                <c:pt idx="0">
                  <c:v>100</c:v>
                </c:pt>
                <c:pt idx="1">
                  <c:v>170</c:v>
                </c:pt>
                <c:pt idx="2">
                  <c:v>219</c:v>
                </c:pt>
                <c:pt idx="3">
                  <c:v>253.29999999999998</c:v>
                </c:pt>
                <c:pt idx="4">
                  <c:v>277.30999999999995</c:v>
                </c:pt>
                <c:pt idx="5">
                  <c:v>294.11699999999996</c:v>
                </c:pt>
                <c:pt idx="6">
                  <c:v>305.88189999999997</c:v>
                </c:pt>
                <c:pt idx="7">
                  <c:v>314.11732999999998</c:v>
                </c:pt>
                <c:pt idx="8">
                  <c:v>319.88213099999996</c:v>
                </c:pt>
                <c:pt idx="9">
                  <c:v>323.91749169999997</c:v>
                </c:pt>
                <c:pt idx="10">
                  <c:v>326.74224418999995</c:v>
                </c:pt>
                <c:pt idx="11">
                  <c:v>328.71957093299994</c:v>
                </c:pt>
                <c:pt idx="12">
                  <c:v>330.10369965309997</c:v>
                </c:pt>
                <c:pt idx="13">
                  <c:v>331.07258975716996</c:v>
                </c:pt>
                <c:pt idx="14">
                  <c:v>331.75081283001896</c:v>
                </c:pt>
                <c:pt idx="15">
                  <c:v>332.22556898101328</c:v>
                </c:pt>
                <c:pt idx="16">
                  <c:v>332.5578982867093</c:v>
                </c:pt>
                <c:pt idx="17">
                  <c:v>332.79052880069651</c:v>
                </c:pt>
                <c:pt idx="18">
                  <c:v>332.95337016048757</c:v>
                </c:pt>
                <c:pt idx="19">
                  <c:v>333.06735911234131</c:v>
                </c:pt>
                <c:pt idx="20">
                  <c:v>333.14715137863891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47-41CA-8C4D-7913A6D7497E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40%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accent2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Sheet1!$C$2:$C$22</c:f>
              <c:numCache>
                <c:formatCode>#,##0.0</c:formatCode>
                <c:ptCount val="21"/>
                <c:pt idx="0">
                  <c:v>100</c:v>
                </c:pt>
                <c:pt idx="1">
                  <c:v>160</c:v>
                </c:pt>
                <c:pt idx="2">
                  <c:v>196</c:v>
                </c:pt>
                <c:pt idx="3">
                  <c:v>217.6</c:v>
                </c:pt>
                <c:pt idx="4">
                  <c:v>230.56</c:v>
                </c:pt>
                <c:pt idx="5">
                  <c:v>238.33600000000001</c:v>
                </c:pt>
                <c:pt idx="6">
                  <c:v>243.00160000000002</c:v>
                </c:pt>
                <c:pt idx="7">
                  <c:v>245.80096000000003</c:v>
                </c:pt>
                <c:pt idx="8">
                  <c:v>247.48057600000004</c:v>
                </c:pt>
                <c:pt idx="9">
                  <c:v>248.48834560000003</c:v>
                </c:pt>
                <c:pt idx="10">
                  <c:v>249.09300736000003</c:v>
                </c:pt>
                <c:pt idx="11">
                  <c:v>249.45580441600003</c:v>
                </c:pt>
                <c:pt idx="12">
                  <c:v>249.67348264960003</c:v>
                </c:pt>
                <c:pt idx="13">
                  <c:v>249.80408958976003</c:v>
                </c:pt>
                <c:pt idx="14">
                  <c:v>249.88245375385603</c:v>
                </c:pt>
                <c:pt idx="15">
                  <c:v>249.92947225231362</c:v>
                </c:pt>
                <c:pt idx="16">
                  <c:v>249.95768335138817</c:v>
                </c:pt>
                <c:pt idx="17">
                  <c:v>249.97461001083292</c:v>
                </c:pt>
                <c:pt idx="18">
                  <c:v>249.98476600649977</c:v>
                </c:pt>
                <c:pt idx="19">
                  <c:v>249.99085960389988</c:v>
                </c:pt>
                <c:pt idx="20">
                  <c:v>249.99451576233994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47-41CA-8C4D-7913A6D7497E}"/>
            </c:ext>
          </c:extLst>
        </c:ser>
        <c:ser>
          <c:idx val="0"/>
          <c:order val="4"/>
          <c:tx>
            <c:strRef>
              <c:f>Sheet1!$B$1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Sheet1!$B$2:$B$22</c:f>
              <c:numCache>
                <c:formatCode>#,##0.0</c:formatCode>
                <c:ptCount val="21"/>
                <c:pt idx="0">
                  <c:v>100</c:v>
                </c:pt>
                <c:pt idx="1">
                  <c:v>150</c:v>
                </c:pt>
                <c:pt idx="2">
                  <c:v>175</c:v>
                </c:pt>
                <c:pt idx="3">
                  <c:v>187.5</c:v>
                </c:pt>
                <c:pt idx="4">
                  <c:v>193.75</c:v>
                </c:pt>
                <c:pt idx="5">
                  <c:v>196.875</c:v>
                </c:pt>
                <c:pt idx="6">
                  <c:v>198.4375</c:v>
                </c:pt>
                <c:pt idx="7">
                  <c:v>199.21875</c:v>
                </c:pt>
                <c:pt idx="8">
                  <c:v>199.609375</c:v>
                </c:pt>
                <c:pt idx="9">
                  <c:v>199.8046875</c:v>
                </c:pt>
                <c:pt idx="10">
                  <c:v>199.90234375</c:v>
                </c:pt>
                <c:pt idx="11">
                  <c:v>199.951171875</c:v>
                </c:pt>
                <c:pt idx="12">
                  <c:v>199.9755859375</c:v>
                </c:pt>
                <c:pt idx="13">
                  <c:v>199.98779296875</c:v>
                </c:pt>
                <c:pt idx="14">
                  <c:v>199.993896484375</c:v>
                </c:pt>
                <c:pt idx="15">
                  <c:v>199.9969482421875</c:v>
                </c:pt>
                <c:pt idx="16">
                  <c:v>199.99847412109375</c:v>
                </c:pt>
                <c:pt idx="17">
                  <c:v>199.99923706054688</c:v>
                </c:pt>
                <c:pt idx="18">
                  <c:v>199.99961853027344</c:v>
                </c:pt>
                <c:pt idx="19">
                  <c:v>199.99980926513672</c:v>
                </c:pt>
                <c:pt idx="20">
                  <c:v>199.99990463256836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47-41CA-8C4D-7913A6D74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66097423"/>
        <c:axId val="1666098863"/>
      </c:areaChart>
      <c:catAx>
        <c:axId val="16660974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8863"/>
        <c:crosses val="autoZero"/>
        <c:auto val="1"/>
        <c:lblAlgn val="ctr"/>
        <c:lblOffset val="100"/>
        <c:noMultiLvlLbl val="0"/>
      </c:catAx>
      <c:valAx>
        <c:axId val="1666098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74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9431184383202101E-2"/>
          <c:y val="4.599620880723241E-2"/>
          <c:w val="0.7413928805774278"/>
          <c:h val="0.8793371245261009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Canada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Sheet1!$C$2:$C$147</c:f>
              <c:numCache>
                <c:formatCode>General</c:formatCode>
                <c:ptCount val="146"/>
                <c:pt idx="47">
                  <c:v>1</c:v>
                </c:pt>
                <c:pt idx="124">
                  <c:v>1</c:v>
                </c:pt>
                <c:pt idx="133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300-49DF-B007-2D88F76EA01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Scotland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Sheet1!$D$2:$D$147</c:f>
              <c:numCache>
                <c:formatCode>General</c:formatCode>
                <c:ptCount val="146"/>
                <c:pt idx="7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300-49DF-B007-2D88F76EA011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Sweden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Sheet1!$E$2:$E$147</c:f>
              <c:numCache>
                <c:formatCode>General</c:formatCode>
                <c:ptCount val="146"/>
                <c:pt idx="117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300-49DF-B007-2D88F76EA011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Australia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Sheet1!$F$2:$F$147</c:f>
              <c:numCache>
                <c:formatCode>General</c:formatCode>
                <c:ptCount val="146"/>
                <c:pt idx="103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300-49DF-B007-2D88F76EA011}"/>
            </c:ext>
          </c:extLst>
        </c:ser>
        <c:ser>
          <c:idx val="4"/>
          <c:order val="4"/>
          <c:tx>
            <c:strRef>
              <c:f>Sheet1!$G$1</c:f>
              <c:strCache>
                <c:ptCount val="1"/>
                <c:pt idx="0">
                  <c:v>China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noFill/>
              <a:ln w="34925" cap="flat" cmpd="dbl" algn="ctr">
                <a:solidFill>
                  <a:schemeClr val="accent5">
                    <a:lumMod val="75000"/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Sheet1!$G$2:$G$147</c:f>
              <c:numCache>
                <c:formatCode>General</c:formatCode>
                <c:ptCount val="146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300-49DF-B007-2D88F76EA011}"/>
            </c:ext>
          </c:extLst>
        </c:ser>
        <c:ser>
          <c:idx val="5"/>
          <c:order val="5"/>
          <c:tx>
            <c:strRef>
              <c:f>Sheet1!$H$1</c:f>
              <c:strCache>
                <c:ptCount val="1"/>
                <c:pt idx="0">
                  <c:v>South Africa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Sheet1!$H$2:$H$147</c:f>
              <c:numCache>
                <c:formatCode>General</c:formatCode>
                <c:ptCount val="146"/>
                <c:pt idx="130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0300-49DF-B007-2D88F76EA011}"/>
            </c:ext>
          </c:extLst>
        </c:ser>
        <c:ser>
          <c:idx val="6"/>
          <c:order val="6"/>
          <c:tx>
            <c:strRef>
              <c:f>Sheet1!$I$1</c:f>
              <c:strCache>
                <c:ptCount val="1"/>
                <c:pt idx="0">
                  <c:v>United States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Sheet1!$I$2:$I$147</c:f>
              <c:numCache>
                <c:formatCode>General</c:formatCode>
                <c:ptCount val="146"/>
                <c:pt idx="3">
                  <c:v>7</c:v>
                </c:pt>
                <c:pt idx="9">
                  <c:v>7</c:v>
                </c:pt>
                <c:pt idx="20">
                  <c:v>7</c:v>
                </c:pt>
                <c:pt idx="25">
                  <c:v>7</c:v>
                </c:pt>
                <c:pt idx="29">
                  <c:v>7</c:v>
                </c:pt>
                <c:pt idx="35">
                  <c:v>7</c:v>
                </c:pt>
                <c:pt idx="43">
                  <c:v>7</c:v>
                </c:pt>
                <c:pt idx="47">
                  <c:v>7</c:v>
                </c:pt>
                <c:pt idx="49">
                  <c:v>7</c:v>
                </c:pt>
                <c:pt idx="57">
                  <c:v>7</c:v>
                </c:pt>
                <c:pt idx="67">
                  <c:v>7</c:v>
                </c:pt>
                <c:pt idx="83">
                  <c:v>7</c:v>
                </c:pt>
                <c:pt idx="103">
                  <c:v>7</c:v>
                </c:pt>
                <c:pt idx="117">
                  <c:v>7</c:v>
                </c:pt>
                <c:pt idx="124">
                  <c:v>7</c:v>
                </c:pt>
                <c:pt idx="140">
                  <c:v>7</c:v>
                </c:pt>
                <c:pt idx="141">
                  <c:v>7</c:v>
                </c:pt>
                <c:pt idx="143">
                  <c:v>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0300-49DF-B007-2D88F76EA011}"/>
            </c:ext>
          </c:extLst>
        </c:ser>
        <c:ser>
          <c:idx val="7"/>
          <c:order val="7"/>
          <c:tx>
            <c:strRef>
              <c:f>Sheet1!$J$1</c:f>
              <c:strCache>
                <c:ptCount val="1"/>
                <c:pt idx="0">
                  <c:v>England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Sheet1!$J$2:$J$147</c:f>
              <c:numCache>
                <c:formatCode>General</c:formatCode>
                <c:ptCount val="146"/>
                <c:pt idx="3">
                  <c:v>8</c:v>
                </c:pt>
                <c:pt idx="9">
                  <c:v>8</c:v>
                </c:pt>
                <c:pt idx="20">
                  <c:v>8</c:v>
                </c:pt>
                <c:pt idx="35">
                  <c:v>8</c:v>
                </c:pt>
                <c:pt idx="47">
                  <c:v>8</c:v>
                </c:pt>
                <c:pt idx="57">
                  <c:v>8</c:v>
                </c:pt>
                <c:pt idx="67">
                  <c:v>8</c:v>
                </c:pt>
                <c:pt idx="76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0300-49DF-B007-2D88F76EA011}"/>
            </c:ext>
          </c:extLst>
        </c:ser>
        <c:ser>
          <c:idx val="8"/>
          <c:order val="8"/>
          <c:tx>
            <c:strRef>
              <c:f>Sheet1!$K$1</c:f>
              <c:strCache>
                <c:ptCount val="1"/>
                <c:pt idx="0">
                  <c:v>France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Sheet1!$K$2:$K$147</c:f>
              <c:numCache>
                <c:formatCode>General</c:formatCode>
                <c:ptCount val="146"/>
                <c:pt idx="57">
                  <c:v>9</c:v>
                </c:pt>
                <c:pt idx="67">
                  <c:v>9</c:v>
                </c:pt>
                <c:pt idx="74">
                  <c:v>9</c:v>
                </c:pt>
                <c:pt idx="92">
                  <c:v>9</c:v>
                </c:pt>
                <c:pt idx="99">
                  <c:v>9</c:v>
                </c:pt>
                <c:pt idx="140">
                  <c:v>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0300-49DF-B007-2D88F76EA011}"/>
            </c:ext>
          </c:extLst>
        </c:ser>
        <c:ser>
          <c:idx val="9"/>
          <c:order val="9"/>
          <c:tx>
            <c:strRef>
              <c:f>Sheet1!$L$1</c:f>
              <c:strCache>
                <c:ptCount val="1"/>
                <c:pt idx="0">
                  <c:v>Germany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Sheet1!$L$2:$L$147</c:f>
              <c:numCache>
                <c:formatCode>General</c:formatCode>
                <c:ptCount val="146"/>
                <c:pt idx="67">
                  <c:v>10</c:v>
                </c:pt>
                <c:pt idx="83">
                  <c:v>10</c:v>
                </c:pt>
                <c:pt idx="111">
                  <c:v>10</c:v>
                </c:pt>
                <c:pt idx="123">
                  <c:v>10</c:v>
                </c:pt>
                <c:pt idx="141">
                  <c:v>10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0300-49DF-B007-2D88F76EA011}"/>
            </c:ext>
          </c:extLst>
        </c:ser>
        <c:ser>
          <c:idx val="10"/>
          <c:order val="10"/>
          <c:tx>
            <c:strRef>
              <c:f>Sheet1!$M$1</c:f>
              <c:strCache>
                <c:ptCount val="1"/>
                <c:pt idx="0">
                  <c:v>Italy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Sheet1!$M$2:$M$147</c:f>
              <c:numCache>
                <c:formatCode>General</c:formatCode>
                <c:ptCount val="146"/>
                <c:pt idx="101">
                  <c:v>11</c:v>
                </c:pt>
                <c:pt idx="103">
                  <c:v>11</c:v>
                </c:pt>
                <c:pt idx="124">
                  <c:v>11</c:v>
                </c:pt>
                <c:pt idx="131">
                  <c:v>11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0300-49DF-B007-2D88F76EA0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13578624"/>
        <c:axId val="1313579872"/>
      </c:scatterChart>
      <c:valAx>
        <c:axId val="1313578624"/>
        <c:scaling>
          <c:orientation val="minMax"/>
          <c:max val="1940"/>
          <c:min val="179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+mn-cs"/>
              </a:defRPr>
            </a:pPr>
            <a:endParaRPr lang="en-US"/>
          </a:p>
        </c:txPr>
        <c:crossAx val="1313579872"/>
        <c:crosses val="autoZero"/>
        <c:crossBetween val="midCat"/>
        <c:majorUnit val="10"/>
      </c:valAx>
      <c:valAx>
        <c:axId val="1313579872"/>
        <c:scaling>
          <c:orientation val="minMax"/>
          <c:max val="11"/>
          <c:min val="1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13578624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Roboto Condensed" panose="02000000000000000000" pitchFamily="2" charset="0"/>
          <a:ea typeface="Roboto Condensed" panose="02000000000000000000" pitchFamily="2" charset="0"/>
        </a:defRPr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5400" cap="flat" cmpd="dbl" algn="ctr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34925" cap="flat" cmpd="dbl" algn="ctr">
        <a:solidFill>
          <a:schemeClr val="phClr">
            <a:lumMod val="75000"/>
            <a:alpha val="70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kern="1200" spc="0" normalizeH="0" baseline="0"/>
  </cs:title>
  <cs:trendline>
    <cs:lnRef idx="0">
      <cs:styleClr val="0"/>
    </cs:lnRef>
    <cs:fillRef idx="0"/>
    <cs:effectRef idx="0"/>
    <cs:fontRef idx="minor">
      <a:schemeClr val="tx1"/>
    </cs:fontRef>
    <cs:spPr>
      <a:ln w="38100" cap="rnd" cmpd="sng" algn="ctr">
        <a:solidFill>
          <a:schemeClr val="phClr">
            <a:lumMod val="75000"/>
            <a:alpha val="25000"/>
          </a:schemeClr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b="0" kern="1200"/>
  </cs:valueAxis>
  <cs:wall>
    <cs:lnRef idx="0"/>
    <cs:fillRef idx="0"/>
    <cs:effectRef idx="0"/>
    <cs:fontRef idx="minor">
      <a:schemeClr val="dk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41B5B-2D42-4B2E-B9E2-049026C5BD0B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A1ED9A19-26E6-4C4A-8B1B-3D514F7769D9}">
      <dgm:prSet phldrT="[Text]"/>
      <dgm:spPr/>
      <dgm:t>
        <a:bodyPr/>
        <a:lstStyle/>
        <a:p>
          <a:r>
            <a:rPr lang="en-US" dirty="0"/>
            <a:t>Stage 1</a:t>
          </a:r>
        </a:p>
      </dgm:t>
    </dgm:pt>
    <dgm:pt modelId="{BD5088CE-9258-47CA-B9EC-A83AE8860A3A}" type="parTrans" cxnId="{E21AAB50-6250-4D2E-84FD-AE9839EAF430}">
      <dgm:prSet/>
      <dgm:spPr/>
      <dgm:t>
        <a:bodyPr/>
        <a:lstStyle/>
        <a:p>
          <a:endParaRPr lang="en-US"/>
        </a:p>
      </dgm:t>
    </dgm:pt>
    <dgm:pt modelId="{627666F7-A637-43FB-B07C-CBF33252C541}" type="sibTrans" cxnId="{E21AAB50-6250-4D2E-84FD-AE9839EAF430}">
      <dgm:prSet/>
      <dgm:spPr/>
      <dgm:t>
        <a:bodyPr/>
        <a:lstStyle/>
        <a:p>
          <a:endParaRPr lang="en-US"/>
        </a:p>
      </dgm:t>
    </dgm:pt>
    <dgm:pt modelId="{69E42206-5D9F-4791-A5B6-3882AC5CC4DD}">
      <dgm:prSet phldrT="[Text]"/>
      <dgm:spPr/>
      <dgm:t>
        <a:bodyPr/>
        <a:lstStyle/>
        <a:p>
          <a:r>
            <a:rPr lang="en-US"/>
            <a:t>Free banking</a:t>
          </a:r>
        </a:p>
      </dgm:t>
    </dgm:pt>
    <dgm:pt modelId="{15C4FC9B-C31A-4414-83FD-9B5C8E8BB121}" type="parTrans" cxnId="{E38353D1-633D-40FD-B8C8-C37A46FF8E32}">
      <dgm:prSet/>
      <dgm:spPr/>
      <dgm:t>
        <a:bodyPr/>
        <a:lstStyle/>
        <a:p>
          <a:endParaRPr lang="en-US"/>
        </a:p>
      </dgm:t>
    </dgm:pt>
    <dgm:pt modelId="{8BBF6CAE-7C8B-474E-82BE-1944C0221453}" type="sibTrans" cxnId="{E38353D1-633D-40FD-B8C8-C37A46FF8E32}">
      <dgm:prSet/>
      <dgm:spPr/>
      <dgm:t>
        <a:bodyPr/>
        <a:lstStyle/>
        <a:p>
          <a:endParaRPr lang="en-US"/>
        </a:p>
      </dgm:t>
    </dgm:pt>
    <dgm:pt modelId="{7D3E0F65-981D-4671-B31D-91356133299F}">
      <dgm:prSet phldrT="[Text]"/>
      <dgm:spPr/>
      <dgm:t>
        <a:bodyPr/>
        <a:lstStyle/>
        <a:p>
          <a:r>
            <a:rPr lang="en-US"/>
            <a:t>Stage 3</a:t>
          </a:r>
        </a:p>
      </dgm:t>
    </dgm:pt>
    <dgm:pt modelId="{C1886485-4BB9-4E76-AAFB-C04D0DEE9D12}" type="parTrans" cxnId="{54ED7C7A-4ED7-4A0A-9C10-0E9E82B59421}">
      <dgm:prSet/>
      <dgm:spPr/>
      <dgm:t>
        <a:bodyPr/>
        <a:lstStyle/>
        <a:p>
          <a:endParaRPr lang="en-US"/>
        </a:p>
      </dgm:t>
    </dgm:pt>
    <dgm:pt modelId="{1F5674DB-D1F7-40CA-BFB2-815BC1EDDF36}" type="sibTrans" cxnId="{54ED7C7A-4ED7-4A0A-9C10-0E9E82B59421}">
      <dgm:prSet/>
      <dgm:spPr/>
      <dgm:t>
        <a:bodyPr/>
        <a:lstStyle/>
        <a:p>
          <a:endParaRPr lang="en-US"/>
        </a:p>
      </dgm:t>
    </dgm:pt>
    <dgm:pt modelId="{8E0CDBF8-C7B3-443F-8B74-0B75D3763AD6}">
      <dgm:prSet phldrT="[Text]"/>
      <dgm:spPr/>
      <dgm:t>
        <a:bodyPr/>
        <a:lstStyle/>
        <a:p>
          <a:r>
            <a:rPr lang="en-US"/>
            <a:t>Commodity money</a:t>
          </a:r>
        </a:p>
      </dgm:t>
    </dgm:pt>
    <dgm:pt modelId="{1778AF14-F173-42F8-83EE-5C1EB909ADDD}" type="parTrans" cxnId="{560CFAF8-0042-4A49-A74C-B7FA311E21A1}">
      <dgm:prSet/>
      <dgm:spPr/>
      <dgm:t>
        <a:bodyPr/>
        <a:lstStyle/>
        <a:p>
          <a:endParaRPr lang="en-US"/>
        </a:p>
      </dgm:t>
    </dgm:pt>
    <dgm:pt modelId="{973DCD39-A7EF-4181-9462-BDC355B0AF6F}" type="sibTrans" cxnId="{560CFAF8-0042-4A49-A74C-B7FA311E21A1}">
      <dgm:prSet/>
      <dgm:spPr/>
      <dgm:t>
        <a:bodyPr/>
        <a:lstStyle/>
        <a:p>
          <a:endParaRPr lang="en-US"/>
        </a:p>
      </dgm:t>
    </dgm:pt>
    <dgm:pt modelId="{2530EC4F-A22A-4CC8-99AB-030E6EE535EC}">
      <dgm:prSet phldrT="[Text]"/>
      <dgm:spPr/>
      <dgm:t>
        <a:bodyPr/>
        <a:lstStyle/>
        <a:p>
          <a:r>
            <a:rPr lang="en-US"/>
            <a:t>Stage 2</a:t>
          </a:r>
        </a:p>
      </dgm:t>
    </dgm:pt>
    <dgm:pt modelId="{91FF04C2-2D9D-473D-B141-CD0DB1AA3687}" type="parTrans" cxnId="{65445EC4-B753-4D03-9F52-966B5C7CEF61}">
      <dgm:prSet/>
      <dgm:spPr/>
      <dgm:t>
        <a:bodyPr/>
        <a:lstStyle/>
        <a:p>
          <a:endParaRPr lang="en-US"/>
        </a:p>
      </dgm:t>
    </dgm:pt>
    <dgm:pt modelId="{6B774DCB-83EC-41D3-A4D9-F55C117DD1B3}" type="sibTrans" cxnId="{65445EC4-B753-4D03-9F52-966B5C7CEF61}">
      <dgm:prSet/>
      <dgm:spPr/>
      <dgm:t>
        <a:bodyPr/>
        <a:lstStyle/>
        <a:p>
          <a:endParaRPr lang="en-US"/>
        </a:p>
      </dgm:t>
    </dgm:pt>
    <dgm:pt modelId="{8F099722-3D65-49CF-8409-3B85AC603E9B}">
      <dgm:prSet phldrT="[Text]"/>
      <dgm:spPr/>
      <dgm:t>
        <a:bodyPr/>
        <a:lstStyle/>
        <a:p>
          <a:r>
            <a:rPr lang="en-US"/>
            <a:t>Classic gold standard</a:t>
          </a:r>
        </a:p>
      </dgm:t>
    </dgm:pt>
    <dgm:pt modelId="{3B6A5393-C485-4073-9062-8E9D10A5A87B}" type="parTrans" cxnId="{02CCEAF9-10E8-4F26-B5C3-A9F990EEC1A7}">
      <dgm:prSet/>
      <dgm:spPr/>
      <dgm:t>
        <a:bodyPr/>
        <a:lstStyle/>
        <a:p>
          <a:endParaRPr lang="en-US"/>
        </a:p>
      </dgm:t>
    </dgm:pt>
    <dgm:pt modelId="{78950FE3-66F0-4043-B23E-B7F885888BA3}" type="sibTrans" cxnId="{02CCEAF9-10E8-4F26-B5C3-A9F990EEC1A7}">
      <dgm:prSet/>
      <dgm:spPr/>
      <dgm:t>
        <a:bodyPr/>
        <a:lstStyle/>
        <a:p>
          <a:endParaRPr lang="en-US"/>
        </a:p>
      </dgm:t>
    </dgm:pt>
    <dgm:pt modelId="{334D913D-B758-49B9-854C-AC669784E92B}">
      <dgm:prSet phldrT="[Text]"/>
      <dgm:spPr/>
      <dgm:t>
        <a:bodyPr/>
        <a:lstStyle/>
        <a:p>
          <a:r>
            <a:rPr lang="en-US"/>
            <a:t>Stage 4</a:t>
          </a:r>
        </a:p>
      </dgm:t>
    </dgm:pt>
    <dgm:pt modelId="{71A371D0-815D-4575-906E-84F4838336CD}" type="parTrans" cxnId="{58CCB97F-D62E-4E80-A193-5D3E4B446017}">
      <dgm:prSet/>
      <dgm:spPr/>
      <dgm:t>
        <a:bodyPr/>
        <a:lstStyle/>
        <a:p>
          <a:endParaRPr lang="en-US"/>
        </a:p>
      </dgm:t>
    </dgm:pt>
    <dgm:pt modelId="{B8FDF90D-3115-4A50-AD4B-D07A9F5D5A9D}" type="sibTrans" cxnId="{58CCB97F-D62E-4E80-A193-5D3E4B446017}">
      <dgm:prSet/>
      <dgm:spPr/>
      <dgm:t>
        <a:bodyPr/>
        <a:lstStyle/>
        <a:p>
          <a:endParaRPr lang="en-US"/>
        </a:p>
      </dgm:t>
    </dgm:pt>
    <dgm:pt modelId="{021CB699-53C2-4088-96E0-F9DF0E4AE98F}">
      <dgm:prSet phldrT="[Text]"/>
      <dgm:spPr/>
      <dgm:t>
        <a:bodyPr/>
        <a:lstStyle/>
        <a:p>
          <a:r>
            <a:rPr lang="en-US"/>
            <a:t>Bretton Woods System</a:t>
          </a:r>
        </a:p>
      </dgm:t>
    </dgm:pt>
    <dgm:pt modelId="{E5D8DA47-73E8-4F0C-A247-244E3A09002C}" type="parTrans" cxnId="{E788A93C-42AB-4B10-B3C6-BD4CDA673EDB}">
      <dgm:prSet/>
      <dgm:spPr/>
      <dgm:t>
        <a:bodyPr/>
        <a:lstStyle/>
        <a:p>
          <a:endParaRPr lang="en-US"/>
        </a:p>
      </dgm:t>
    </dgm:pt>
    <dgm:pt modelId="{93AFDB84-B7C1-4234-840B-77C662DA3CA4}" type="sibTrans" cxnId="{E788A93C-42AB-4B10-B3C6-BD4CDA673EDB}">
      <dgm:prSet/>
      <dgm:spPr/>
      <dgm:t>
        <a:bodyPr/>
        <a:lstStyle/>
        <a:p>
          <a:endParaRPr lang="en-US"/>
        </a:p>
      </dgm:t>
    </dgm:pt>
    <dgm:pt modelId="{B19E25F7-CB7B-47A8-AEB2-53AFF8DE406E}">
      <dgm:prSet phldrT="[Text]"/>
      <dgm:spPr/>
      <dgm:t>
        <a:bodyPr/>
        <a:lstStyle/>
        <a:p>
          <a:r>
            <a:rPr lang="en-US"/>
            <a:t>Stage 5</a:t>
          </a:r>
        </a:p>
      </dgm:t>
    </dgm:pt>
    <dgm:pt modelId="{A8BE7018-955F-42A6-A528-0544A7DFFB84}" type="parTrans" cxnId="{CD71AAFE-A2B2-415A-9C6C-6B5EAADBBCA9}">
      <dgm:prSet/>
      <dgm:spPr/>
      <dgm:t>
        <a:bodyPr/>
        <a:lstStyle/>
        <a:p>
          <a:endParaRPr lang="en-US"/>
        </a:p>
      </dgm:t>
    </dgm:pt>
    <dgm:pt modelId="{72C79237-D96C-4225-8886-D94F90D96E7E}" type="sibTrans" cxnId="{CD71AAFE-A2B2-415A-9C6C-6B5EAADBBCA9}">
      <dgm:prSet/>
      <dgm:spPr/>
      <dgm:t>
        <a:bodyPr/>
        <a:lstStyle/>
        <a:p>
          <a:endParaRPr lang="en-US"/>
        </a:p>
      </dgm:t>
    </dgm:pt>
    <dgm:pt modelId="{B75F0649-5290-4EED-A4A1-B542A22E93B4}">
      <dgm:prSet phldrT="[Text]"/>
      <dgm:spPr/>
      <dgm:t>
        <a:bodyPr/>
        <a:lstStyle/>
        <a:p>
          <a:r>
            <a:rPr lang="en-US"/>
            <a:t>Fiat money</a:t>
          </a:r>
        </a:p>
      </dgm:t>
    </dgm:pt>
    <dgm:pt modelId="{6EA64ED7-1F9E-4C61-9B88-1AD990697791}" type="parTrans" cxnId="{9D760C00-483D-4B64-9BA6-BF0908AACF3C}">
      <dgm:prSet/>
      <dgm:spPr/>
      <dgm:t>
        <a:bodyPr/>
        <a:lstStyle/>
        <a:p>
          <a:endParaRPr lang="en-US"/>
        </a:p>
      </dgm:t>
    </dgm:pt>
    <dgm:pt modelId="{B6BC1A7B-036E-4323-9BF8-11DC080E352D}" type="sibTrans" cxnId="{9D760C00-483D-4B64-9BA6-BF0908AACF3C}">
      <dgm:prSet/>
      <dgm:spPr/>
      <dgm:t>
        <a:bodyPr/>
        <a:lstStyle/>
        <a:p>
          <a:endParaRPr lang="en-US"/>
        </a:p>
      </dgm:t>
    </dgm:pt>
    <dgm:pt modelId="{D994C9A1-EB01-4236-A4AD-20C861AEAFE5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Stage 6</a:t>
          </a:r>
        </a:p>
      </dgm:t>
    </dgm:pt>
    <dgm:pt modelId="{F84844D2-7735-443C-B2C6-D7090E7C9C6E}" type="parTrans" cxnId="{E9B72594-6756-453F-B8C3-0A375B356D9E}">
      <dgm:prSet/>
      <dgm:spPr/>
      <dgm:t>
        <a:bodyPr/>
        <a:lstStyle/>
        <a:p>
          <a:endParaRPr lang="en-US"/>
        </a:p>
      </dgm:t>
    </dgm:pt>
    <dgm:pt modelId="{4766065C-A310-4932-9A78-66707AB54A9F}" type="sibTrans" cxnId="{E9B72594-6756-453F-B8C3-0A375B356D9E}">
      <dgm:prSet/>
      <dgm:spPr/>
      <dgm:t>
        <a:bodyPr/>
        <a:lstStyle/>
        <a:p>
          <a:endParaRPr lang="en-US"/>
        </a:p>
      </dgm:t>
    </dgm:pt>
    <dgm:pt modelId="{A32A6B18-451F-4957-8FAB-51B785CE59BD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The future of money?</a:t>
          </a:r>
        </a:p>
      </dgm:t>
    </dgm:pt>
    <dgm:pt modelId="{EF81CFE4-53E8-4CEF-9F3B-8CF8C13D2819}" type="parTrans" cxnId="{B165CAF0-EC68-4760-8603-352E60C19CBD}">
      <dgm:prSet/>
      <dgm:spPr/>
      <dgm:t>
        <a:bodyPr/>
        <a:lstStyle/>
        <a:p>
          <a:endParaRPr lang="en-US"/>
        </a:p>
      </dgm:t>
    </dgm:pt>
    <dgm:pt modelId="{E6EC8A0E-FDBD-43B6-A5D5-FF7E0DBD86FE}" type="sibTrans" cxnId="{B165CAF0-EC68-4760-8603-352E60C19CBD}">
      <dgm:prSet/>
      <dgm:spPr/>
      <dgm:t>
        <a:bodyPr/>
        <a:lstStyle/>
        <a:p>
          <a:endParaRPr lang="en-US"/>
        </a:p>
      </dgm:t>
    </dgm:pt>
    <dgm:pt modelId="{9BC9CA72-7DBA-4806-A9A4-2AF4812C888D}" type="pres">
      <dgm:prSet presAssocID="{D5B41B5B-2D42-4B2E-B9E2-049026C5BD0B}" presName="Name0" presStyleCnt="0">
        <dgm:presLayoutVars>
          <dgm:dir/>
          <dgm:resizeHandles val="exact"/>
        </dgm:presLayoutVars>
      </dgm:prSet>
      <dgm:spPr/>
    </dgm:pt>
    <dgm:pt modelId="{892D3877-D1D2-41E2-ADEF-F9A6BDAF7D6F}" type="pres">
      <dgm:prSet presAssocID="{A1ED9A19-26E6-4C4A-8B1B-3D514F7769D9}" presName="node" presStyleLbl="node1" presStyleIdx="0" presStyleCnt="6">
        <dgm:presLayoutVars>
          <dgm:bulletEnabled val="1"/>
        </dgm:presLayoutVars>
      </dgm:prSet>
      <dgm:spPr/>
    </dgm:pt>
    <dgm:pt modelId="{950EC3EE-9990-42AF-B69C-D3241C7E77A6}" type="pres">
      <dgm:prSet presAssocID="{627666F7-A637-43FB-B07C-CBF33252C541}" presName="sibTrans" presStyleLbl="sibTrans2D1" presStyleIdx="0" presStyleCnt="5"/>
      <dgm:spPr/>
    </dgm:pt>
    <dgm:pt modelId="{5E3743E0-9FD8-4153-BEDC-46B600ACE184}" type="pres">
      <dgm:prSet presAssocID="{627666F7-A637-43FB-B07C-CBF33252C541}" presName="connectorText" presStyleLbl="sibTrans2D1" presStyleIdx="0" presStyleCnt="5"/>
      <dgm:spPr/>
    </dgm:pt>
    <dgm:pt modelId="{7299276D-2C10-4018-AE4F-1912D50C1B4A}" type="pres">
      <dgm:prSet presAssocID="{2530EC4F-A22A-4CC8-99AB-030E6EE535EC}" presName="node" presStyleLbl="node1" presStyleIdx="1" presStyleCnt="6">
        <dgm:presLayoutVars>
          <dgm:bulletEnabled val="1"/>
        </dgm:presLayoutVars>
      </dgm:prSet>
      <dgm:spPr/>
    </dgm:pt>
    <dgm:pt modelId="{AA98B340-5888-4FFD-91BF-8EDA18336060}" type="pres">
      <dgm:prSet presAssocID="{6B774DCB-83EC-41D3-A4D9-F55C117DD1B3}" presName="sibTrans" presStyleLbl="sibTrans2D1" presStyleIdx="1" presStyleCnt="5"/>
      <dgm:spPr/>
    </dgm:pt>
    <dgm:pt modelId="{896279FE-042B-4A0F-B69F-F95D6208938A}" type="pres">
      <dgm:prSet presAssocID="{6B774DCB-83EC-41D3-A4D9-F55C117DD1B3}" presName="connectorText" presStyleLbl="sibTrans2D1" presStyleIdx="1" presStyleCnt="5"/>
      <dgm:spPr/>
    </dgm:pt>
    <dgm:pt modelId="{8FDB06E1-318E-4BBE-96A0-76278DE5D9C3}" type="pres">
      <dgm:prSet presAssocID="{7D3E0F65-981D-4671-B31D-91356133299F}" presName="node" presStyleLbl="node1" presStyleIdx="2" presStyleCnt="6">
        <dgm:presLayoutVars>
          <dgm:bulletEnabled val="1"/>
        </dgm:presLayoutVars>
      </dgm:prSet>
      <dgm:spPr/>
    </dgm:pt>
    <dgm:pt modelId="{DB4EADF8-28EB-490D-80F5-F3A92B8376F6}" type="pres">
      <dgm:prSet presAssocID="{1F5674DB-D1F7-40CA-BFB2-815BC1EDDF36}" presName="sibTrans" presStyleLbl="sibTrans2D1" presStyleIdx="2" presStyleCnt="5"/>
      <dgm:spPr/>
    </dgm:pt>
    <dgm:pt modelId="{590A1E4C-A7D8-44B8-8EB3-FB5D8997457B}" type="pres">
      <dgm:prSet presAssocID="{1F5674DB-D1F7-40CA-BFB2-815BC1EDDF36}" presName="connectorText" presStyleLbl="sibTrans2D1" presStyleIdx="2" presStyleCnt="5"/>
      <dgm:spPr/>
    </dgm:pt>
    <dgm:pt modelId="{D71E7CC6-B541-48B5-B5A9-9A7E1FEDDE09}" type="pres">
      <dgm:prSet presAssocID="{334D913D-B758-49B9-854C-AC669784E92B}" presName="node" presStyleLbl="node1" presStyleIdx="3" presStyleCnt="6">
        <dgm:presLayoutVars>
          <dgm:bulletEnabled val="1"/>
        </dgm:presLayoutVars>
      </dgm:prSet>
      <dgm:spPr/>
    </dgm:pt>
    <dgm:pt modelId="{CC0A9359-C884-431B-85C1-F36A2C00867C}" type="pres">
      <dgm:prSet presAssocID="{B8FDF90D-3115-4A50-AD4B-D07A9F5D5A9D}" presName="sibTrans" presStyleLbl="sibTrans2D1" presStyleIdx="3" presStyleCnt="5"/>
      <dgm:spPr/>
    </dgm:pt>
    <dgm:pt modelId="{C1A2C69A-85FC-4EEB-B2BD-A9D9A900E742}" type="pres">
      <dgm:prSet presAssocID="{B8FDF90D-3115-4A50-AD4B-D07A9F5D5A9D}" presName="connectorText" presStyleLbl="sibTrans2D1" presStyleIdx="3" presStyleCnt="5"/>
      <dgm:spPr/>
    </dgm:pt>
    <dgm:pt modelId="{5D80EEC5-F634-4317-BD82-E39F2E53DB07}" type="pres">
      <dgm:prSet presAssocID="{B19E25F7-CB7B-47A8-AEB2-53AFF8DE406E}" presName="node" presStyleLbl="node1" presStyleIdx="4" presStyleCnt="6">
        <dgm:presLayoutVars>
          <dgm:bulletEnabled val="1"/>
        </dgm:presLayoutVars>
      </dgm:prSet>
      <dgm:spPr/>
    </dgm:pt>
    <dgm:pt modelId="{95C223DD-3D7E-470C-B8EF-590686B38E29}" type="pres">
      <dgm:prSet presAssocID="{72C79237-D96C-4225-8886-D94F90D96E7E}" presName="sibTrans" presStyleLbl="sibTrans2D1" presStyleIdx="4" presStyleCnt="5"/>
      <dgm:spPr/>
    </dgm:pt>
    <dgm:pt modelId="{37250E9E-723A-4D08-9CAC-70FA31F3954D}" type="pres">
      <dgm:prSet presAssocID="{72C79237-D96C-4225-8886-D94F90D96E7E}" presName="connectorText" presStyleLbl="sibTrans2D1" presStyleIdx="4" presStyleCnt="5"/>
      <dgm:spPr/>
    </dgm:pt>
    <dgm:pt modelId="{6A855441-6775-4A22-8652-9B103594F6A9}" type="pres">
      <dgm:prSet presAssocID="{D994C9A1-EB01-4236-A4AD-20C861AEAFE5}" presName="node" presStyleLbl="node1" presStyleIdx="5" presStyleCnt="6">
        <dgm:presLayoutVars>
          <dgm:bulletEnabled val="1"/>
        </dgm:presLayoutVars>
      </dgm:prSet>
      <dgm:spPr/>
    </dgm:pt>
  </dgm:ptLst>
  <dgm:cxnLst>
    <dgm:cxn modelId="{9D760C00-483D-4B64-9BA6-BF0908AACF3C}" srcId="{B19E25F7-CB7B-47A8-AEB2-53AFF8DE406E}" destId="{B75F0649-5290-4EED-A4A1-B542A22E93B4}" srcOrd="0" destOrd="0" parTransId="{6EA64ED7-1F9E-4C61-9B88-1AD990697791}" sibTransId="{B6BC1A7B-036E-4323-9BF8-11DC080E352D}"/>
    <dgm:cxn modelId="{FCA3A901-040D-47F7-9BC9-FE2BDF0B7811}" type="presOf" srcId="{A1ED9A19-26E6-4C4A-8B1B-3D514F7769D9}" destId="{892D3877-D1D2-41E2-ADEF-F9A6BDAF7D6F}" srcOrd="0" destOrd="0" presId="urn:microsoft.com/office/officeart/2005/8/layout/process1"/>
    <dgm:cxn modelId="{60FC1D07-908F-4B16-AB37-49BF341650FD}" type="presOf" srcId="{6B774DCB-83EC-41D3-A4D9-F55C117DD1B3}" destId="{AA98B340-5888-4FFD-91BF-8EDA18336060}" srcOrd="0" destOrd="0" presId="urn:microsoft.com/office/officeart/2005/8/layout/process1"/>
    <dgm:cxn modelId="{2DB4DE0C-FC20-4590-AC87-3F5C456E1F2F}" type="presOf" srcId="{D5B41B5B-2D42-4B2E-B9E2-049026C5BD0B}" destId="{9BC9CA72-7DBA-4806-A9A4-2AF4812C888D}" srcOrd="0" destOrd="0" presId="urn:microsoft.com/office/officeart/2005/8/layout/process1"/>
    <dgm:cxn modelId="{C598E40C-B293-40A1-B527-798BB616C261}" type="presOf" srcId="{7D3E0F65-981D-4671-B31D-91356133299F}" destId="{8FDB06E1-318E-4BBE-96A0-76278DE5D9C3}" srcOrd="0" destOrd="0" presId="urn:microsoft.com/office/officeart/2005/8/layout/process1"/>
    <dgm:cxn modelId="{12C9750D-0A9E-4CF6-854E-C17680457D4E}" type="presOf" srcId="{8F099722-3D65-49CF-8409-3B85AC603E9B}" destId="{8FDB06E1-318E-4BBE-96A0-76278DE5D9C3}" srcOrd="0" destOrd="1" presId="urn:microsoft.com/office/officeart/2005/8/layout/process1"/>
    <dgm:cxn modelId="{9FC81E13-6533-4D5D-818D-C41C118EB929}" type="presOf" srcId="{021CB699-53C2-4088-96E0-F9DF0E4AE98F}" destId="{D71E7CC6-B541-48B5-B5A9-9A7E1FEDDE09}" srcOrd="0" destOrd="1" presId="urn:microsoft.com/office/officeart/2005/8/layout/process1"/>
    <dgm:cxn modelId="{C32EF823-379A-4417-873E-0DA4C1B6AF16}" type="presOf" srcId="{334D913D-B758-49B9-854C-AC669784E92B}" destId="{D71E7CC6-B541-48B5-B5A9-9A7E1FEDDE09}" srcOrd="0" destOrd="0" presId="urn:microsoft.com/office/officeart/2005/8/layout/process1"/>
    <dgm:cxn modelId="{59B01728-F336-4DDB-8A95-983D06C6AE29}" type="presOf" srcId="{627666F7-A637-43FB-B07C-CBF33252C541}" destId="{5E3743E0-9FD8-4153-BEDC-46B600ACE184}" srcOrd="1" destOrd="0" presId="urn:microsoft.com/office/officeart/2005/8/layout/process1"/>
    <dgm:cxn modelId="{FCDCE83B-6DA1-4E33-861F-43843E603015}" type="presOf" srcId="{A32A6B18-451F-4957-8FAB-51B785CE59BD}" destId="{6A855441-6775-4A22-8652-9B103594F6A9}" srcOrd="0" destOrd="1" presId="urn:microsoft.com/office/officeart/2005/8/layout/process1"/>
    <dgm:cxn modelId="{E788A93C-42AB-4B10-B3C6-BD4CDA673EDB}" srcId="{334D913D-B758-49B9-854C-AC669784E92B}" destId="{021CB699-53C2-4088-96E0-F9DF0E4AE98F}" srcOrd="0" destOrd="0" parTransId="{E5D8DA47-73E8-4F0C-A247-244E3A09002C}" sibTransId="{93AFDB84-B7C1-4234-840B-77C662DA3CA4}"/>
    <dgm:cxn modelId="{E49E0140-8EBD-4C16-88D1-A67D83ECC089}" type="presOf" srcId="{B8FDF90D-3115-4A50-AD4B-D07A9F5D5A9D}" destId="{CC0A9359-C884-431B-85C1-F36A2C00867C}" srcOrd="0" destOrd="0" presId="urn:microsoft.com/office/officeart/2005/8/layout/process1"/>
    <dgm:cxn modelId="{28C1345C-4C96-440C-8E2A-A85183624CFE}" type="presOf" srcId="{72C79237-D96C-4225-8886-D94F90D96E7E}" destId="{37250E9E-723A-4D08-9CAC-70FA31F3954D}" srcOrd="1" destOrd="0" presId="urn:microsoft.com/office/officeart/2005/8/layout/process1"/>
    <dgm:cxn modelId="{2EE28344-EC76-465A-AACF-C8A7C64C45A3}" type="presOf" srcId="{B75F0649-5290-4EED-A4A1-B542A22E93B4}" destId="{5D80EEC5-F634-4317-BD82-E39F2E53DB07}" srcOrd="0" destOrd="1" presId="urn:microsoft.com/office/officeart/2005/8/layout/process1"/>
    <dgm:cxn modelId="{E21AAB50-6250-4D2E-84FD-AE9839EAF430}" srcId="{D5B41B5B-2D42-4B2E-B9E2-049026C5BD0B}" destId="{A1ED9A19-26E6-4C4A-8B1B-3D514F7769D9}" srcOrd="0" destOrd="0" parTransId="{BD5088CE-9258-47CA-B9EC-A83AE8860A3A}" sibTransId="{627666F7-A637-43FB-B07C-CBF33252C541}"/>
    <dgm:cxn modelId="{54ED7C7A-4ED7-4A0A-9C10-0E9E82B59421}" srcId="{D5B41B5B-2D42-4B2E-B9E2-049026C5BD0B}" destId="{7D3E0F65-981D-4671-B31D-91356133299F}" srcOrd="2" destOrd="0" parTransId="{C1886485-4BB9-4E76-AAFB-C04D0DEE9D12}" sibTransId="{1F5674DB-D1F7-40CA-BFB2-815BC1EDDF36}"/>
    <dgm:cxn modelId="{58CCB97F-D62E-4E80-A193-5D3E4B446017}" srcId="{D5B41B5B-2D42-4B2E-B9E2-049026C5BD0B}" destId="{334D913D-B758-49B9-854C-AC669784E92B}" srcOrd="3" destOrd="0" parTransId="{71A371D0-815D-4575-906E-84F4838336CD}" sibTransId="{B8FDF90D-3115-4A50-AD4B-D07A9F5D5A9D}"/>
    <dgm:cxn modelId="{B0000B85-3290-41E5-B977-F40AAA8FFA17}" type="presOf" srcId="{1F5674DB-D1F7-40CA-BFB2-815BC1EDDF36}" destId="{DB4EADF8-28EB-490D-80F5-F3A92B8376F6}" srcOrd="0" destOrd="0" presId="urn:microsoft.com/office/officeart/2005/8/layout/process1"/>
    <dgm:cxn modelId="{8C408587-2B09-4B0D-A490-5632FA63619A}" type="presOf" srcId="{8E0CDBF8-C7B3-443F-8B74-0B75D3763AD6}" destId="{892D3877-D1D2-41E2-ADEF-F9A6BDAF7D6F}" srcOrd="0" destOrd="1" presId="urn:microsoft.com/office/officeart/2005/8/layout/process1"/>
    <dgm:cxn modelId="{516B238F-0AF5-490E-B6B1-3E32C577B8D8}" type="presOf" srcId="{6B774DCB-83EC-41D3-A4D9-F55C117DD1B3}" destId="{896279FE-042B-4A0F-B69F-F95D6208938A}" srcOrd="1" destOrd="0" presId="urn:microsoft.com/office/officeart/2005/8/layout/process1"/>
    <dgm:cxn modelId="{E9B72594-6756-453F-B8C3-0A375B356D9E}" srcId="{D5B41B5B-2D42-4B2E-B9E2-049026C5BD0B}" destId="{D994C9A1-EB01-4236-A4AD-20C861AEAFE5}" srcOrd="5" destOrd="0" parTransId="{F84844D2-7735-443C-B2C6-D7090E7C9C6E}" sibTransId="{4766065C-A310-4932-9A78-66707AB54A9F}"/>
    <dgm:cxn modelId="{6541C19A-8BF6-4320-BA3A-28EF42D44F6A}" type="presOf" srcId="{B8FDF90D-3115-4A50-AD4B-D07A9F5D5A9D}" destId="{C1A2C69A-85FC-4EEB-B2BD-A9D9A900E742}" srcOrd="1" destOrd="0" presId="urn:microsoft.com/office/officeart/2005/8/layout/process1"/>
    <dgm:cxn modelId="{325EE99A-6FC2-486B-8644-3B9C9AA7A297}" type="presOf" srcId="{69E42206-5D9F-4791-A5B6-3882AC5CC4DD}" destId="{7299276D-2C10-4018-AE4F-1912D50C1B4A}" srcOrd="0" destOrd="1" presId="urn:microsoft.com/office/officeart/2005/8/layout/process1"/>
    <dgm:cxn modelId="{3830F7A3-A312-439D-8EF4-1499EB4CABD5}" type="presOf" srcId="{B19E25F7-CB7B-47A8-AEB2-53AFF8DE406E}" destId="{5D80EEC5-F634-4317-BD82-E39F2E53DB07}" srcOrd="0" destOrd="0" presId="urn:microsoft.com/office/officeart/2005/8/layout/process1"/>
    <dgm:cxn modelId="{02C0C7A5-D9E6-4039-875B-795F4931EA3C}" type="presOf" srcId="{2530EC4F-A22A-4CC8-99AB-030E6EE535EC}" destId="{7299276D-2C10-4018-AE4F-1912D50C1B4A}" srcOrd="0" destOrd="0" presId="urn:microsoft.com/office/officeart/2005/8/layout/process1"/>
    <dgm:cxn modelId="{A17587B5-BDF8-4F77-9F83-045B8A237032}" type="presOf" srcId="{D994C9A1-EB01-4236-A4AD-20C861AEAFE5}" destId="{6A855441-6775-4A22-8652-9B103594F6A9}" srcOrd="0" destOrd="0" presId="urn:microsoft.com/office/officeart/2005/8/layout/process1"/>
    <dgm:cxn modelId="{65445EC4-B753-4D03-9F52-966B5C7CEF61}" srcId="{D5B41B5B-2D42-4B2E-B9E2-049026C5BD0B}" destId="{2530EC4F-A22A-4CC8-99AB-030E6EE535EC}" srcOrd="1" destOrd="0" parTransId="{91FF04C2-2D9D-473D-B141-CD0DB1AA3687}" sibTransId="{6B774DCB-83EC-41D3-A4D9-F55C117DD1B3}"/>
    <dgm:cxn modelId="{E38353D1-633D-40FD-B8C8-C37A46FF8E32}" srcId="{2530EC4F-A22A-4CC8-99AB-030E6EE535EC}" destId="{69E42206-5D9F-4791-A5B6-3882AC5CC4DD}" srcOrd="0" destOrd="0" parTransId="{15C4FC9B-C31A-4414-83FD-9B5C8E8BB121}" sibTransId="{8BBF6CAE-7C8B-474E-82BE-1944C0221453}"/>
    <dgm:cxn modelId="{A479F7EA-47F4-4915-92B5-348D922DF3FD}" type="presOf" srcId="{1F5674DB-D1F7-40CA-BFB2-815BC1EDDF36}" destId="{590A1E4C-A7D8-44B8-8EB3-FB5D8997457B}" srcOrd="1" destOrd="0" presId="urn:microsoft.com/office/officeart/2005/8/layout/process1"/>
    <dgm:cxn modelId="{B165CAF0-EC68-4760-8603-352E60C19CBD}" srcId="{D994C9A1-EB01-4236-A4AD-20C861AEAFE5}" destId="{A32A6B18-451F-4957-8FAB-51B785CE59BD}" srcOrd="0" destOrd="0" parTransId="{EF81CFE4-53E8-4CEF-9F3B-8CF8C13D2819}" sibTransId="{E6EC8A0E-FDBD-43B6-A5D5-FF7E0DBD86FE}"/>
    <dgm:cxn modelId="{E9724DF8-8DE2-4F89-946C-1E3AC69A1022}" type="presOf" srcId="{627666F7-A637-43FB-B07C-CBF33252C541}" destId="{950EC3EE-9990-42AF-B69C-D3241C7E77A6}" srcOrd="0" destOrd="0" presId="urn:microsoft.com/office/officeart/2005/8/layout/process1"/>
    <dgm:cxn modelId="{560CFAF8-0042-4A49-A74C-B7FA311E21A1}" srcId="{A1ED9A19-26E6-4C4A-8B1B-3D514F7769D9}" destId="{8E0CDBF8-C7B3-443F-8B74-0B75D3763AD6}" srcOrd="0" destOrd="0" parTransId="{1778AF14-F173-42F8-83EE-5C1EB909ADDD}" sibTransId="{973DCD39-A7EF-4181-9462-BDC355B0AF6F}"/>
    <dgm:cxn modelId="{02CCEAF9-10E8-4F26-B5C3-A9F990EEC1A7}" srcId="{7D3E0F65-981D-4671-B31D-91356133299F}" destId="{8F099722-3D65-49CF-8409-3B85AC603E9B}" srcOrd="0" destOrd="0" parTransId="{3B6A5393-C485-4073-9062-8E9D10A5A87B}" sibTransId="{78950FE3-66F0-4043-B23E-B7F885888BA3}"/>
    <dgm:cxn modelId="{1713A1FE-11D0-413F-B10D-2D274C6680B1}" type="presOf" srcId="{72C79237-D96C-4225-8886-D94F90D96E7E}" destId="{95C223DD-3D7E-470C-B8EF-590686B38E29}" srcOrd="0" destOrd="0" presId="urn:microsoft.com/office/officeart/2005/8/layout/process1"/>
    <dgm:cxn modelId="{CD71AAFE-A2B2-415A-9C6C-6B5EAADBBCA9}" srcId="{D5B41B5B-2D42-4B2E-B9E2-049026C5BD0B}" destId="{B19E25F7-CB7B-47A8-AEB2-53AFF8DE406E}" srcOrd="4" destOrd="0" parTransId="{A8BE7018-955F-42A6-A528-0544A7DFFB84}" sibTransId="{72C79237-D96C-4225-8886-D94F90D96E7E}"/>
    <dgm:cxn modelId="{F7E2AC49-921A-48B7-BC2D-E7D9F07AB036}" type="presParOf" srcId="{9BC9CA72-7DBA-4806-A9A4-2AF4812C888D}" destId="{892D3877-D1D2-41E2-ADEF-F9A6BDAF7D6F}" srcOrd="0" destOrd="0" presId="urn:microsoft.com/office/officeart/2005/8/layout/process1"/>
    <dgm:cxn modelId="{D003CC1D-6ABC-43D2-AABB-C252F1E5EC52}" type="presParOf" srcId="{9BC9CA72-7DBA-4806-A9A4-2AF4812C888D}" destId="{950EC3EE-9990-42AF-B69C-D3241C7E77A6}" srcOrd="1" destOrd="0" presId="urn:microsoft.com/office/officeart/2005/8/layout/process1"/>
    <dgm:cxn modelId="{2C288F45-0584-4856-AA1A-2152CA8D325A}" type="presParOf" srcId="{950EC3EE-9990-42AF-B69C-D3241C7E77A6}" destId="{5E3743E0-9FD8-4153-BEDC-46B600ACE184}" srcOrd="0" destOrd="0" presId="urn:microsoft.com/office/officeart/2005/8/layout/process1"/>
    <dgm:cxn modelId="{8B3E1CFD-1EC3-4265-A379-92AEA975DF5E}" type="presParOf" srcId="{9BC9CA72-7DBA-4806-A9A4-2AF4812C888D}" destId="{7299276D-2C10-4018-AE4F-1912D50C1B4A}" srcOrd="2" destOrd="0" presId="urn:microsoft.com/office/officeart/2005/8/layout/process1"/>
    <dgm:cxn modelId="{2FE82578-1472-46D8-9F7C-F7C3C167D015}" type="presParOf" srcId="{9BC9CA72-7DBA-4806-A9A4-2AF4812C888D}" destId="{AA98B340-5888-4FFD-91BF-8EDA18336060}" srcOrd="3" destOrd="0" presId="urn:microsoft.com/office/officeart/2005/8/layout/process1"/>
    <dgm:cxn modelId="{53FA62BD-175A-41F0-95F3-7F5D00E6269E}" type="presParOf" srcId="{AA98B340-5888-4FFD-91BF-8EDA18336060}" destId="{896279FE-042B-4A0F-B69F-F95D6208938A}" srcOrd="0" destOrd="0" presId="urn:microsoft.com/office/officeart/2005/8/layout/process1"/>
    <dgm:cxn modelId="{7EF50A89-2DFF-4C18-8882-F642227514DC}" type="presParOf" srcId="{9BC9CA72-7DBA-4806-A9A4-2AF4812C888D}" destId="{8FDB06E1-318E-4BBE-96A0-76278DE5D9C3}" srcOrd="4" destOrd="0" presId="urn:microsoft.com/office/officeart/2005/8/layout/process1"/>
    <dgm:cxn modelId="{517D325A-415F-4BFC-A40B-B750084C20CA}" type="presParOf" srcId="{9BC9CA72-7DBA-4806-A9A4-2AF4812C888D}" destId="{DB4EADF8-28EB-490D-80F5-F3A92B8376F6}" srcOrd="5" destOrd="0" presId="urn:microsoft.com/office/officeart/2005/8/layout/process1"/>
    <dgm:cxn modelId="{62EAF52E-EE9C-44B9-A9C7-9A93D7CFBBF1}" type="presParOf" srcId="{DB4EADF8-28EB-490D-80F5-F3A92B8376F6}" destId="{590A1E4C-A7D8-44B8-8EB3-FB5D8997457B}" srcOrd="0" destOrd="0" presId="urn:microsoft.com/office/officeart/2005/8/layout/process1"/>
    <dgm:cxn modelId="{723635A3-4451-41BA-97EC-FA7CDCD93699}" type="presParOf" srcId="{9BC9CA72-7DBA-4806-A9A4-2AF4812C888D}" destId="{D71E7CC6-B541-48B5-B5A9-9A7E1FEDDE09}" srcOrd="6" destOrd="0" presId="urn:microsoft.com/office/officeart/2005/8/layout/process1"/>
    <dgm:cxn modelId="{187DAD21-B337-4DD4-A139-C50F731CA2D8}" type="presParOf" srcId="{9BC9CA72-7DBA-4806-A9A4-2AF4812C888D}" destId="{CC0A9359-C884-431B-85C1-F36A2C00867C}" srcOrd="7" destOrd="0" presId="urn:microsoft.com/office/officeart/2005/8/layout/process1"/>
    <dgm:cxn modelId="{1261682B-C495-4E2E-84D8-DCF91AFCEE4B}" type="presParOf" srcId="{CC0A9359-C884-431B-85C1-F36A2C00867C}" destId="{C1A2C69A-85FC-4EEB-B2BD-A9D9A900E742}" srcOrd="0" destOrd="0" presId="urn:microsoft.com/office/officeart/2005/8/layout/process1"/>
    <dgm:cxn modelId="{8178BC4C-BD5B-4720-A286-7159CC9AD178}" type="presParOf" srcId="{9BC9CA72-7DBA-4806-A9A4-2AF4812C888D}" destId="{5D80EEC5-F634-4317-BD82-E39F2E53DB07}" srcOrd="8" destOrd="0" presId="urn:microsoft.com/office/officeart/2005/8/layout/process1"/>
    <dgm:cxn modelId="{3CA64EF9-B7C3-44C8-8D78-252CE37DE264}" type="presParOf" srcId="{9BC9CA72-7DBA-4806-A9A4-2AF4812C888D}" destId="{95C223DD-3D7E-470C-B8EF-590686B38E29}" srcOrd="9" destOrd="0" presId="urn:microsoft.com/office/officeart/2005/8/layout/process1"/>
    <dgm:cxn modelId="{9FEE3AA5-4B3B-45E5-9A9F-5E5E777B815C}" type="presParOf" srcId="{95C223DD-3D7E-470C-B8EF-590686B38E29}" destId="{37250E9E-723A-4D08-9CAC-70FA31F3954D}" srcOrd="0" destOrd="0" presId="urn:microsoft.com/office/officeart/2005/8/layout/process1"/>
    <dgm:cxn modelId="{E65C7758-FA58-45DD-92F6-28209AFBAA0F}" type="presParOf" srcId="{9BC9CA72-7DBA-4806-A9A4-2AF4812C888D}" destId="{6A855441-6775-4A22-8652-9B103594F6A9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CB3E78-31CD-4552-878C-345D47C4A6AD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65AFCC-6224-4F6F-BC5C-4E2EA57BBA2D}">
      <dgm:prSet phldrT="[Text]"/>
      <dgm:spPr/>
      <dgm:t>
        <a:bodyPr/>
        <a:lstStyle/>
        <a:p>
          <a:r>
            <a:rPr lang="en-US" dirty="0"/>
            <a:t>Money in the broader sense</a:t>
          </a:r>
        </a:p>
      </dgm:t>
    </dgm:pt>
    <dgm:pt modelId="{3C51D4D8-F2E2-4254-886E-0595EEA5F6E0}" type="parTrans" cxnId="{DA104E1D-6AE7-4E3B-967E-060EB31A05D3}">
      <dgm:prSet/>
      <dgm:spPr/>
      <dgm:t>
        <a:bodyPr/>
        <a:lstStyle/>
        <a:p>
          <a:endParaRPr lang="en-US"/>
        </a:p>
      </dgm:t>
    </dgm:pt>
    <dgm:pt modelId="{D404E59C-DFD7-42FD-B6C5-B6E77167181A}" type="sibTrans" cxnId="{DA104E1D-6AE7-4E3B-967E-060EB31A05D3}">
      <dgm:prSet/>
      <dgm:spPr/>
      <dgm:t>
        <a:bodyPr/>
        <a:lstStyle/>
        <a:p>
          <a:endParaRPr lang="en-US"/>
        </a:p>
      </dgm:t>
    </dgm:pt>
    <dgm:pt modelId="{471933A4-24B3-4899-9ADB-3F9954A1A057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 in the narrower sense</a:t>
          </a:r>
        </a:p>
      </dgm:t>
    </dgm:pt>
    <dgm:pt modelId="{15334ADC-214C-4A85-B005-44C95DE726A3}" type="parTrans" cxnId="{9CA3F10F-BD7F-4E1D-BF20-1CFF729D3808}">
      <dgm:prSet/>
      <dgm:spPr/>
      <dgm:t>
        <a:bodyPr/>
        <a:lstStyle/>
        <a:p>
          <a:endParaRPr lang="en-US"/>
        </a:p>
      </dgm:t>
    </dgm:pt>
    <dgm:pt modelId="{39831492-8690-4B8D-B942-C2F2B702EAE4}" type="sibTrans" cxnId="{9CA3F10F-BD7F-4E1D-BF20-1CFF729D3808}">
      <dgm:prSet/>
      <dgm:spPr/>
      <dgm:t>
        <a:bodyPr/>
        <a:lstStyle/>
        <a:p>
          <a:endParaRPr lang="en-US"/>
        </a:p>
      </dgm:t>
    </dgm:pt>
    <dgm:pt modelId="{F3301306-47B6-4495-87E5-CFAD43958B3E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Commodity money</a:t>
          </a:r>
        </a:p>
      </dgm:t>
    </dgm:pt>
    <dgm:pt modelId="{DE32C1EF-1897-41CB-87C5-0B5E0BA5B353}" type="parTrans" cxnId="{6F2D8866-FD1E-41B8-98EF-9108F261A7D3}">
      <dgm:prSet/>
      <dgm:spPr/>
      <dgm:t>
        <a:bodyPr/>
        <a:lstStyle/>
        <a:p>
          <a:endParaRPr lang="en-US"/>
        </a:p>
      </dgm:t>
    </dgm:pt>
    <dgm:pt modelId="{F618550A-10BF-4054-935C-F99360DDF3F7}" type="sibTrans" cxnId="{6F2D8866-FD1E-41B8-98EF-9108F261A7D3}">
      <dgm:prSet/>
      <dgm:spPr/>
      <dgm:t>
        <a:bodyPr/>
        <a:lstStyle/>
        <a:p>
          <a:endParaRPr lang="en-US"/>
        </a:p>
      </dgm:t>
    </dgm:pt>
    <dgm:pt modelId="{90D79628-DA39-43C2-A33E-7A65E988F71A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Fiat money</a:t>
          </a:r>
        </a:p>
      </dgm:t>
    </dgm:pt>
    <dgm:pt modelId="{140E482E-622A-4AA7-AB2D-57F5EA9AB710}" type="parTrans" cxnId="{BEDE6E15-7770-4A17-BDBD-86057EF4B08B}">
      <dgm:prSet/>
      <dgm:spPr/>
      <dgm:t>
        <a:bodyPr/>
        <a:lstStyle/>
        <a:p>
          <a:endParaRPr lang="en-US"/>
        </a:p>
      </dgm:t>
    </dgm:pt>
    <dgm:pt modelId="{CF6499BC-7BF7-4588-BEDD-D0128795985A}" type="sibTrans" cxnId="{BEDE6E15-7770-4A17-BDBD-86057EF4B08B}">
      <dgm:prSet/>
      <dgm:spPr/>
      <dgm:t>
        <a:bodyPr/>
        <a:lstStyle/>
        <a:p>
          <a:endParaRPr lang="en-US"/>
        </a:p>
      </dgm:t>
    </dgm:pt>
    <dgm:pt modelId="{46C50B49-2358-4E7F-96E2-FC42E7876F18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Money-substitutes</a:t>
          </a:r>
        </a:p>
      </dgm:t>
    </dgm:pt>
    <dgm:pt modelId="{A7789667-EC13-4751-A765-B42CCD3AA76A}" type="parTrans" cxnId="{E9BCB398-FCCB-461B-BC7C-680500367692}">
      <dgm:prSet/>
      <dgm:spPr/>
      <dgm:t>
        <a:bodyPr/>
        <a:lstStyle/>
        <a:p>
          <a:endParaRPr lang="en-US"/>
        </a:p>
      </dgm:t>
    </dgm:pt>
    <dgm:pt modelId="{A263EC76-3CD2-4CAB-97A2-DC2BC827F263}" type="sibTrans" cxnId="{E9BCB398-FCCB-461B-BC7C-680500367692}">
      <dgm:prSet/>
      <dgm:spPr/>
      <dgm:t>
        <a:bodyPr/>
        <a:lstStyle/>
        <a:p>
          <a:endParaRPr lang="en-US"/>
        </a:p>
      </dgm:t>
    </dgm:pt>
    <dgm:pt modelId="{150ED1C2-1A99-4F82-BE13-303DE4CEE781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Checks</a:t>
          </a:r>
        </a:p>
      </dgm:t>
    </dgm:pt>
    <dgm:pt modelId="{4F8B7C15-78F6-43EA-81B1-A00B3A9567CC}" type="parTrans" cxnId="{4AF3276D-BBDD-4DC4-87BE-F51046D1197D}">
      <dgm:prSet/>
      <dgm:spPr/>
      <dgm:t>
        <a:bodyPr/>
        <a:lstStyle/>
        <a:p>
          <a:endParaRPr lang="en-US"/>
        </a:p>
      </dgm:t>
    </dgm:pt>
    <dgm:pt modelId="{764BAB82-61B2-440D-B97C-2B45D5CAC1C7}" type="sibTrans" cxnId="{4AF3276D-BBDD-4DC4-87BE-F51046D1197D}">
      <dgm:prSet/>
      <dgm:spPr/>
      <dgm:t>
        <a:bodyPr/>
        <a:lstStyle/>
        <a:p>
          <a:endParaRPr lang="en-US"/>
        </a:p>
      </dgm:t>
    </dgm:pt>
    <dgm:pt modelId="{A982F4F9-0AA5-4845-81A5-7E852CF7D49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Digital money</a:t>
          </a:r>
        </a:p>
        <a:p>
          <a:r>
            <a:rPr lang="en-US" dirty="0"/>
            <a:t>(Bitcoin)</a:t>
          </a:r>
        </a:p>
      </dgm:t>
    </dgm:pt>
    <dgm:pt modelId="{A62DE6A2-7E54-4F55-93AB-9547191CC353}" type="parTrans" cxnId="{48ED198C-D7E3-47A8-8618-8D4869A974E9}">
      <dgm:prSet/>
      <dgm:spPr/>
      <dgm:t>
        <a:bodyPr/>
        <a:lstStyle/>
        <a:p>
          <a:endParaRPr lang="en-US"/>
        </a:p>
      </dgm:t>
    </dgm:pt>
    <dgm:pt modelId="{C0303630-FED0-47AA-9C4E-B76271EF213E}" type="sibTrans" cxnId="{48ED198C-D7E3-47A8-8618-8D4869A974E9}">
      <dgm:prSet/>
      <dgm:spPr/>
      <dgm:t>
        <a:bodyPr/>
        <a:lstStyle/>
        <a:p>
          <a:endParaRPr lang="en-US"/>
        </a:p>
      </dgm:t>
    </dgm:pt>
    <dgm:pt modelId="{465CD379-1F90-436B-B0A5-39E70B580E6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Money certificates</a:t>
          </a:r>
        </a:p>
      </dgm:t>
    </dgm:pt>
    <dgm:pt modelId="{E11A77B7-316A-4A00-94E5-119E8021766F}" type="parTrans" cxnId="{36D01079-51D7-473E-BB12-003021A180F5}">
      <dgm:prSet/>
      <dgm:spPr/>
      <dgm:t>
        <a:bodyPr/>
        <a:lstStyle/>
        <a:p>
          <a:endParaRPr lang="en-US"/>
        </a:p>
      </dgm:t>
    </dgm:pt>
    <dgm:pt modelId="{A0F07953-B884-4FB2-9801-C179760E0CBD}" type="sibTrans" cxnId="{36D01079-51D7-473E-BB12-003021A180F5}">
      <dgm:prSet/>
      <dgm:spPr/>
      <dgm:t>
        <a:bodyPr/>
        <a:lstStyle/>
        <a:p>
          <a:endParaRPr lang="en-US"/>
        </a:p>
      </dgm:t>
    </dgm:pt>
    <dgm:pt modelId="{54EDC624-3420-4714-943C-2C818A3E40A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Bank deposits</a:t>
          </a:r>
        </a:p>
      </dgm:t>
    </dgm:pt>
    <dgm:pt modelId="{801F489B-AE16-4B7F-9B23-81A16E429556}" type="parTrans" cxnId="{FA424CC1-2C24-495F-9B57-0EBE59512D0F}">
      <dgm:prSet/>
      <dgm:spPr/>
      <dgm:t>
        <a:bodyPr/>
        <a:lstStyle/>
        <a:p>
          <a:endParaRPr lang="en-US"/>
        </a:p>
      </dgm:t>
    </dgm:pt>
    <dgm:pt modelId="{167A4EA3-917A-450A-8DB3-D085455C0E06}" type="sibTrans" cxnId="{FA424CC1-2C24-495F-9B57-0EBE59512D0F}">
      <dgm:prSet/>
      <dgm:spPr/>
      <dgm:t>
        <a:bodyPr/>
        <a:lstStyle/>
        <a:p>
          <a:endParaRPr lang="en-US"/>
        </a:p>
      </dgm:t>
    </dgm:pt>
    <dgm:pt modelId="{977ED7E4-B034-45A2-8A18-10E46AB486C1}" type="pres">
      <dgm:prSet presAssocID="{48CB3E78-31CD-4552-878C-345D47C4A6AD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F338498-BA1A-4F35-A766-04EC3C037735}" type="pres">
      <dgm:prSet presAssocID="{48CB3E78-31CD-4552-878C-345D47C4A6AD}" presName="hierFlow" presStyleCnt="0"/>
      <dgm:spPr/>
    </dgm:pt>
    <dgm:pt modelId="{9CF01B95-A96D-4773-ADE2-D28DA66296E4}" type="pres">
      <dgm:prSet presAssocID="{48CB3E78-31CD-4552-878C-345D47C4A6AD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C7EF07-B0BD-4B69-ACB4-2C74425A8737}" type="pres">
      <dgm:prSet presAssocID="{8765AFCC-6224-4F6F-BC5C-4E2EA57BBA2D}" presName="Name14" presStyleCnt="0"/>
      <dgm:spPr/>
    </dgm:pt>
    <dgm:pt modelId="{6047A657-B634-46F1-9C96-1F8A4BE2F053}" type="pres">
      <dgm:prSet presAssocID="{8765AFCC-6224-4F6F-BC5C-4E2EA57BBA2D}" presName="level1Shape" presStyleLbl="node0" presStyleIdx="0" presStyleCnt="1">
        <dgm:presLayoutVars>
          <dgm:chPref val="3"/>
        </dgm:presLayoutVars>
      </dgm:prSet>
      <dgm:spPr/>
    </dgm:pt>
    <dgm:pt modelId="{6FAB6CD6-47E0-4B3C-AAC9-928F96ED8C61}" type="pres">
      <dgm:prSet presAssocID="{8765AFCC-6224-4F6F-BC5C-4E2EA57BBA2D}" presName="hierChild2" presStyleCnt="0"/>
      <dgm:spPr/>
    </dgm:pt>
    <dgm:pt modelId="{EAF4A4DA-ECAF-46EB-B1FA-BE3561431D21}" type="pres">
      <dgm:prSet presAssocID="{15334ADC-214C-4A85-B005-44C95DE726A3}" presName="Name19" presStyleLbl="parChTrans1D2" presStyleIdx="0" presStyleCnt="2"/>
      <dgm:spPr/>
    </dgm:pt>
    <dgm:pt modelId="{1017179F-92F5-492E-9A9C-C3C556A7CCB0}" type="pres">
      <dgm:prSet presAssocID="{471933A4-24B3-4899-9ADB-3F9954A1A057}" presName="Name21" presStyleCnt="0"/>
      <dgm:spPr/>
    </dgm:pt>
    <dgm:pt modelId="{AA56C2A7-A0AE-4B64-9413-22CC789A77AF}" type="pres">
      <dgm:prSet presAssocID="{471933A4-24B3-4899-9ADB-3F9954A1A057}" presName="level2Shape" presStyleLbl="node2" presStyleIdx="0" presStyleCnt="2"/>
      <dgm:spPr/>
    </dgm:pt>
    <dgm:pt modelId="{23EB64F9-6A8E-470B-A19C-267561B604A1}" type="pres">
      <dgm:prSet presAssocID="{471933A4-24B3-4899-9ADB-3F9954A1A057}" presName="hierChild3" presStyleCnt="0"/>
      <dgm:spPr/>
    </dgm:pt>
    <dgm:pt modelId="{AEE9C5C7-9F3E-451A-9CAB-51E0EB412591}" type="pres">
      <dgm:prSet presAssocID="{DE32C1EF-1897-41CB-87C5-0B5E0BA5B353}" presName="Name19" presStyleLbl="parChTrans1D3" presStyleIdx="0" presStyleCnt="6"/>
      <dgm:spPr/>
    </dgm:pt>
    <dgm:pt modelId="{6ACDA5B0-6D68-4A8A-AB64-3B671A58820D}" type="pres">
      <dgm:prSet presAssocID="{F3301306-47B6-4495-87E5-CFAD43958B3E}" presName="Name21" presStyleCnt="0"/>
      <dgm:spPr/>
    </dgm:pt>
    <dgm:pt modelId="{A67DE7C6-E60A-4727-A44F-A5F0616B6508}" type="pres">
      <dgm:prSet presAssocID="{F3301306-47B6-4495-87E5-CFAD43958B3E}" presName="level2Shape" presStyleLbl="node3" presStyleIdx="0" presStyleCnt="6"/>
      <dgm:spPr/>
    </dgm:pt>
    <dgm:pt modelId="{92C8A662-6551-4287-9AD5-29A8F6A99B2A}" type="pres">
      <dgm:prSet presAssocID="{F3301306-47B6-4495-87E5-CFAD43958B3E}" presName="hierChild3" presStyleCnt="0"/>
      <dgm:spPr/>
    </dgm:pt>
    <dgm:pt modelId="{1EAC2DC7-9422-414D-BAD5-A271F64694D6}" type="pres">
      <dgm:prSet presAssocID="{140E482E-622A-4AA7-AB2D-57F5EA9AB710}" presName="Name19" presStyleLbl="parChTrans1D3" presStyleIdx="1" presStyleCnt="6"/>
      <dgm:spPr/>
    </dgm:pt>
    <dgm:pt modelId="{CE59095B-8E35-4701-8DF4-AA64C1D5A4C4}" type="pres">
      <dgm:prSet presAssocID="{90D79628-DA39-43C2-A33E-7A65E988F71A}" presName="Name21" presStyleCnt="0"/>
      <dgm:spPr/>
    </dgm:pt>
    <dgm:pt modelId="{DD98F8DA-3B0F-462A-A889-52794666D806}" type="pres">
      <dgm:prSet presAssocID="{90D79628-DA39-43C2-A33E-7A65E988F71A}" presName="level2Shape" presStyleLbl="node3" presStyleIdx="1" presStyleCnt="6" custLinFactNeighborX="-231"/>
      <dgm:spPr/>
    </dgm:pt>
    <dgm:pt modelId="{7793B6C9-3A20-4959-B73C-4900BEE94CF9}" type="pres">
      <dgm:prSet presAssocID="{90D79628-DA39-43C2-A33E-7A65E988F71A}" presName="hierChild3" presStyleCnt="0"/>
      <dgm:spPr/>
    </dgm:pt>
    <dgm:pt modelId="{19950323-5FC5-4217-A70B-8FF2678B89DB}" type="pres">
      <dgm:prSet presAssocID="{A62DE6A2-7E54-4F55-93AB-9547191CC353}" presName="Name19" presStyleLbl="parChTrans1D3" presStyleIdx="2" presStyleCnt="6"/>
      <dgm:spPr/>
    </dgm:pt>
    <dgm:pt modelId="{BDBF251A-0CB3-476D-AB69-AD68B0FAFA48}" type="pres">
      <dgm:prSet presAssocID="{A982F4F9-0AA5-4845-81A5-7E852CF7D498}" presName="Name21" presStyleCnt="0"/>
      <dgm:spPr/>
    </dgm:pt>
    <dgm:pt modelId="{4A3134E5-AFB0-4E97-8687-9E4DE100FE20}" type="pres">
      <dgm:prSet presAssocID="{A982F4F9-0AA5-4845-81A5-7E852CF7D498}" presName="level2Shape" presStyleLbl="node3" presStyleIdx="2" presStyleCnt="6"/>
      <dgm:spPr/>
    </dgm:pt>
    <dgm:pt modelId="{1ECBC8C3-72A3-4042-B67F-8B240BA42DFA}" type="pres">
      <dgm:prSet presAssocID="{A982F4F9-0AA5-4845-81A5-7E852CF7D498}" presName="hierChild3" presStyleCnt="0"/>
      <dgm:spPr/>
    </dgm:pt>
    <dgm:pt modelId="{628E3A7B-6FD3-46A2-8856-C3FBE4AA4A72}" type="pres">
      <dgm:prSet presAssocID="{A7789667-EC13-4751-A765-B42CCD3AA76A}" presName="Name19" presStyleLbl="parChTrans1D2" presStyleIdx="1" presStyleCnt="2"/>
      <dgm:spPr/>
    </dgm:pt>
    <dgm:pt modelId="{C3AB3053-6E46-41EF-BC66-E40F869EC52C}" type="pres">
      <dgm:prSet presAssocID="{46C50B49-2358-4E7F-96E2-FC42E7876F18}" presName="Name21" presStyleCnt="0"/>
      <dgm:spPr/>
    </dgm:pt>
    <dgm:pt modelId="{73D2752D-1A89-40A0-944B-BCF532C7D27F}" type="pres">
      <dgm:prSet presAssocID="{46C50B49-2358-4E7F-96E2-FC42E7876F18}" presName="level2Shape" presStyleLbl="node2" presStyleIdx="1" presStyleCnt="2"/>
      <dgm:spPr/>
    </dgm:pt>
    <dgm:pt modelId="{E9B10309-87F3-4522-B1D3-3B2A3052C3C2}" type="pres">
      <dgm:prSet presAssocID="{46C50B49-2358-4E7F-96E2-FC42E7876F18}" presName="hierChild3" presStyleCnt="0"/>
      <dgm:spPr/>
    </dgm:pt>
    <dgm:pt modelId="{FD889227-0CDF-4918-951E-643D3FCC07CB}" type="pres">
      <dgm:prSet presAssocID="{4F8B7C15-78F6-43EA-81B1-A00B3A9567CC}" presName="Name19" presStyleLbl="parChTrans1D3" presStyleIdx="3" presStyleCnt="6"/>
      <dgm:spPr/>
    </dgm:pt>
    <dgm:pt modelId="{5978A44D-4BD2-4D32-8606-B8D10893DC0D}" type="pres">
      <dgm:prSet presAssocID="{150ED1C2-1A99-4F82-BE13-303DE4CEE781}" presName="Name21" presStyleCnt="0"/>
      <dgm:spPr/>
    </dgm:pt>
    <dgm:pt modelId="{24B51592-BB9E-4C42-8718-8060CA88EF40}" type="pres">
      <dgm:prSet presAssocID="{150ED1C2-1A99-4F82-BE13-303DE4CEE781}" presName="level2Shape" presStyleLbl="node3" presStyleIdx="3" presStyleCnt="6"/>
      <dgm:spPr/>
    </dgm:pt>
    <dgm:pt modelId="{4839B70B-3B9D-4812-8545-4034C5BF0D66}" type="pres">
      <dgm:prSet presAssocID="{150ED1C2-1A99-4F82-BE13-303DE4CEE781}" presName="hierChild3" presStyleCnt="0"/>
      <dgm:spPr/>
    </dgm:pt>
    <dgm:pt modelId="{2D86B9A2-047D-4009-B144-1041ADEC5A2A}" type="pres">
      <dgm:prSet presAssocID="{801F489B-AE16-4B7F-9B23-81A16E429556}" presName="Name19" presStyleLbl="parChTrans1D3" presStyleIdx="4" presStyleCnt="6"/>
      <dgm:spPr/>
    </dgm:pt>
    <dgm:pt modelId="{C5210ACE-80CC-4D0B-93FF-E51FF0001DC5}" type="pres">
      <dgm:prSet presAssocID="{54EDC624-3420-4714-943C-2C818A3E40A4}" presName="Name21" presStyleCnt="0"/>
      <dgm:spPr/>
    </dgm:pt>
    <dgm:pt modelId="{10D9C6D3-2C1E-4BF1-A765-1B530710AE88}" type="pres">
      <dgm:prSet presAssocID="{54EDC624-3420-4714-943C-2C818A3E40A4}" presName="level2Shape" presStyleLbl="node3" presStyleIdx="4" presStyleCnt="6"/>
      <dgm:spPr/>
    </dgm:pt>
    <dgm:pt modelId="{79352DEC-0A3E-4FC9-9134-7A3ACD209651}" type="pres">
      <dgm:prSet presAssocID="{54EDC624-3420-4714-943C-2C818A3E40A4}" presName="hierChild3" presStyleCnt="0"/>
      <dgm:spPr/>
    </dgm:pt>
    <dgm:pt modelId="{31A85278-FDA7-48F8-BB68-46438601EC15}" type="pres">
      <dgm:prSet presAssocID="{E11A77B7-316A-4A00-94E5-119E8021766F}" presName="Name19" presStyleLbl="parChTrans1D3" presStyleIdx="5" presStyleCnt="6"/>
      <dgm:spPr/>
    </dgm:pt>
    <dgm:pt modelId="{92327D79-5B05-4345-B979-AAFBD665C813}" type="pres">
      <dgm:prSet presAssocID="{465CD379-1F90-436B-B0A5-39E70B580E68}" presName="Name21" presStyleCnt="0"/>
      <dgm:spPr/>
    </dgm:pt>
    <dgm:pt modelId="{24DEB0F7-D352-41F5-B4A7-ADDE3B4DFCBA}" type="pres">
      <dgm:prSet presAssocID="{465CD379-1F90-436B-B0A5-39E70B580E68}" presName="level2Shape" presStyleLbl="node3" presStyleIdx="5" presStyleCnt="6"/>
      <dgm:spPr/>
    </dgm:pt>
    <dgm:pt modelId="{953BFB9A-EC6E-4974-993A-9755416CB08C}" type="pres">
      <dgm:prSet presAssocID="{465CD379-1F90-436B-B0A5-39E70B580E68}" presName="hierChild3" presStyleCnt="0"/>
      <dgm:spPr/>
    </dgm:pt>
    <dgm:pt modelId="{C2D5373B-44C7-4AA6-85EF-D0AAEEC5A845}" type="pres">
      <dgm:prSet presAssocID="{48CB3E78-31CD-4552-878C-345D47C4A6AD}" presName="bgShapesFlow" presStyleCnt="0"/>
      <dgm:spPr/>
    </dgm:pt>
  </dgm:ptLst>
  <dgm:cxnLst>
    <dgm:cxn modelId="{7FF74307-A905-46FE-9D59-CC2157DBBF3B}" type="presOf" srcId="{46C50B49-2358-4E7F-96E2-FC42E7876F18}" destId="{73D2752D-1A89-40A0-944B-BCF532C7D27F}" srcOrd="0" destOrd="0" presId="urn:microsoft.com/office/officeart/2005/8/layout/hierarchy6"/>
    <dgm:cxn modelId="{47159A0B-E982-4E3A-B36B-218762E3AF5E}" type="presOf" srcId="{DE32C1EF-1897-41CB-87C5-0B5E0BA5B353}" destId="{AEE9C5C7-9F3E-451A-9CAB-51E0EB412591}" srcOrd="0" destOrd="0" presId="urn:microsoft.com/office/officeart/2005/8/layout/hierarchy6"/>
    <dgm:cxn modelId="{9CA3F10F-BD7F-4E1D-BF20-1CFF729D3808}" srcId="{8765AFCC-6224-4F6F-BC5C-4E2EA57BBA2D}" destId="{471933A4-24B3-4899-9ADB-3F9954A1A057}" srcOrd="0" destOrd="0" parTransId="{15334ADC-214C-4A85-B005-44C95DE726A3}" sibTransId="{39831492-8690-4B8D-B942-C2F2B702EAE4}"/>
    <dgm:cxn modelId="{759D0312-F6A4-4580-9676-34A2D58FB631}" type="presOf" srcId="{465CD379-1F90-436B-B0A5-39E70B580E68}" destId="{24DEB0F7-D352-41F5-B4A7-ADDE3B4DFCBA}" srcOrd="0" destOrd="0" presId="urn:microsoft.com/office/officeart/2005/8/layout/hierarchy6"/>
    <dgm:cxn modelId="{BEDE6E15-7770-4A17-BDBD-86057EF4B08B}" srcId="{471933A4-24B3-4899-9ADB-3F9954A1A057}" destId="{90D79628-DA39-43C2-A33E-7A65E988F71A}" srcOrd="1" destOrd="0" parTransId="{140E482E-622A-4AA7-AB2D-57F5EA9AB710}" sibTransId="{CF6499BC-7BF7-4588-BEDD-D0128795985A}"/>
    <dgm:cxn modelId="{DA104E1D-6AE7-4E3B-967E-060EB31A05D3}" srcId="{48CB3E78-31CD-4552-878C-345D47C4A6AD}" destId="{8765AFCC-6224-4F6F-BC5C-4E2EA57BBA2D}" srcOrd="0" destOrd="0" parTransId="{3C51D4D8-F2E2-4254-886E-0595EEA5F6E0}" sibTransId="{D404E59C-DFD7-42FD-B6C5-B6E77167181A}"/>
    <dgm:cxn modelId="{12EF5F2F-740A-4EAC-B4CB-A7A9083507B4}" type="presOf" srcId="{A7789667-EC13-4751-A765-B42CCD3AA76A}" destId="{628E3A7B-6FD3-46A2-8856-C3FBE4AA4A72}" srcOrd="0" destOrd="0" presId="urn:microsoft.com/office/officeart/2005/8/layout/hierarchy6"/>
    <dgm:cxn modelId="{7FCC7E43-5352-40C7-A2EB-7C4A304EF261}" type="presOf" srcId="{8765AFCC-6224-4F6F-BC5C-4E2EA57BBA2D}" destId="{6047A657-B634-46F1-9C96-1F8A4BE2F053}" srcOrd="0" destOrd="0" presId="urn:microsoft.com/office/officeart/2005/8/layout/hierarchy6"/>
    <dgm:cxn modelId="{6F2D8866-FD1E-41B8-98EF-9108F261A7D3}" srcId="{471933A4-24B3-4899-9ADB-3F9954A1A057}" destId="{F3301306-47B6-4495-87E5-CFAD43958B3E}" srcOrd="0" destOrd="0" parTransId="{DE32C1EF-1897-41CB-87C5-0B5E0BA5B353}" sibTransId="{F618550A-10BF-4054-935C-F99360DDF3F7}"/>
    <dgm:cxn modelId="{4AF3276D-BBDD-4DC4-87BE-F51046D1197D}" srcId="{46C50B49-2358-4E7F-96E2-FC42E7876F18}" destId="{150ED1C2-1A99-4F82-BE13-303DE4CEE781}" srcOrd="0" destOrd="0" parTransId="{4F8B7C15-78F6-43EA-81B1-A00B3A9567CC}" sibTransId="{764BAB82-61B2-440D-B97C-2B45D5CAC1C7}"/>
    <dgm:cxn modelId="{94E31956-BD18-4FA5-9999-425BB68BD44F}" type="presOf" srcId="{150ED1C2-1A99-4F82-BE13-303DE4CEE781}" destId="{24B51592-BB9E-4C42-8718-8060CA88EF40}" srcOrd="0" destOrd="0" presId="urn:microsoft.com/office/officeart/2005/8/layout/hierarchy6"/>
    <dgm:cxn modelId="{36D01079-51D7-473E-BB12-003021A180F5}" srcId="{46C50B49-2358-4E7F-96E2-FC42E7876F18}" destId="{465CD379-1F90-436B-B0A5-39E70B580E68}" srcOrd="2" destOrd="0" parTransId="{E11A77B7-316A-4A00-94E5-119E8021766F}" sibTransId="{A0F07953-B884-4FB2-9801-C179760E0CBD}"/>
    <dgm:cxn modelId="{CF46797A-BA35-42FF-84F3-A496E0964AC8}" type="presOf" srcId="{A982F4F9-0AA5-4845-81A5-7E852CF7D498}" destId="{4A3134E5-AFB0-4E97-8687-9E4DE100FE20}" srcOrd="0" destOrd="0" presId="urn:microsoft.com/office/officeart/2005/8/layout/hierarchy6"/>
    <dgm:cxn modelId="{DA5A0785-8C8B-47D6-86DD-55BCCEAEA392}" type="presOf" srcId="{A62DE6A2-7E54-4F55-93AB-9547191CC353}" destId="{19950323-5FC5-4217-A70B-8FF2678B89DB}" srcOrd="0" destOrd="0" presId="urn:microsoft.com/office/officeart/2005/8/layout/hierarchy6"/>
    <dgm:cxn modelId="{5C17B086-1423-434F-A028-A83492313218}" type="presOf" srcId="{90D79628-DA39-43C2-A33E-7A65E988F71A}" destId="{DD98F8DA-3B0F-462A-A889-52794666D806}" srcOrd="0" destOrd="0" presId="urn:microsoft.com/office/officeart/2005/8/layout/hierarchy6"/>
    <dgm:cxn modelId="{48ED198C-D7E3-47A8-8618-8D4869A974E9}" srcId="{471933A4-24B3-4899-9ADB-3F9954A1A057}" destId="{A982F4F9-0AA5-4845-81A5-7E852CF7D498}" srcOrd="2" destOrd="0" parTransId="{A62DE6A2-7E54-4F55-93AB-9547191CC353}" sibTransId="{C0303630-FED0-47AA-9C4E-B76271EF213E}"/>
    <dgm:cxn modelId="{44DE1797-DFFD-49CD-BD18-D8212D31B94A}" type="presOf" srcId="{E11A77B7-316A-4A00-94E5-119E8021766F}" destId="{31A85278-FDA7-48F8-BB68-46438601EC15}" srcOrd="0" destOrd="0" presId="urn:microsoft.com/office/officeart/2005/8/layout/hierarchy6"/>
    <dgm:cxn modelId="{E9BCB398-FCCB-461B-BC7C-680500367692}" srcId="{8765AFCC-6224-4F6F-BC5C-4E2EA57BBA2D}" destId="{46C50B49-2358-4E7F-96E2-FC42E7876F18}" srcOrd="1" destOrd="0" parTransId="{A7789667-EC13-4751-A765-B42CCD3AA76A}" sibTransId="{A263EC76-3CD2-4CAB-97A2-DC2BC827F263}"/>
    <dgm:cxn modelId="{429716A1-CD15-41EF-8A30-9663AA090AB4}" type="presOf" srcId="{48CB3E78-31CD-4552-878C-345D47C4A6AD}" destId="{977ED7E4-B034-45A2-8A18-10E46AB486C1}" srcOrd="0" destOrd="0" presId="urn:microsoft.com/office/officeart/2005/8/layout/hierarchy6"/>
    <dgm:cxn modelId="{B4EE80AA-A1FB-41AB-B27E-46CF38164027}" type="presOf" srcId="{140E482E-622A-4AA7-AB2D-57F5EA9AB710}" destId="{1EAC2DC7-9422-414D-BAD5-A271F64694D6}" srcOrd="0" destOrd="0" presId="urn:microsoft.com/office/officeart/2005/8/layout/hierarchy6"/>
    <dgm:cxn modelId="{955C87AD-3D8B-4110-9AC3-960F6080BE82}" type="presOf" srcId="{54EDC624-3420-4714-943C-2C818A3E40A4}" destId="{10D9C6D3-2C1E-4BF1-A765-1B530710AE88}" srcOrd="0" destOrd="0" presId="urn:microsoft.com/office/officeart/2005/8/layout/hierarchy6"/>
    <dgm:cxn modelId="{9FFE6FBB-F8BF-424B-BA78-E0B99CFC5232}" type="presOf" srcId="{801F489B-AE16-4B7F-9B23-81A16E429556}" destId="{2D86B9A2-047D-4009-B144-1041ADEC5A2A}" srcOrd="0" destOrd="0" presId="urn:microsoft.com/office/officeart/2005/8/layout/hierarchy6"/>
    <dgm:cxn modelId="{B46C4EBD-7B8D-4336-B531-6F83430A6581}" type="presOf" srcId="{F3301306-47B6-4495-87E5-CFAD43958B3E}" destId="{A67DE7C6-E60A-4727-A44F-A5F0616B6508}" srcOrd="0" destOrd="0" presId="urn:microsoft.com/office/officeart/2005/8/layout/hierarchy6"/>
    <dgm:cxn modelId="{FA424CC1-2C24-495F-9B57-0EBE59512D0F}" srcId="{46C50B49-2358-4E7F-96E2-FC42E7876F18}" destId="{54EDC624-3420-4714-943C-2C818A3E40A4}" srcOrd="1" destOrd="0" parTransId="{801F489B-AE16-4B7F-9B23-81A16E429556}" sibTransId="{167A4EA3-917A-450A-8DB3-D085455C0E06}"/>
    <dgm:cxn modelId="{C044A4E2-B9D4-4506-84D9-983B60E01F35}" type="presOf" srcId="{15334ADC-214C-4A85-B005-44C95DE726A3}" destId="{EAF4A4DA-ECAF-46EB-B1FA-BE3561431D21}" srcOrd="0" destOrd="0" presId="urn:microsoft.com/office/officeart/2005/8/layout/hierarchy6"/>
    <dgm:cxn modelId="{45EE62F5-7657-440C-A271-7E648F39B52E}" type="presOf" srcId="{4F8B7C15-78F6-43EA-81B1-A00B3A9567CC}" destId="{FD889227-0CDF-4918-951E-643D3FCC07CB}" srcOrd="0" destOrd="0" presId="urn:microsoft.com/office/officeart/2005/8/layout/hierarchy6"/>
    <dgm:cxn modelId="{1BC29CF7-0746-4D22-B020-95AE0AF88F84}" type="presOf" srcId="{471933A4-24B3-4899-9ADB-3F9954A1A057}" destId="{AA56C2A7-A0AE-4B64-9413-22CC789A77AF}" srcOrd="0" destOrd="0" presId="urn:microsoft.com/office/officeart/2005/8/layout/hierarchy6"/>
    <dgm:cxn modelId="{ABED03AE-3F23-4754-8E62-2F75C84A493C}" type="presParOf" srcId="{977ED7E4-B034-45A2-8A18-10E46AB486C1}" destId="{DF338498-BA1A-4F35-A766-04EC3C037735}" srcOrd="0" destOrd="0" presId="urn:microsoft.com/office/officeart/2005/8/layout/hierarchy6"/>
    <dgm:cxn modelId="{7DCC97D4-DD0A-43D3-BE74-CE33CA8A018D}" type="presParOf" srcId="{DF338498-BA1A-4F35-A766-04EC3C037735}" destId="{9CF01B95-A96D-4773-ADE2-D28DA66296E4}" srcOrd="0" destOrd="0" presId="urn:microsoft.com/office/officeart/2005/8/layout/hierarchy6"/>
    <dgm:cxn modelId="{26D0BF8F-CDC6-4ABF-BE18-D1B338487C6C}" type="presParOf" srcId="{9CF01B95-A96D-4773-ADE2-D28DA66296E4}" destId="{59C7EF07-B0BD-4B69-ACB4-2C74425A8737}" srcOrd="0" destOrd="0" presId="urn:microsoft.com/office/officeart/2005/8/layout/hierarchy6"/>
    <dgm:cxn modelId="{95A643F7-9911-46BB-9C86-9176D8CCCB37}" type="presParOf" srcId="{59C7EF07-B0BD-4B69-ACB4-2C74425A8737}" destId="{6047A657-B634-46F1-9C96-1F8A4BE2F053}" srcOrd="0" destOrd="0" presId="urn:microsoft.com/office/officeart/2005/8/layout/hierarchy6"/>
    <dgm:cxn modelId="{C14A4DF7-984A-45D5-B819-7B150D91C02A}" type="presParOf" srcId="{59C7EF07-B0BD-4B69-ACB4-2C74425A8737}" destId="{6FAB6CD6-47E0-4B3C-AAC9-928F96ED8C61}" srcOrd="1" destOrd="0" presId="urn:microsoft.com/office/officeart/2005/8/layout/hierarchy6"/>
    <dgm:cxn modelId="{C653E207-163B-43B3-9BB0-C9B5D43AA34F}" type="presParOf" srcId="{6FAB6CD6-47E0-4B3C-AAC9-928F96ED8C61}" destId="{EAF4A4DA-ECAF-46EB-B1FA-BE3561431D21}" srcOrd="0" destOrd="0" presId="urn:microsoft.com/office/officeart/2005/8/layout/hierarchy6"/>
    <dgm:cxn modelId="{17F2C3DC-F95F-4A15-8BB2-37C3E3E00B70}" type="presParOf" srcId="{6FAB6CD6-47E0-4B3C-AAC9-928F96ED8C61}" destId="{1017179F-92F5-492E-9A9C-C3C556A7CCB0}" srcOrd="1" destOrd="0" presId="urn:microsoft.com/office/officeart/2005/8/layout/hierarchy6"/>
    <dgm:cxn modelId="{45CF4766-3F87-4E13-8649-B3D1221BECF7}" type="presParOf" srcId="{1017179F-92F5-492E-9A9C-C3C556A7CCB0}" destId="{AA56C2A7-A0AE-4B64-9413-22CC789A77AF}" srcOrd="0" destOrd="0" presId="urn:microsoft.com/office/officeart/2005/8/layout/hierarchy6"/>
    <dgm:cxn modelId="{1643096F-B98E-4023-B648-7C18B8E08BC6}" type="presParOf" srcId="{1017179F-92F5-492E-9A9C-C3C556A7CCB0}" destId="{23EB64F9-6A8E-470B-A19C-267561B604A1}" srcOrd="1" destOrd="0" presId="urn:microsoft.com/office/officeart/2005/8/layout/hierarchy6"/>
    <dgm:cxn modelId="{250EAB62-897D-4E9E-A674-8F8672246F4C}" type="presParOf" srcId="{23EB64F9-6A8E-470B-A19C-267561B604A1}" destId="{AEE9C5C7-9F3E-451A-9CAB-51E0EB412591}" srcOrd="0" destOrd="0" presId="urn:microsoft.com/office/officeart/2005/8/layout/hierarchy6"/>
    <dgm:cxn modelId="{6402CFC0-94F0-48A2-8692-30D0856EF069}" type="presParOf" srcId="{23EB64F9-6A8E-470B-A19C-267561B604A1}" destId="{6ACDA5B0-6D68-4A8A-AB64-3B671A58820D}" srcOrd="1" destOrd="0" presId="urn:microsoft.com/office/officeart/2005/8/layout/hierarchy6"/>
    <dgm:cxn modelId="{B8CE1C88-DA30-4854-A9B3-0DB1BDB3494B}" type="presParOf" srcId="{6ACDA5B0-6D68-4A8A-AB64-3B671A58820D}" destId="{A67DE7C6-E60A-4727-A44F-A5F0616B6508}" srcOrd="0" destOrd="0" presId="urn:microsoft.com/office/officeart/2005/8/layout/hierarchy6"/>
    <dgm:cxn modelId="{304CAE75-CDA0-4DD0-97B8-75FA57036A6D}" type="presParOf" srcId="{6ACDA5B0-6D68-4A8A-AB64-3B671A58820D}" destId="{92C8A662-6551-4287-9AD5-29A8F6A99B2A}" srcOrd="1" destOrd="0" presId="urn:microsoft.com/office/officeart/2005/8/layout/hierarchy6"/>
    <dgm:cxn modelId="{95A3EC73-40BB-4F2C-8D2A-39A95A7708CC}" type="presParOf" srcId="{23EB64F9-6A8E-470B-A19C-267561B604A1}" destId="{1EAC2DC7-9422-414D-BAD5-A271F64694D6}" srcOrd="2" destOrd="0" presId="urn:microsoft.com/office/officeart/2005/8/layout/hierarchy6"/>
    <dgm:cxn modelId="{4AC8815C-065D-4F3B-87BF-286889F3987C}" type="presParOf" srcId="{23EB64F9-6A8E-470B-A19C-267561B604A1}" destId="{CE59095B-8E35-4701-8DF4-AA64C1D5A4C4}" srcOrd="3" destOrd="0" presId="urn:microsoft.com/office/officeart/2005/8/layout/hierarchy6"/>
    <dgm:cxn modelId="{66F784A8-7F40-4230-8336-F4D256D6EC0D}" type="presParOf" srcId="{CE59095B-8E35-4701-8DF4-AA64C1D5A4C4}" destId="{DD98F8DA-3B0F-462A-A889-52794666D806}" srcOrd="0" destOrd="0" presId="urn:microsoft.com/office/officeart/2005/8/layout/hierarchy6"/>
    <dgm:cxn modelId="{F63B17DF-E90B-42F6-8640-74B3AFEEAE99}" type="presParOf" srcId="{CE59095B-8E35-4701-8DF4-AA64C1D5A4C4}" destId="{7793B6C9-3A20-4959-B73C-4900BEE94CF9}" srcOrd="1" destOrd="0" presId="urn:microsoft.com/office/officeart/2005/8/layout/hierarchy6"/>
    <dgm:cxn modelId="{B7E098B3-BF6B-4B8A-B21B-DA1A2B0233D2}" type="presParOf" srcId="{23EB64F9-6A8E-470B-A19C-267561B604A1}" destId="{19950323-5FC5-4217-A70B-8FF2678B89DB}" srcOrd="4" destOrd="0" presId="urn:microsoft.com/office/officeart/2005/8/layout/hierarchy6"/>
    <dgm:cxn modelId="{2AD61271-62CE-485A-B385-68C949C76A8E}" type="presParOf" srcId="{23EB64F9-6A8E-470B-A19C-267561B604A1}" destId="{BDBF251A-0CB3-476D-AB69-AD68B0FAFA48}" srcOrd="5" destOrd="0" presId="urn:microsoft.com/office/officeart/2005/8/layout/hierarchy6"/>
    <dgm:cxn modelId="{6A35FB05-3D3A-480D-B21D-94FF52B399B9}" type="presParOf" srcId="{BDBF251A-0CB3-476D-AB69-AD68B0FAFA48}" destId="{4A3134E5-AFB0-4E97-8687-9E4DE100FE20}" srcOrd="0" destOrd="0" presId="urn:microsoft.com/office/officeart/2005/8/layout/hierarchy6"/>
    <dgm:cxn modelId="{BD170EC6-71FC-4A4B-AF91-C0710AAD2474}" type="presParOf" srcId="{BDBF251A-0CB3-476D-AB69-AD68B0FAFA48}" destId="{1ECBC8C3-72A3-4042-B67F-8B240BA42DFA}" srcOrd="1" destOrd="0" presId="urn:microsoft.com/office/officeart/2005/8/layout/hierarchy6"/>
    <dgm:cxn modelId="{57887665-6A97-498F-B54D-C609DA40100E}" type="presParOf" srcId="{6FAB6CD6-47E0-4B3C-AAC9-928F96ED8C61}" destId="{628E3A7B-6FD3-46A2-8856-C3FBE4AA4A72}" srcOrd="2" destOrd="0" presId="urn:microsoft.com/office/officeart/2005/8/layout/hierarchy6"/>
    <dgm:cxn modelId="{115E63C5-EA14-4348-B04B-0D61DA3EFEED}" type="presParOf" srcId="{6FAB6CD6-47E0-4B3C-AAC9-928F96ED8C61}" destId="{C3AB3053-6E46-41EF-BC66-E40F869EC52C}" srcOrd="3" destOrd="0" presId="urn:microsoft.com/office/officeart/2005/8/layout/hierarchy6"/>
    <dgm:cxn modelId="{C92845EE-8382-42B1-A5C7-CA09B9755ED5}" type="presParOf" srcId="{C3AB3053-6E46-41EF-BC66-E40F869EC52C}" destId="{73D2752D-1A89-40A0-944B-BCF532C7D27F}" srcOrd="0" destOrd="0" presId="urn:microsoft.com/office/officeart/2005/8/layout/hierarchy6"/>
    <dgm:cxn modelId="{082AFDA7-450D-401A-A803-35ED24AC1358}" type="presParOf" srcId="{C3AB3053-6E46-41EF-BC66-E40F869EC52C}" destId="{E9B10309-87F3-4522-B1D3-3B2A3052C3C2}" srcOrd="1" destOrd="0" presId="urn:microsoft.com/office/officeart/2005/8/layout/hierarchy6"/>
    <dgm:cxn modelId="{2D5824AA-D9DB-436E-BC0E-08CBD5C2C78F}" type="presParOf" srcId="{E9B10309-87F3-4522-B1D3-3B2A3052C3C2}" destId="{FD889227-0CDF-4918-951E-643D3FCC07CB}" srcOrd="0" destOrd="0" presId="urn:microsoft.com/office/officeart/2005/8/layout/hierarchy6"/>
    <dgm:cxn modelId="{FEC37089-6DAE-45BE-89F0-AD6D28ABE095}" type="presParOf" srcId="{E9B10309-87F3-4522-B1D3-3B2A3052C3C2}" destId="{5978A44D-4BD2-4D32-8606-B8D10893DC0D}" srcOrd="1" destOrd="0" presId="urn:microsoft.com/office/officeart/2005/8/layout/hierarchy6"/>
    <dgm:cxn modelId="{32CD4BFC-DA24-4465-B09D-6750E8B25E76}" type="presParOf" srcId="{5978A44D-4BD2-4D32-8606-B8D10893DC0D}" destId="{24B51592-BB9E-4C42-8718-8060CA88EF40}" srcOrd="0" destOrd="0" presId="urn:microsoft.com/office/officeart/2005/8/layout/hierarchy6"/>
    <dgm:cxn modelId="{75151088-F0B0-439A-9937-D06DF89EC93A}" type="presParOf" srcId="{5978A44D-4BD2-4D32-8606-B8D10893DC0D}" destId="{4839B70B-3B9D-4812-8545-4034C5BF0D66}" srcOrd="1" destOrd="0" presId="urn:microsoft.com/office/officeart/2005/8/layout/hierarchy6"/>
    <dgm:cxn modelId="{398B2FE0-8F16-4654-80CA-F11D9732EE3F}" type="presParOf" srcId="{E9B10309-87F3-4522-B1D3-3B2A3052C3C2}" destId="{2D86B9A2-047D-4009-B144-1041ADEC5A2A}" srcOrd="2" destOrd="0" presId="urn:microsoft.com/office/officeart/2005/8/layout/hierarchy6"/>
    <dgm:cxn modelId="{A8120D2F-3EF5-4E63-A369-B96073F6D212}" type="presParOf" srcId="{E9B10309-87F3-4522-B1D3-3B2A3052C3C2}" destId="{C5210ACE-80CC-4D0B-93FF-E51FF0001DC5}" srcOrd="3" destOrd="0" presId="urn:microsoft.com/office/officeart/2005/8/layout/hierarchy6"/>
    <dgm:cxn modelId="{81813D91-3E54-4DD8-9EC9-B4BA6E0B5E33}" type="presParOf" srcId="{C5210ACE-80CC-4D0B-93FF-E51FF0001DC5}" destId="{10D9C6D3-2C1E-4BF1-A765-1B530710AE88}" srcOrd="0" destOrd="0" presId="urn:microsoft.com/office/officeart/2005/8/layout/hierarchy6"/>
    <dgm:cxn modelId="{1B1AB9CF-FC47-4CF1-B918-475A2A61F620}" type="presParOf" srcId="{C5210ACE-80CC-4D0B-93FF-E51FF0001DC5}" destId="{79352DEC-0A3E-4FC9-9134-7A3ACD209651}" srcOrd="1" destOrd="0" presId="urn:microsoft.com/office/officeart/2005/8/layout/hierarchy6"/>
    <dgm:cxn modelId="{8C398601-4CE6-4A24-A14C-4A265FED94CA}" type="presParOf" srcId="{E9B10309-87F3-4522-B1D3-3B2A3052C3C2}" destId="{31A85278-FDA7-48F8-BB68-46438601EC15}" srcOrd="4" destOrd="0" presId="urn:microsoft.com/office/officeart/2005/8/layout/hierarchy6"/>
    <dgm:cxn modelId="{4C1792E0-178B-4F0C-BFBA-DA23E1CCE6B0}" type="presParOf" srcId="{E9B10309-87F3-4522-B1D3-3B2A3052C3C2}" destId="{92327D79-5B05-4345-B979-AAFBD665C813}" srcOrd="5" destOrd="0" presId="urn:microsoft.com/office/officeart/2005/8/layout/hierarchy6"/>
    <dgm:cxn modelId="{08AD022A-BE17-4318-943C-2A641D93652F}" type="presParOf" srcId="{92327D79-5B05-4345-B979-AAFBD665C813}" destId="{24DEB0F7-D352-41F5-B4A7-ADDE3B4DFCBA}" srcOrd="0" destOrd="0" presId="urn:microsoft.com/office/officeart/2005/8/layout/hierarchy6"/>
    <dgm:cxn modelId="{CA4D1F42-4D44-4842-8DE6-C17B3A621EB4}" type="presParOf" srcId="{92327D79-5B05-4345-B979-AAFBD665C813}" destId="{953BFB9A-EC6E-4974-993A-9755416CB08C}" srcOrd="1" destOrd="0" presId="urn:microsoft.com/office/officeart/2005/8/layout/hierarchy6"/>
    <dgm:cxn modelId="{5414BBBD-81E5-40A0-9C5B-E4CEE85EF430}" type="presParOf" srcId="{977ED7E4-B034-45A2-8A18-10E46AB486C1}" destId="{C2D5373B-44C7-4AA6-85EF-D0AAEEC5A845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D3877-D1D2-41E2-ADEF-F9A6BDAF7D6F}">
      <dsp:nvSpPr>
        <dsp:cNvPr id="0" name=""/>
        <dsp:cNvSpPr/>
      </dsp:nvSpPr>
      <dsp:spPr>
        <a:xfrm>
          <a:off x="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Stage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Commodity money</a:t>
          </a:r>
        </a:p>
      </dsp:txBody>
      <dsp:txXfrm>
        <a:off x="32235" y="211279"/>
        <a:ext cx="1249979" cy="1036125"/>
      </dsp:txXfrm>
    </dsp:sp>
    <dsp:sp modelId="{950EC3EE-9990-42AF-B69C-D3241C7E77A6}">
      <dsp:nvSpPr>
        <dsp:cNvPr id="0" name=""/>
        <dsp:cNvSpPr/>
      </dsp:nvSpPr>
      <dsp:spPr>
        <a:xfrm>
          <a:off x="144589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445895" y="631547"/>
        <a:ext cx="195064" cy="195589"/>
      </dsp:txXfrm>
    </dsp:sp>
    <dsp:sp modelId="{7299276D-2C10-4018-AE4F-1912D50C1B4A}">
      <dsp:nvSpPr>
        <dsp:cNvPr id="0" name=""/>
        <dsp:cNvSpPr/>
      </dsp:nvSpPr>
      <dsp:spPr>
        <a:xfrm>
          <a:off x="184023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Free banking</a:t>
          </a:r>
        </a:p>
      </dsp:txBody>
      <dsp:txXfrm>
        <a:off x="1872465" y="211279"/>
        <a:ext cx="1249979" cy="1036125"/>
      </dsp:txXfrm>
    </dsp:sp>
    <dsp:sp modelId="{AA98B340-5888-4FFD-91BF-8EDA18336060}">
      <dsp:nvSpPr>
        <dsp:cNvPr id="0" name=""/>
        <dsp:cNvSpPr/>
      </dsp:nvSpPr>
      <dsp:spPr>
        <a:xfrm>
          <a:off x="328612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286125" y="631547"/>
        <a:ext cx="195064" cy="195589"/>
      </dsp:txXfrm>
    </dsp:sp>
    <dsp:sp modelId="{8FDB06E1-318E-4BBE-96A0-76278DE5D9C3}">
      <dsp:nvSpPr>
        <dsp:cNvPr id="0" name=""/>
        <dsp:cNvSpPr/>
      </dsp:nvSpPr>
      <dsp:spPr>
        <a:xfrm>
          <a:off x="368046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3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Classic gold standard</a:t>
          </a:r>
        </a:p>
      </dsp:txBody>
      <dsp:txXfrm>
        <a:off x="3712695" y="211279"/>
        <a:ext cx="1249979" cy="1036125"/>
      </dsp:txXfrm>
    </dsp:sp>
    <dsp:sp modelId="{DB4EADF8-28EB-490D-80F5-F3A92B8376F6}">
      <dsp:nvSpPr>
        <dsp:cNvPr id="0" name=""/>
        <dsp:cNvSpPr/>
      </dsp:nvSpPr>
      <dsp:spPr>
        <a:xfrm>
          <a:off x="512635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126355" y="631547"/>
        <a:ext cx="195064" cy="195589"/>
      </dsp:txXfrm>
    </dsp:sp>
    <dsp:sp modelId="{D71E7CC6-B541-48B5-B5A9-9A7E1FEDDE09}">
      <dsp:nvSpPr>
        <dsp:cNvPr id="0" name=""/>
        <dsp:cNvSpPr/>
      </dsp:nvSpPr>
      <dsp:spPr>
        <a:xfrm>
          <a:off x="552069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Bretton Woods System</a:t>
          </a:r>
        </a:p>
      </dsp:txBody>
      <dsp:txXfrm>
        <a:off x="5552925" y="211279"/>
        <a:ext cx="1249979" cy="1036125"/>
      </dsp:txXfrm>
    </dsp:sp>
    <dsp:sp modelId="{CC0A9359-C884-431B-85C1-F36A2C00867C}">
      <dsp:nvSpPr>
        <dsp:cNvPr id="0" name=""/>
        <dsp:cNvSpPr/>
      </dsp:nvSpPr>
      <dsp:spPr>
        <a:xfrm>
          <a:off x="696658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66585" y="631547"/>
        <a:ext cx="195064" cy="195589"/>
      </dsp:txXfrm>
    </dsp:sp>
    <dsp:sp modelId="{5D80EEC5-F634-4317-BD82-E39F2E53DB07}">
      <dsp:nvSpPr>
        <dsp:cNvPr id="0" name=""/>
        <dsp:cNvSpPr/>
      </dsp:nvSpPr>
      <dsp:spPr>
        <a:xfrm>
          <a:off x="736092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Fiat money</a:t>
          </a:r>
        </a:p>
      </dsp:txBody>
      <dsp:txXfrm>
        <a:off x="7393155" y="211279"/>
        <a:ext cx="1249979" cy="1036125"/>
      </dsp:txXfrm>
    </dsp:sp>
    <dsp:sp modelId="{95C223DD-3D7E-470C-B8EF-590686B38E29}">
      <dsp:nvSpPr>
        <dsp:cNvPr id="0" name=""/>
        <dsp:cNvSpPr/>
      </dsp:nvSpPr>
      <dsp:spPr>
        <a:xfrm>
          <a:off x="8806814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6814" y="631547"/>
        <a:ext cx="195064" cy="195589"/>
      </dsp:txXfrm>
    </dsp:sp>
    <dsp:sp modelId="{6A855441-6775-4A22-8652-9B103594F6A9}">
      <dsp:nvSpPr>
        <dsp:cNvPr id="0" name=""/>
        <dsp:cNvSpPr/>
      </dsp:nvSpPr>
      <dsp:spPr>
        <a:xfrm>
          <a:off x="9201149" y="179044"/>
          <a:ext cx="1314449" cy="1100595"/>
        </a:xfrm>
        <a:prstGeom prst="roundRect">
          <a:avLst>
            <a:gd name="adj" fmla="val 10000"/>
          </a:avLst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The future of money?</a:t>
          </a:r>
        </a:p>
      </dsp:txBody>
      <dsp:txXfrm>
        <a:off x="9233384" y="211279"/>
        <a:ext cx="1249979" cy="10361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7A657-B634-46F1-9C96-1F8A4BE2F053}">
      <dsp:nvSpPr>
        <dsp:cNvPr id="0" name=""/>
        <dsp:cNvSpPr/>
      </dsp:nvSpPr>
      <dsp:spPr>
        <a:xfrm>
          <a:off x="4556931" y="106810"/>
          <a:ext cx="1401737" cy="93449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broader sense</a:t>
          </a:r>
        </a:p>
      </dsp:txBody>
      <dsp:txXfrm>
        <a:off x="4584301" y="134180"/>
        <a:ext cx="1346997" cy="879751"/>
      </dsp:txXfrm>
    </dsp:sp>
    <dsp:sp modelId="{EAF4A4DA-ECAF-46EB-B1FA-BE3561431D21}">
      <dsp:nvSpPr>
        <dsp:cNvPr id="0" name=""/>
        <dsp:cNvSpPr/>
      </dsp:nvSpPr>
      <dsp:spPr>
        <a:xfrm>
          <a:off x="2524411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2733388" y="0"/>
              </a:moveTo>
              <a:lnTo>
                <a:pt x="2733388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56C2A7-A0AE-4B64-9413-22CC789A77AF}">
      <dsp:nvSpPr>
        <dsp:cNvPr id="0" name=""/>
        <dsp:cNvSpPr/>
      </dsp:nvSpPr>
      <dsp:spPr>
        <a:xfrm>
          <a:off x="1823542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narrower sense</a:t>
          </a:r>
        </a:p>
      </dsp:txBody>
      <dsp:txXfrm>
        <a:off x="1850912" y="1442468"/>
        <a:ext cx="1346997" cy="879751"/>
      </dsp:txXfrm>
    </dsp:sp>
    <dsp:sp modelId="{AEE9C5C7-9F3E-451A-9CAB-51E0EB412591}">
      <dsp:nvSpPr>
        <dsp:cNvPr id="0" name=""/>
        <dsp:cNvSpPr/>
      </dsp:nvSpPr>
      <dsp:spPr>
        <a:xfrm>
          <a:off x="702152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DE7C6-E60A-4727-A44F-A5F0616B6508}">
      <dsp:nvSpPr>
        <dsp:cNvPr id="0" name=""/>
        <dsp:cNvSpPr/>
      </dsp:nvSpPr>
      <dsp:spPr>
        <a:xfrm>
          <a:off x="1283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Commodity money</a:t>
          </a:r>
        </a:p>
      </dsp:txBody>
      <dsp:txXfrm>
        <a:off x="28653" y="2750757"/>
        <a:ext cx="1346997" cy="879751"/>
      </dsp:txXfrm>
    </dsp:sp>
    <dsp:sp modelId="{1EAC2DC7-9422-414D-BAD5-A271F64694D6}">
      <dsp:nvSpPr>
        <dsp:cNvPr id="0" name=""/>
        <dsp:cNvSpPr/>
      </dsp:nvSpPr>
      <dsp:spPr>
        <a:xfrm>
          <a:off x="2475453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8958" y="0"/>
              </a:moveTo>
              <a:lnTo>
                <a:pt x="48958" y="186898"/>
              </a:lnTo>
              <a:lnTo>
                <a:pt x="45720" y="186898"/>
              </a:ln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8F8DA-3B0F-462A-A889-52794666D806}">
      <dsp:nvSpPr>
        <dsp:cNvPr id="0" name=""/>
        <dsp:cNvSpPr/>
      </dsp:nvSpPr>
      <dsp:spPr>
        <a:xfrm>
          <a:off x="1820304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Fiat money</a:t>
          </a:r>
        </a:p>
      </dsp:txBody>
      <dsp:txXfrm>
        <a:off x="1847674" y="2750757"/>
        <a:ext cx="1346997" cy="879751"/>
      </dsp:txXfrm>
    </dsp:sp>
    <dsp:sp modelId="{19950323-5FC5-4217-A70B-8FF2678B89DB}">
      <dsp:nvSpPr>
        <dsp:cNvPr id="0" name=""/>
        <dsp:cNvSpPr/>
      </dsp:nvSpPr>
      <dsp:spPr>
        <a:xfrm>
          <a:off x="2524411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3134E5-AFB0-4E97-8687-9E4DE100FE20}">
      <dsp:nvSpPr>
        <dsp:cNvPr id="0" name=""/>
        <dsp:cNvSpPr/>
      </dsp:nvSpPr>
      <dsp:spPr>
        <a:xfrm>
          <a:off x="3645801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Digital money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(Bitcoin)</a:t>
          </a:r>
        </a:p>
      </dsp:txBody>
      <dsp:txXfrm>
        <a:off x="3673171" y="2750757"/>
        <a:ext cx="1346997" cy="879751"/>
      </dsp:txXfrm>
    </dsp:sp>
    <dsp:sp modelId="{628E3A7B-6FD3-46A2-8856-C3FBE4AA4A72}">
      <dsp:nvSpPr>
        <dsp:cNvPr id="0" name=""/>
        <dsp:cNvSpPr/>
      </dsp:nvSpPr>
      <dsp:spPr>
        <a:xfrm>
          <a:off x="5257800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2733388" y="186898"/>
              </a:lnTo>
              <a:lnTo>
                <a:pt x="2733388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2752D-1A89-40A0-944B-BCF532C7D27F}">
      <dsp:nvSpPr>
        <dsp:cNvPr id="0" name=""/>
        <dsp:cNvSpPr/>
      </dsp:nvSpPr>
      <dsp:spPr>
        <a:xfrm>
          <a:off x="7290319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Money-substitutes</a:t>
          </a:r>
        </a:p>
      </dsp:txBody>
      <dsp:txXfrm>
        <a:off x="7317689" y="1442468"/>
        <a:ext cx="1346997" cy="879751"/>
      </dsp:txXfrm>
    </dsp:sp>
    <dsp:sp modelId="{FD889227-0CDF-4918-951E-643D3FCC07CB}">
      <dsp:nvSpPr>
        <dsp:cNvPr id="0" name=""/>
        <dsp:cNvSpPr/>
      </dsp:nvSpPr>
      <dsp:spPr>
        <a:xfrm>
          <a:off x="6168929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51592-BB9E-4C42-8718-8060CA88EF40}">
      <dsp:nvSpPr>
        <dsp:cNvPr id="0" name=""/>
        <dsp:cNvSpPr/>
      </dsp:nvSpPr>
      <dsp:spPr>
        <a:xfrm>
          <a:off x="5468060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Checks</a:t>
          </a:r>
        </a:p>
      </dsp:txBody>
      <dsp:txXfrm>
        <a:off x="5495430" y="2750757"/>
        <a:ext cx="1346997" cy="879751"/>
      </dsp:txXfrm>
    </dsp:sp>
    <dsp:sp modelId="{2D86B9A2-047D-4009-B144-1041ADEC5A2A}">
      <dsp:nvSpPr>
        <dsp:cNvPr id="0" name=""/>
        <dsp:cNvSpPr/>
      </dsp:nvSpPr>
      <dsp:spPr>
        <a:xfrm>
          <a:off x="7945468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D9C6D3-2C1E-4BF1-A765-1B530710AE88}">
      <dsp:nvSpPr>
        <dsp:cNvPr id="0" name=""/>
        <dsp:cNvSpPr/>
      </dsp:nvSpPr>
      <dsp:spPr>
        <a:xfrm>
          <a:off x="7290319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Bank deposits</a:t>
          </a:r>
        </a:p>
      </dsp:txBody>
      <dsp:txXfrm>
        <a:off x="7317689" y="2750757"/>
        <a:ext cx="1346997" cy="879751"/>
      </dsp:txXfrm>
    </dsp:sp>
    <dsp:sp modelId="{31A85278-FDA7-48F8-BB68-46438601EC15}">
      <dsp:nvSpPr>
        <dsp:cNvPr id="0" name=""/>
        <dsp:cNvSpPr/>
      </dsp:nvSpPr>
      <dsp:spPr>
        <a:xfrm>
          <a:off x="7991188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B0F7-D352-41F5-B4A7-ADDE3B4DFCBA}">
      <dsp:nvSpPr>
        <dsp:cNvPr id="0" name=""/>
        <dsp:cNvSpPr/>
      </dsp:nvSpPr>
      <dsp:spPr>
        <a:xfrm>
          <a:off x="9112578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certificates</a:t>
          </a:r>
        </a:p>
      </dsp:txBody>
      <dsp:txXfrm>
        <a:off x="9139948" y="2750757"/>
        <a:ext cx="1346997" cy="8797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0.77539</cdr:x>
      <cdr:y>0.03024</cdr:y>
    </cdr:from>
    <cdr:to>
      <cdr:x>0.85553</cdr:x>
      <cdr:y>0.0593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7709A2BF-61DC-524D-CB84-376B5C73A027}"/>
            </a:ext>
          </a:extLst>
        </cdr:cNvPr>
        <cdr:cNvSpPr txBox="1"/>
      </cdr:nvSpPr>
      <cdr:spPr>
        <a:xfrm xmlns:a="http://schemas.openxmlformats.org/drawingml/2006/main">
          <a:off x="9453513" y="207382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vertOverflow="clip" wrap="none" rtlCol="0" anchor="ctr"/>
        <a:lstStyle xmlns:a="http://schemas.openxmlformats.org/drawingml/2006/main"/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Italy (4)</a:t>
          </a:r>
        </a:p>
      </cdr:txBody>
    </cdr:sp>
  </cdr:relSizeAnchor>
  <cdr:relSizeAnchor xmlns:cdr="http://schemas.openxmlformats.org/drawingml/2006/chartDrawing">
    <cdr:from>
      <cdr:x>0.77539</cdr:x>
      <cdr:y>0.11831</cdr:y>
    </cdr:from>
    <cdr:to>
      <cdr:x>0.85553</cdr:x>
      <cdr:y>0.14737</cdr:y>
    </cdr:to>
    <cdr:sp macro="" textlink="">
      <cdr:nvSpPr>
        <cdr:cNvPr id="3" name="TextBox 1">
          <a:extLst xmlns:a="http://schemas.openxmlformats.org/drawingml/2006/main">
            <a:ext uri="{FF2B5EF4-FFF2-40B4-BE49-F238E27FC236}">
              <a16:creationId xmlns:a16="http://schemas.microsoft.com/office/drawing/2014/main" id="{0F862069-99B9-A0D1-4196-3FC224428A9C}"/>
            </a:ext>
          </a:extLst>
        </cdr:cNvPr>
        <cdr:cNvSpPr txBox="1"/>
      </cdr:nvSpPr>
      <cdr:spPr>
        <a:xfrm xmlns:a="http://schemas.openxmlformats.org/drawingml/2006/main">
          <a:off x="9453513" y="8113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Germany (5)</a:t>
          </a:r>
        </a:p>
      </cdr:txBody>
    </cdr:sp>
  </cdr:relSizeAnchor>
  <cdr:relSizeAnchor xmlns:cdr="http://schemas.openxmlformats.org/drawingml/2006/chartDrawing">
    <cdr:from>
      <cdr:x>0.77539</cdr:x>
      <cdr:y>0.20639</cdr:y>
    </cdr:from>
    <cdr:to>
      <cdr:x>0.85553</cdr:x>
      <cdr:y>0.23545</cdr:y>
    </cdr:to>
    <cdr:sp macro="" textlink="">
      <cdr:nvSpPr>
        <cdr:cNvPr id="4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141540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France (6)</a:t>
          </a:r>
        </a:p>
      </cdr:txBody>
    </cdr:sp>
  </cdr:relSizeAnchor>
  <cdr:relSizeAnchor xmlns:cdr="http://schemas.openxmlformats.org/drawingml/2006/chartDrawing">
    <cdr:from>
      <cdr:x>0.77539</cdr:x>
      <cdr:y>0.29446</cdr:y>
    </cdr:from>
    <cdr:to>
      <cdr:x>0.85553</cdr:x>
      <cdr:y>0.32352</cdr:y>
    </cdr:to>
    <cdr:sp macro="" textlink="">
      <cdr:nvSpPr>
        <cdr:cNvPr id="5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01941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England (8)</a:t>
          </a:r>
        </a:p>
      </cdr:txBody>
    </cdr:sp>
  </cdr:relSizeAnchor>
  <cdr:relSizeAnchor xmlns:cdr="http://schemas.openxmlformats.org/drawingml/2006/chartDrawing">
    <cdr:from>
      <cdr:x>0.77539</cdr:x>
      <cdr:y>0.38253</cdr:y>
    </cdr:from>
    <cdr:to>
      <cdr:x>0.85553</cdr:x>
      <cdr:y>0.41159</cdr:y>
    </cdr:to>
    <cdr:sp macro="" textlink="">
      <cdr:nvSpPr>
        <cdr:cNvPr id="6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623419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United States (19)</a:t>
          </a:r>
        </a:p>
      </cdr:txBody>
    </cdr:sp>
  </cdr:relSizeAnchor>
  <cdr:relSizeAnchor xmlns:cdr="http://schemas.openxmlformats.org/drawingml/2006/chartDrawing">
    <cdr:from>
      <cdr:x>0.77539</cdr:x>
      <cdr:y>0.47094</cdr:y>
    </cdr:from>
    <cdr:to>
      <cdr:x>0.85553</cdr:x>
      <cdr:y>0.5</cdr:y>
    </cdr:to>
    <cdr:sp macro="" textlink="">
      <cdr:nvSpPr>
        <cdr:cNvPr id="7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3229707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South Africa (1)</a:t>
          </a:r>
        </a:p>
      </cdr:txBody>
    </cdr:sp>
  </cdr:relSizeAnchor>
  <cdr:relSizeAnchor xmlns:cdr="http://schemas.openxmlformats.org/drawingml/2006/chartDrawing">
    <cdr:from>
      <cdr:x>0.77539</cdr:x>
      <cdr:y>0.55834</cdr:y>
    </cdr:from>
    <cdr:to>
      <cdr:x>0.85553</cdr:x>
      <cdr:y>0.5874</cdr:y>
    </cdr:to>
    <cdr:sp macro="" textlink="">
      <cdr:nvSpPr>
        <cdr:cNvPr id="8" name="TextBox 1">
          <a:extLst xmlns:a="http://schemas.openxmlformats.org/drawingml/2006/main">
            <a:ext uri="{FF2B5EF4-FFF2-40B4-BE49-F238E27FC236}">
              <a16:creationId xmlns:a16="http://schemas.microsoft.com/office/drawing/2014/main" id="{18A94B31-EEAE-0C39-19B9-A9FF1554160D}"/>
            </a:ext>
          </a:extLst>
        </cdr:cNvPr>
        <cdr:cNvSpPr txBox="1"/>
      </cdr:nvSpPr>
      <cdr:spPr>
        <a:xfrm xmlns:a="http://schemas.openxmlformats.org/drawingml/2006/main">
          <a:off x="9453513" y="3829068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China (1)</a:t>
          </a:r>
        </a:p>
      </cdr:txBody>
    </cdr:sp>
  </cdr:relSizeAnchor>
  <cdr:relSizeAnchor xmlns:cdr="http://schemas.openxmlformats.org/drawingml/2006/chartDrawing">
    <cdr:from>
      <cdr:x>0.77539</cdr:x>
      <cdr:y>0.64573</cdr:y>
    </cdr:from>
    <cdr:to>
      <cdr:x>0.85553</cdr:x>
      <cdr:y>0.67479</cdr:y>
    </cdr:to>
    <cdr:sp macro="" textlink="">
      <cdr:nvSpPr>
        <cdr:cNvPr id="9" name="TextBox 1">
          <a:extLst xmlns:a="http://schemas.openxmlformats.org/drawingml/2006/main">
            <a:ext uri="{FF2B5EF4-FFF2-40B4-BE49-F238E27FC236}">
              <a16:creationId xmlns:a16="http://schemas.microsoft.com/office/drawing/2014/main" id="{E8A963CE-7F07-AA3A-3F09-7E055E20A4C2}"/>
            </a:ext>
          </a:extLst>
        </cdr:cNvPr>
        <cdr:cNvSpPr txBox="1"/>
      </cdr:nvSpPr>
      <cdr:spPr>
        <a:xfrm xmlns:a="http://schemas.openxmlformats.org/drawingml/2006/main">
          <a:off x="9453513" y="4428430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Australia (1)</a:t>
          </a:r>
        </a:p>
      </cdr:txBody>
    </cdr:sp>
  </cdr:relSizeAnchor>
  <cdr:relSizeAnchor xmlns:cdr="http://schemas.openxmlformats.org/drawingml/2006/chartDrawing">
    <cdr:from>
      <cdr:x>0.77539</cdr:x>
      <cdr:y>0.73313</cdr:y>
    </cdr:from>
    <cdr:to>
      <cdr:x>0.85553</cdr:x>
      <cdr:y>0.76219</cdr:y>
    </cdr:to>
    <cdr:sp macro="" textlink="">
      <cdr:nvSpPr>
        <cdr:cNvPr id="10" name="TextBox 1">
          <a:extLst xmlns:a="http://schemas.openxmlformats.org/drawingml/2006/main">
            <a:ext uri="{FF2B5EF4-FFF2-40B4-BE49-F238E27FC236}">
              <a16:creationId xmlns:a16="http://schemas.microsoft.com/office/drawing/2014/main" id="{1C408BEB-FA0A-7EC5-B3FE-DB44A13CD47F}"/>
            </a:ext>
          </a:extLst>
        </cdr:cNvPr>
        <cdr:cNvSpPr txBox="1"/>
      </cdr:nvSpPr>
      <cdr:spPr>
        <a:xfrm xmlns:a="http://schemas.openxmlformats.org/drawingml/2006/main">
          <a:off x="9453513" y="50277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Sweden (1)</a:t>
          </a:r>
        </a:p>
      </cdr:txBody>
    </cdr:sp>
  </cdr:relSizeAnchor>
  <cdr:relSizeAnchor xmlns:cdr="http://schemas.openxmlformats.org/drawingml/2006/chartDrawing">
    <cdr:from>
      <cdr:x>0.77539</cdr:x>
      <cdr:y>0.82052</cdr:y>
    </cdr:from>
    <cdr:to>
      <cdr:x>0.85553</cdr:x>
      <cdr:y>0.84958</cdr:y>
    </cdr:to>
    <cdr:sp macro="" textlink="">
      <cdr:nvSpPr>
        <cdr:cNvPr id="11" name="TextBox 1">
          <a:extLst xmlns:a="http://schemas.openxmlformats.org/drawingml/2006/main">
            <a:ext uri="{FF2B5EF4-FFF2-40B4-BE49-F238E27FC236}">
              <a16:creationId xmlns:a16="http://schemas.microsoft.com/office/drawing/2014/main" id="{8B94185C-1DC8-CC3B-FA93-31000F0876E9}"/>
            </a:ext>
          </a:extLst>
        </cdr:cNvPr>
        <cdr:cNvSpPr txBox="1"/>
      </cdr:nvSpPr>
      <cdr:spPr>
        <a:xfrm xmlns:a="http://schemas.openxmlformats.org/drawingml/2006/main">
          <a:off x="9453513" y="5627152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Scotland (1)</a:t>
          </a:r>
        </a:p>
      </cdr:txBody>
    </cdr:sp>
  </cdr:relSizeAnchor>
  <cdr:relSizeAnchor xmlns:cdr="http://schemas.openxmlformats.org/drawingml/2006/chartDrawing">
    <cdr:from>
      <cdr:x>0.77539</cdr:x>
      <cdr:y>0.90792</cdr:y>
    </cdr:from>
    <cdr:to>
      <cdr:x>0.85553</cdr:x>
      <cdr:y>0.93698</cdr:y>
    </cdr:to>
    <cdr:sp macro="" textlink="">
      <cdr:nvSpPr>
        <cdr:cNvPr id="12" name="TextBox 1">
          <a:extLst xmlns:a="http://schemas.openxmlformats.org/drawingml/2006/main">
            <a:ext uri="{FF2B5EF4-FFF2-40B4-BE49-F238E27FC236}">
              <a16:creationId xmlns:a16="http://schemas.microsoft.com/office/drawing/2014/main" id="{FD4116A3-99F4-F1F6-FE49-B9855C1A146F}"/>
            </a:ext>
          </a:extLst>
        </cdr:cNvPr>
        <cdr:cNvSpPr txBox="1"/>
      </cdr:nvSpPr>
      <cdr:spPr>
        <a:xfrm xmlns:a="http://schemas.openxmlformats.org/drawingml/2006/main">
          <a:off x="9453513" y="6226515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Canada (3)</a:t>
          </a:r>
        </a:p>
      </cdr:txBody>
    </cdr:sp>
  </cdr:relSizeAnchor>
  <cdr:relSizeAnchor xmlns:cdr="http://schemas.openxmlformats.org/drawingml/2006/chartDrawing">
    <cdr:from>
      <cdr:x>0.90029</cdr:x>
      <cdr:y>0.20402</cdr:y>
    </cdr:from>
    <cdr:to>
      <cdr:x>0.98043</cdr:x>
      <cdr:y>0.23308</cdr:y>
    </cdr:to>
    <cdr:sp macro="" textlink="">
      <cdr:nvSpPr>
        <cdr:cNvPr id="13" name="TextBox 1">
          <a:extLst xmlns:a="http://schemas.openxmlformats.org/drawingml/2006/main">
            <a:ext uri="{FF2B5EF4-FFF2-40B4-BE49-F238E27FC236}">
              <a16:creationId xmlns:a16="http://schemas.microsoft.com/office/drawing/2014/main" id="{D5C709B6-EBEC-04DB-FD00-AE29CDA84217}"/>
            </a:ext>
          </a:extLst>
        </cdr:cNvPr>
        <cdr:cNvSpPr txBox="1"/>
      </cdr:nvSpPr>
      <cdr:spPr>
        <a:xfrm xmlns:a="http://schemas.openxmlformats.org/drawingml/2006/main">
          <a:off x="10976395" y="1399173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Unfree</a:t>
          </a:r>
          <a:r>
            <a:rPr lang="en-US" sz="1200" baseline="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 banks</a:t>
          </a:r>
          <a:endParaRPr lang="en-US" sz="1200" dirty="0">
            <a:solidFill>
              <a:schemeClr val="accent1"/>
            </a:solidFill>
            <a:latin typeface="Roboto Condensed" panose="02000000000000000000" pitchFamily="2" charset="0"/>
            <a:ea typeface="Roboto Condensed" panose="02000000000000000000" pitchFamily="2" charset="0"/>
          </a:endParaRPr>
        </a:p>
      </cdr:txBody>
    </cdr:sp>
  </cdr:relSizeAnchor>
  <cdr:relSizeAnchor xmlns:cdr="http://schemas.openxmlformats.org/drawingml/2006/chartDrawing">
    <cdr:from>
      <cdr:x>0.90029</cdr:x>
      <cdr:y>0.69917</cdr:y>
    </cdr:from>
    <cdr:to>
      <cdr:x>0.98043</cdr:x>
      <cdr:y>0.72823</cdr:y>
    </cdr:to>
    <cdr:sp macro="" textlink="">
      <cdr:nvSpPr>
        <cdr:cNvPr id="14" name="TextBox 1">
          <a:extLst xmlns:a="http://schemas.openxmlformats.org/drawingml/2006/main">
            <a:ext uri="{FF2B5EF4-FFF2-40B4-BE49-F238E27FC236}">
              <a16:creationId xmlns:a16="http://schemas.microsoft.com/office/drawing/2014/main" id="{E855BD21-1A64-D8B3-7B0D-FAD3CB5B7DE9}"/>
            </a:ext>
          </a:extLst>
        </cdr:cNvPr>
        <cdr:cNvSpPr txBox="1"/>
      </cdr:nvSpPr>
      <cdr:spPr>
        <a:xfrm xmlns:a="http://schemas.openxmlformats.org/drawingml/2006/main">
          <a:off x="10976395" y="4794888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Free banks</a:t>
          </a:r>
        </a:p>
      </cdr:txBody>
    </cdr:sp>
  </cdr:relSizeAnchor>
  <cdr:relSizeAnchor xmlns:cdr="http://schemas.openxmlformats.org/drawingml/2006/chartDrawing">
    <cdr:from>
      <cdr:x>0.87653</cdr:x>
      <cdr:y>0.03188</cdr:y>
    </cdr:from>
    <cdr:to>
      <cdr:x>0.89903</cdr:x>
      <cdr:y>0.40522</cdr:y>
    </cdr:to>
    <cdr:sp macro="" textlink="">
      <cdr:nvSpPr>
        <cdr:cNvPr id="15" name="Right Brace 14">
          <a:extLst xmlns:a="http://schemas.openxmlformats.org/drawingml/2006/main">
            <a:ext uri="{FF2B5EF4-FFF2-40B4-BE49-F238E27FC236}">
              <a16:creationId xmlns:a16="http://schemas.microsoft.com/office/drawing/2014/main" id="{77E97288-10FB-084D-7CD4-65F41C8D3511}"/>
            </a:ext>
          </a:extLst>
        </cdr:cNvPr>
        <cdr:cNvSpPr/>
      </cdr:nvSpPr>
      <cdr:spPr>
        <a:xfrm xmlns:a="http://schemas.openxmlformats.org/drawingml/2006/main">
          <a:off x="10686707" y="218660"/>
          <a:ext cx="274320" cy="256032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pPr algn="l"/>
          <a:endParaRPr lang="en-US"/>
        </a:p>
      </cdr:txBody>
    </cdr:sp>
  </cdr:relSizeAnchor>
  <cdr:relSizeAnchor xmlns:cdr="http://schemas.openxmlformats.org/drawingml/2006/chartDrawing">
    <cdr:from>
      <cdr:x>0.87653</cdr:x>
      <cdr:y>0.48036</cdr:y>
    </cdr:from>
    <cdr:to>
      <cdr:x>0.89903</cdr:x>
      <cdr:y>0.94703</cdr:y>
    </cdr:to>
    <cdr:sp macro="" textlink="">
      <cdr:nvSpPr>
        <cdr:cNvPr id="16" name="Right Brace 15">
          <a:extLst xmlns:a="http://schemas.openxmlformats.org/drawingml/2006/main">
            <a:ext uri="{FF2B5EF4-FFF2-40B4-BE49-F238E27FC236}">
              <a16:creationId xmlns:a16="http://schemas.microsoft.com/office/drawing/2014/main" id="{AE80A40F-7155-CD90-30AD-92A7F6EBAD38}"/>
            </a:ext>
          </a:extLst>
        </cdr:cNvPr>
        <cdr:cNvSpPr/>
      </cdr:nvSpPr>
      <cdr:spPr>
        <a:xfrm xmlns:a="http://schemas.openxmlformats.org/drawingml/2006/main">
          <a:off x="10686707" y="3294335"/>
          <a:ext cx="274320" cy="320040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endParaRPr lang="en-US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30134-47EC-456C-BBB7-47E09A8730B1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549D1-F6CE-4C38-9C67-57DC62F154AA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51606-A4E0-4EEC-9AB8-265E1E32BF6C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09A35-8AE6-4BD8-8322-38F879E298C0}" type="datetime1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4746A-7239-4259-A6BB-A0B8771AA6CB}" type="datetime1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BD38F-5CFD-4926-9614-D9BB99D5DFB2}" type="datetime1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AF4EF-625D-4EF4-8BDA-9C8C7CA1491A}" type="datetime1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83F9-B4CA-42D4-9087-03F8568C20ED}" type="datetime1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A4296-1A87-4A72-B559-ED34A136433E}" type="datetime1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199FB-CA5E-46B1-AAEF-92297E673D2A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6CBFA-6E35-40C2-AC0F-9BFE7F0CD073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2251D4-54EC-4296-999A-E3E1C9367188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80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210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image" Target="../media/image5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6.png"/><Relationship Id="rId18" Type="http://schemas.openxmlformats.org/officeDocument/2006/relationships/image" Target="../media/image3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12" Type="http://schemas.openxmlformats.org/officeDocument/2006/relationships/image" Target="../media/image25.png"/><Relationship Id="rId17" Type="http://schemas.openxmlformats.org/officeDocument/2006/relationships/image" Target="../media/image29.png"/><Relationship Id="rId2" Type="http://schemas.openxmlformats.org/officeDocument/2006/relationships/image" Target="../media/image210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5.png"/><Relationship Id="rId19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603DD2A-B508-6F06-4D99-6BBCC541E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535720"/>
              </p:ext>
            </p:extLst>
          </p:nvPr>
        </p:nvGraphicFramePr>
        <p:xfrm>
          <a:off x="713342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9C1D4B9-4BAB-AC39-D6B5-2672548EA4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1513026"/>
              </p:ext>
            </p:extLst>
          </p:nvPr>
        </p:nvGraphicFramePr>
        <p:xfrm>
          <a:off x="346710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494DEE1B-99B9-F35A-4B60-F26DDA2A45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5538782"/>
              </p:ext>
            </p:extLst>
          </p:nvPr>
        </p:nvGraphicFramePr>
        <p:xfrm>
          <a:off x="621792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15BF5BD-8E2D-97CC-0791-D69D8C6553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7407952"/>
              </p:ext>
            </p:extLst>
          </p:nvPr>
        </p:nvGraphicFramePr>
        <p:xfrm>
          <a:off x="896874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9585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Graphic spid="10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6388-526B-6DEC-5A1F-ADF35FDB3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77314"/>
              </p:ext>
            </p:extLst>
          </p:nvPr>
        </p:nvGraphicFramePr>
        <p:xfrm>
          <a:off x="8382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619861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Function </a:t>
                      </a:r>
                      <a:r>
                        <a:rPr lang="en-US" sz="3600" i="1" dirty="0">
                          <a:latin typeface="Century Schoolbook" panose="02040604050505020304" pitchFamily="18" charset="0"/>
                        </a:rPr>
                        <a:t>1</a:t>
                      </a:r>
                      <a:endParaRPr lang="en-US" sz="2400" i="1" dirty="0">
                        <a:latin typeface="Century Schoolbook" panose="020406040505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Means of payment</a:t>
                      </a:r>
                    </a:p>
                  </a:txBody>
                  <a:tcPr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8B1CAAC-05B7-34A4-D593-F6C8BE37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43954"/>
              </p:ext>
            </p:extLst>
          </p:nvPr>
        </p:nvGraphicFramePr>
        <p:xfrm>
          <a:off x="44958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041689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Unit of account</a:t>
                      </a: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BC8DEF0-F73C-10AE-7088-39B141B90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583717"/>
              </p:ext>
            </p:extLst>
          </p:nvPr>
        </p:nvGraphicFramePr>
        <p:xfrm>
          <a:off x="81534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680873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Store of value</a:t>
                      </a: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9DF7FB98-D27C-5F73-085D-34B1070C57AF}"/>
              </a:ext>
            </a:extLst>
          </p:cNvPr>
          <p:cNvSpPr/>
          <p:nvPr/>
        </p:nvSpPr>
        <p:spPr>
          <a:xfrm rot="16200000">
            <a:off x="5913120" y="-1146851"/>
            <a:ext cx="365760" cy="105156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6D7BFF3-BB59-E9BF-7862-BCB16DDEF5DE}"/>
              </a:ext>
            </a:extLst>
          </p:cNvPr>
          <p:cNvSpPr/>
          <p:nvPr/>
        </p:nvSpPr>
        <p:spPr>
          <a:xfrm rot="5400000" flipV="1">
            <a:off x="2255519" y="1030819"/>
            <a:ext cx="365760" cy="32004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3B976-FCCB-7604-AB9C-9C2DB47B41FD}"/>
              </a:ext>
            </a:extLst>
          </p:cNvPr>
          <p:cNvSpPr txBox="1"/>
          <p:nvPr/>
        </p:nvSpPr>
        <p:spPr>
          <a:xfrm>
            <a:off x="946950" y="2011339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Definition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32221-1D5B-2EC5-ECD8-D94EF241C45D}"/>
              </a:ext>
            </a:extLst>
          </p:cNvPr>
          <p:cNvSpPr txBox="1"/>
          <p:nvPr/>
        </p:nvSpPr>
        <p:spPr>
          <a:xfrm>
            <a:off x="4604550" y="4311088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+mj-lt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426235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0047-F1D0-CA64-2F3F-C05AD75A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634CD2-B179-7C6D-0DDA-D77A18FE42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670990"/>
              </p:ext>
            </p:extLst>
          </p:nvPr>
        </p:nvGraphicFramePr>
        <p:xfrm>
          <a:off x="838200" y="3287486"/>
          <a:ext cx="10515600" cy="14586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49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C592C5-5CEA-149E-21FB-88592B4B7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949264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7137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Chart bld="series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6E69B471-2F9A-11C3-F840-D41D3F834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195" y="383156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D4508664-D879-05EE-A33A-29F61D8B5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465" y="383156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E3A66F9-ED50-639C-80A7-78B42838B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7514" y="188671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678FE6-AA4A-3736-B2C9-2F8A44DC5FA5}"/>
              </a:ext>
            </a:extLst>
          </p:cNvPr>
          <p:cNvSpPr txBox="1"/>
          <p:nvPr/>
        </p:nvSpPr>
        <p:spPr>
          <a:xfrm>
            <a:off x="5404352" y="1229710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Person 1</a:t>
            </a:r>
          </a:p>
          <a:p>
            <a:pPr algn="ctr"/>
            <a:r>
              <a:rPr lang="en-US">
                <a:solidFill>
                  <a:schemeClr val="accent1"/>
                </a:solidFill>
              </a:rPr>
              <a:t>apples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586747-6070-60BF-CD30-4D5389999941}"/>
              </a:ext>
            </a:extLst>
          </p:cNvPr>
          <p:cNvSpPr txBox="1"/>
          <p:nvPr/>
        </p:nvSpPr>
        <p:spPr>
          <a:xfrm>
            <a:off x="4015033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2"/>
                </a:solidFill>
              </a:rPr>
              <a:t>Person 2</a:t>
            </a:r>
          </a:p>
          <a:p>
            <a:pPr algn="ctr"/>
            <a:r>
              <a:rPr lang="en-US">
                <a:solidFill>
                  <a:schemeClr val="accent2"/>
                </a:solidFill>
              </a:rPr>
              <a:t>bananas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70DFEC-9F27-FBAF-78B0-7A76309209BE}"/>
              </a:ext>
            </a:extLst>
          </p:cNvPr>
          <p:cNvSpPr txBox="1"/>
          <p:nvPr/>
        </p:nvSpPr>
        <p:spPr>
          <a:xfrm>
            <a:off x="6937305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3"/>
                </a:solidFill>
              </a:rPr>
              <a:t>Person 3</a:t>
            </a:r>
          </a:p>
          <a:p>
            <a:pPr algn="ctr"/>
            <a:r>
              <a:rPr lang="en-US">
                <a:solidFill>
                  <a:schemeClr val="accent3"/>
                </a:solidFill>
              </a:rPr>
              <a:t>salt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86E9BB-D146-7E16-D777-0812FBA47C0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15395" y="2343916"/>
            <a:ext cx="986804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53D6E9-31B0-D9C9-87DE-663003F27E38}"/>
              </a:ext>
            </a:extLst>
          </p:cNvPr>
          <p:cNvCxnSpPr/>
          <p:nvPr/>
        </p:nvCxnSpPr>
        <p:spPr>
          <a:xfrm flipH="1">
            <a:off x="4972595" y="4278086"/>
            <a:ext cx="20078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3E8776-E8D7-6BC9-A749-F1AC51A571A3}"/>
              </a:ext>
            </a:extLst>
          </p:cNvPr>
          <p:cNvCxnSpPr/>
          <p:nvPr/>
        </p:nvCxnSpPr>
        <p:spPr>
          <a:xfrm>
            <a:off x="6361914" y="2343916"/>
            <a:ext cx="1056242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59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3074" name="Picture 2" descr="The Gold Coins of Templeton Reid">
            <a:extLst>
              <a:ext uri="{FF2B5EF4-FFF2-40B4-BE49-F238E27FC236}">
                <a16:creationId xmlns:a16="http://schemas.microsoft.com/office/drawing/2014/main" id="{65E91867-A68A-39EC-1002-90C5E61DF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941" y="1690688"/>
            <a:ext cx="81481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33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4098" name="Picture 2" descr="Unprecedented Cache of Superb California Fractional Gold Coins Discovered Aboard SS Central ...">
            <a:extLst>
              <a:ext uri="{FF2B5EF4-FFF2-40B4-BE49-F238E27FC236}">
                <a16:creationId xmlns:a16="http://schemas.microsoft.com/office/drawing/2014/main" id="{CBE22243-160D-BC2F-FC6C-EF3E66FFF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690688"/>
            <a:ext cx="82296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052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1956299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1951090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1956299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1951090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2878C8-F3D6-C482-0230-99E1BFF1E674}"/>
              </a:ext>
            </a:extLst>
          </p:cNvPr>
          <p:cNvCxnSpPr>
            <a:stCxn id="8" idx="2"/>
            <a:endCxn id="21" idx="0"/>
          </p:cNvCxnSpPr>
          <p:nvPr/>
        </p:nvCxnSpPr>
        <p:spPr>
          <a:xfrm flipH="1">
            <a:off x="1981199" y="2931694"/>
            <a:ext cx="4114801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9BAD4B-4708-EF75-5021-E10FDD858C7B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4123062" y="2931694"/>
            <a:ext cx="1972938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2931694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272405-5C3E-388C-E4B9-B221CE61DE3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6096000" y="2931694"/>
            <a:ext cx="4434840" cy="705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383054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402450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CFBAEC56-3A9A-1C93-87A7-27DBF31D49F5}"/>
              </a:ext>
            </a:extLst>
          </p:cNvPr>
          <p:cNvSpPr/>
          <p:nvPr/>
        </p:nvSpPr>
        <p:spPr>
          <a:xfrm>
            <a:off x="1158239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A6139A-5E46-088D-2E11-103AAEB566C0}"/>
              </a:ext>
            </a:extLst>
          </p:cNvPr>
          <p:cNvSpPr/>
          <p:nvPr/>
        </p:nvSpPr>
        <p:spPr>
          <a:xfrm>
            <a:off x="3300102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620584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/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/>
                  <a:t>Private Bank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  <a:blipFill>
                <a:blip r:embed="rId3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016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0D1696C-91EF-9C8B-B06B-233C29F25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690688"/>
            <a:ext cx="10058400" cy="4250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27589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2239328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2234119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2239328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2234119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3214723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666083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68547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903613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1089973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3E2AFF-71D8-C58B-EB5A-EE6664F873E3}"/>
              </a:ext>
            </a:extLst>
          </p:cNvPr>
          <p:cNvCxnSpPr>
            <a:cxnSpLocks/>
            <a:stCxn id="23" idx="2"/>
            <a:endCxn id="8" idx="0"/>
          </p:cNvCxnSpPr>
          <p:nvPr/>
        </p:nvCxnSpPr>
        <p:spPr>
          <a:xfrm>
            <a:off x="6096000" y="3552031"/>
            <a:ext cx="0" cy="1127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4679870"/>
            <a:ext cx="1645920" cy="54864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Fiat money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1723231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4231503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2050" name="Picture 2" descr="Us One Dollar Bill Coloring Page Printout Enchanted Learning | Images and Photos finder">
            <a:extLst>
              <a:ext uri="{FF2B5EF4-FFF2-40B4-BE49-F238E27FC236}">
                <a16:creationId xmlns:a16="http://schemas.microsoft.com/office/drawing/2014/main" id="{5E802857-10F9-7AAF-28C3-169255623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90688"/>
            <a:ext cx="10058400" cy="413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517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980DD7-448E-C560-C60F-11DE1636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64B9C-92EB-106E-53BB-2BED75B56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DE66EEE3-1880-403A-6174-DF117645C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318165"/>
              </p:ext>
            </p:extLst>
          </p:nvPr>
        </p:nvGraphicFramePr>
        <p:xfrm>
          <a:off x="838200" y="1546655"/>
          <a:ext cx="10515600" cy="3764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229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980DD7-448E-C560-C60F-11DE1636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64B9C-92EB-106E-53BB-2BED75B56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2D29B2-9D81-B531-89E6-CF83D7AFA761}"/>
              </a:ext>
            </a:extLst>
          </p:cNvPr>
          <p:cNvSpPr txBox="1"/>
          <p:nvPr/>
        </p:nvSpPr>
        <p:spPr>
          <a:xfrm>
            <a:off x="1008285" y="151587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Most liquid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6CC139-8926-6FB4-5E5B-879CBF08C30B}"/>
              </a:ext>
            </a:extLst>
          </p:cNvPr>
          <p:cNvSpPr txBox="1"/>
          <p:nvPr/>
        </p:nvSpPr>
        <p:spPr>
          <a:xfrm>
            <a:off x="1008285" y="497990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Less liquid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239F40-B501-E540-882E-1FB75D9096B4}"/>
              </a:ext>
            </a:extLst>
          </p:cNvPr>
          <p:cNvCxnSpPr>
            <a:cxnSpLocks/>
          </p:cNvCxnSpPr>
          <p:nvPr/>
        </p:nvCxnSpPr>
        <p:spPr>
          <a:xfrm>
            <a:off x="2379885" y="1541912"/>
            <a:ext cx="0" cy="3807328"/>
          </a:xfrm>
          <a:prstGeom prst="straightConnector1">
            <a:avLst/>
          </a:prstGeom>
          <a:ln>
            <a:gradFill flip="none" rotWithShape="1"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5400000" scaled="1"/>
              <a:tileRect/>
            </a:gradFill>
            <a:headEnd type="oval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/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Monetary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base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</a:rPr>
                            <m:t>MB</m:t>
                          </m:r>
                        </m:e>
                      </m:d>
                      <m:r>
                        <a:rPr lang="en-US" sz="20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Reserves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Demand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Travele</m:t>
                              </m:r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checks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 +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Small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denomination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time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Savings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accounts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MMF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Other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blipFill>
                <a:blip r:embed="rId2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55298B-6AE9-2601-DB29-F7488EE108AE}"/>
              </a:ext>
            </a:extLst>
          </p:cNvPr>
          <p:cNvCxnSpPr>
            <a:cxnSpLocks/>
          </p:cNvCxnSpPr>
          <p:nvPr/>
        </p:nvCxnSpPr>
        <p:spPr>
          <a:xfrm flipH="1">
            <a:off x="3830096" y="1885206"/>
            <a:ext cx="1828800" cy="118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FF78F-9AB3-AAB0-F236-1653F75F0EFD}"/>
              </a:ext>
            </a:extLst>
          </p:cNvPr>
          <p:cNvCxnSpPr>
            <a:cxnSpLocks/>
          </p:cNvCxnSpPr>
          <p:nvPr/>
        </p:nvCxnSpPr>
        <p:spPr>
          <a:xfrm>
            <a:off x="2922136" y="3554509"/>
            <a:ext cx="566316" cy="1225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99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EDF9F6-DE92-2023-0565-5BB4BD39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2B64E-9BC6-CCF3-5137-7F1E6E030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16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327D2D-2A15-2956-C2C3-E00410DC1DF9}"/>
              </a:ext>
            </a:extLst>
          </p:cNvPr>
          <p:cNvCxnSpPr/>
          <p:nvPr/>
        </p:nvCxnSpPr>
        <p:spPr>
          <a:xfrm rot="5400000" flipV="1">
            <a:off x="6096000" y="1768624"/>
            <a:ext cx="0" cy="77724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59041C-0AD8-CD81-6A8D-4DAAA0C529C1}"/>
              </a:ext>
            </a:extLst>
          </p:cNvPr>
          <p:cNvSpPr txBox="1"/>
          <p:nvPr/>
        </p:nvSpPr>
        <p:spPr>
          <a:xfrm>
            <a:off x="1899557" y="2186407"/>
            <a:ext cx="310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DB1D6-83A6-E23D-7488-307F37AA2088}"/>
              </a:ext>
            </a:extLst>
          </p:cNvPr>
          <p:cNvSpPr txBox="1"/>
          <p:nvPr/>
        </p:nvSpPr>
        <p:spPr>
          <a:xfrm>
            <a:off x="8736603" y="5654824"/>
            <a:ext cx="100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time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9F06B2-5211-E8F5-B3FC-E3E1E62BE1B0}"/>
              </a:ext>
            </a:extLst>
          </p:cNvPr>
          <p:cNvCxnSpPr/>
          <p:nvPr/>
        </p:nvCxnSpPr>
        <p:spPr>
          <a:xfrm>
            <a:off x="2209801" y="4817159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C4F420-0B39-216A-A2A6-1CDDB2C10536}"/>
              </a:ext>
            </a:extLst>
          </p:cNvPr>
          <p:cNvCxnSpPr/>
          <p:nvPr/>
        </p:nvCxnSpPr>
        <p:spPr>
          <a:xfrm>
            <a:off x="2209801" y="3279552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/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Low constant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/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High constant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7634581-6249-99D5-16A7-CB5A662EE71B}"/>
              </a:ext>
            </a:extLst>
          </p:cNvPr>
          <p:cNvGrpSpPr/>
          <p:nvPr/>
        </p:nvGrpSpPr>
        <p:grpSpPr>
          <a:xfrm>
            <a:off x="2209801" y="3597668"/>
            <a:ext cx="6400800" cy="925865"/>
            <a:chOff x="1592036" y="3248227"/>
            <a:chExt cx="5419450" cy="92586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7D2B8E1-57D1-87FE-E737-C7496976681E}"/>
                </a:ext>
              </a:extLst>
            </p:cNvPr>
            <p:cNvCxnSpPr/>
            <p:nvPr/>
          </p:nvCxnSpPr>
          <p:spPr>
            <a:xfrm>
              <a:off x="1592036" y="4174092"/>
              <a:ext cx="1869621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638A3-958F-E74B-12AF-F55792170859}"/>
                </a:ext>
              </a:extLst>
            </p:cNvPr>
            <p:cNvCxnSpPr/>
            <p:nvPr/>
          </p:nvCxnSpPr>
          <p:spPr>
            <a:xfrm>
              <a:off x="3445326" y="3248227"/>
              <a:ext cx="356616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4BD291-E40B-91EA-AC41-3C9DECD5DF85}"/>
                </a:ext>
              </a:extLst>
            </p:cNvPr>
            <p:cNvCxnSpPr/>
            <p:nvPr/>
          </p:nvCxnSpPr>
          <p:spPr>
            <a:xfrm rot="5400000">
              <a:off x="2997234" y="3716892"/>
              <a:ext cx="91440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/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3"/>
                    </a:solidFill>
                  </a:rPr>
                  <a:t>One time change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/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>
                    <a:solidFill>
                      <a:schemeClr val="accent2"/>
                    </a:solidFill>
                  </a:rPr>
                  <a:t>Constantly increasing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400" dirty="0">
                    <a:solidFill>
                      <a:schemeClr val="accent2"/>
                    </a:solidFill>
                  </a:rPr>
                  <a:t> (price level doesn’t matter)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blipFill>
                <a:blip r:embed="rId5"/>
                <a:stretch>
                  <a:fillRect l="-789" t="-1163" r="-2105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A5B19-DC9A-02C4-7FAD-0933F2B5FB88}"/>
              </a:ext>
            </a:extLst>
          </p:cNvPr>
          <p:cNvCxnSpPr/>
          <p:nvPr/>
        </p:nvCxnSpPr>
        <p:spPr>
          <a:xfrm flipV="1">
            <a:off x="2209801" y="2284377"/>
            <a:ext cx="5109482" cy="3053443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BE66AF-180E-D1E5-EABC-401E54FC8188}"/>
              </a:ext>
            </a:extLst>
          </p:cNvPr>
          <p:cNvCxnSpPr/>
          <p:nvPr/>
        </p:nvCxnSpPr>
        <p:spPr>
          <a:xfrm flipV="1">
            <a:off x="2209800" y="1997224"/>
            <a:ext cx="0" cy="36576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BFDF05-5BB7-F6E3-3334-2A988CF64976}"/>
              </a:ext>
            </a:extLst>
          </p:cNvPr>
          <p:cNvSpPr txBox="1"/>
          <p:nvPr/>
        </p:nvSpPr>
        <p:spPr>
          <a:xfrm>
            <a:off x="9611358" y="3303424"/>
            <a:ext cx="17604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NOT inflation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788BB3E-F9FF-2EE7-06AB-861AE256351B}"/>
              </a:ext>
            </a:extLst>
          </p:cNvPr>
          <p:cNvCxnSpPr>
            <a:cxnSpLocks/>
            <a:stCxn id="23" idx="1"/>
            <a:endCxn id="31" idx="1"/>
          </p:cNvCxnSpPr>
          <p:nvPr/>
        </p:nvCxnSpPr>
        <p:spPr>
          <a:xfrm rot="10800000" flipV="1">
            <a:off x="8824886" y="3457312"/>
            <a:ext cx="786472" cy="511545"/>
          </a:xfrm>
          <a:prstGeom prst="curved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Left Brace 30">
            <a:extLst>
              <a:ext uri="{FF2B5EF4-FFF2-40B4-BE49-F238E27FC236}">
                <a16:creationId xmlns:a16="http://schemas.microsoft.com/office/drawing/2014/main" id="{B043602D-FAAE-CF51-E758-4699DCF255F7}"/>
              </a:ext>
            </a:extLst>
          </p:cNvPr>
          <p:cNvSpPr/>
          <p:nvPr/>
        </p:nvSpPr>
        <p:spPr>
          <a:xfrm flipH="1" flipV="1">
            <a:off x="8642006" y="2963018"/>
            <a:ext cx="182880" cy="201168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42C2FD2-4F71-283A-B142-8BC065C1A1EE}"/>
              </a:ext>
            </a:extLst>
          </p:cNvPr>
          <p:cNvSpPr/>
          <p:nvPr/>
        </p:nvSpPr>
        <p:spPr>
          <a:xfrm>
            <a:off x="6957848" y="1690688"/>
            <a:ext cx="2784594" cy="113129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A09861-8639-0C59-37FE-8372A738D983}"/>
              </a:ext>
            </a:extLst>
          </p:cNvPr>
          <p:cNvSpPr txBox="1"/>
          <p:nvPr/>
        </p:nvSpPr>
        <p:spPr>
          <a:xfrm>
            <a:off x="4409441" y="1635780"/>
            <a:ext cx="1419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inflation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793AE552-715A-F1D4-C938-EFA58472E455}"/>
              </a:ext>
            </a:extLst>
          </p:cNvPr>
          <p:cNvCxnSpPr>
            <a:stCxn id="34" idx="3"/>
            <a:endCxn id="33" idx="2"/>
          </p:cNvCxnSpPr>
          <p:nvPr/>
        </p:nvCxnSpPr>
        <p:spPr>
          <a:xfrm>
            <a:off x="5829060" y="1789669"/>
            <a:ext cx="1128788" cy="466664"/>
          </a:xfrm>
          <a:prstGeom prst="curved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3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23" grpId="0"/>
      <p:bldP spid="31" grpId="0" animBg="1"/>
      <p:bldP spid="33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C8904-168E-DED6-3757-C3280F48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1A47-8E79-C2DC-87AE-5277B622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9062-2955-644D-0453-AE5FE2048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321949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2929461" y="3793817"/>
            <a:ext cx="576072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18039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A96A59F6-CB9D-A0FD-D279-FC6C3475E3C4}"/>
              </a:ext>
            </a:extLst>
          </p:cNvPr>
          <p:cNvSpPr/>
          <p:nvPr/>
        </p:nvSpPr>
        <p:spPr>
          <a:xfrm rot="16200000">
            <a:off x="1892302" y="5102193"/>
            <a:ext cx="182880" cy="192024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9082-34A8-E8EE-4ABB-D70C62E70B08}"/>
              </a:ext>
            </a:extLst>
          </p:cNvPr>
          <p:cNvSpPr txBox="1"/>
          <p:nvPr/>
        </p:nvSpPr>
        <p:spPr>
          <a:xfrm>
            <a:off x="411035" y="6169580"/>
            <a:ext cx="3145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Gold for non-monetary uses</a:t>
            </a:r>
          </a:p>
        </p:txBody>
      </p:sp>
    </p:spTree>
    <p:extLst>
      <p:ext uri="{BB962C8B-B14F-4D97-AF65-F5344CB8AC3E}">
        <p14:creationId xmlns:p14="http://schemas.microsoft.com/office/powerpoint/2010/main" val="404872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88696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blipFill>
                <a:blip r:embed="rId1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8134161" y="2133174"/>
            <a:ext cx="0" cy="100584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4DB8BA-6C02-C0FC-9782-CE2F641147EC}"/>
              </a:ext>
            </a:extLst>
          </p:cNvPr>
          <p:cNvCxnSpPr>
            <a:cxnSpLocks/>
          </p:cNvCxnSpPr>
          <p:nvPr/>
        </p:nvCxnSpPr>
        <p:spPr>
          <a:xfrm rot="2700000">
            <a:off x="7632377" y="3627668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ECF44-0D0F-6371-5645-411D769A1210}"/>
              </a:ext>
            </a:extLst>
          </p:cNvPr>
          <p:cNvCxnSpPr>
            <a:cxnSpLocks/>
          </p:cNvCxnSpPr>
          <p:nvPr/>
        </p:nvCxnSpPr>
        <p:spPr>
          <a:xfrm rot="18900000">
            <a:off x="7764110" y="4099131"/>
            <a:ext cx="36576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/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09E989-4328-DB63-9FAC-C99BC77B8EEB}"/>
              </a:ext>
            </a:extLst>
          </p:cNvPr>
          <p:cNvCxnSpPr>
            <a:cxnSpLocks/>
          </p:cNvCxnSpPr>
          <p:nvPr/>
        </p:nvCxnSpPr>
        <p:spPr>
          <a:xfrm rot="5400000">
            <a:off x="8963063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805738-D62D-6A2E-F4D6-879C5DF3A737}"/>
              </a:ext>
            </a:extLst>
          </p:cNvPr>
          <p:cNvCxnSpPr>
            <a:cxnSpLocks/>
          </p:cNvCxnSpPr>
          <p:nvPr/>
        </p:nvCxnSpPr>
        <p:spPr>
          <a:xfrm rot="5400000">
            <a:off x="8091997" y="4440087"/>
            <a:ext cx="237744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/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8D5F9F-E1FA-146D-3831-05738E7E8C29}"/>
              </a:ext>
            </a:extLst>
          </p:cNvPr>
          <p:cNvCxnSpPr/>
          <p:nvPr/>
        </p:nvCxnSpPr>
        <p:spPr>
          <a:xfrm>
            <a:off x="1007783" y="3198461"/>
            <a:ext cx="82296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6A903DBB-8907-988E-6DCB-D6C86EC1BB77}"/>
              </a:ext>
            </a:extLst>
          </p:cNvPr>
          <p:cNvSpPr/>
          <p:nvPr/>
        </p:nvSpPr>
        <p:spPr>
          <a:xfrm rot="5400000" flipV="1">
            <a:off x="2838021" y="2423267"/>
            <a:ext cx="182880" cy="118872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/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74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4" grpId="0"/>
      <p:bldP spid="37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8C81B7-8B24-C92E-15C5-9CF8782BAC03}"/>
              </a:ext>
            </a:extLst>
          </p:cNvPr>
          <p:cNvCxnSpPr/>
          <p:nvPr/>
        </p:nvCxnSpPr>
        <p:spPr>
          <a:xfrm>
            <a:off x="1023544" y="4595201"/>
            <a:ext cx="84124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768096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blipFill>
                <a:blip r:embed="rId8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C098E-6BE8-83C7-FC21-1AE97CD669D4}"/>
              </a:ext>
            </a:extLst>
          </p:cNvPr>
          <p:cNvCxnSpPr>
            <a:cxnSpLocks/>
          </p:cNvCxnSpPr>
          <p:nvPr/>
        </p:nvCxnSpPr>
        <p:spPr>
          <a:xfrm rot="18900000">
            <a:off x="2246569" y="4035710"/>
            <a:ext cx="4114800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463A838-99A8-85E2-E518-82C9B86B5CD0}"/>
              </a:ext>
            </a:extLst>
          </p:cNvPr>
          <p:cNvCxnSpPr>
            <a:cxnSpLocks/>
          </p:cNvCxnSpPr>
          <p:nvPr/>
        </p:nvCxnSpPr>
        <p:spPr>
          <a:xfrm rot="5400000">
            <a:off x="3602516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/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blipFill>
                <a:blip r:embed="rId14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502E452D-4B81-72A9-D3A4-F7853815739E}"/>
              </a:ext>
            </a:extLst>
          </p:cNvPr>
          <p:cNvSpPr/>
          <p:nvPr/>
        </p:nvSpPr>
        <p:spPr>
          <a:xfrm rot="16200000">
            <a:off x="3621871" y="5292894"/>
            <a:ext cx="182880" cy="164592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/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blipFill>
                <a:blip r:embed="rId16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1B7531-23E8-4A7A-E4A0-CDFE2395A1CE}"/>
              </a:ext>
            </a:extLst>
          </p:cNvPr>
          <p:cNvCxnSpPr>
            <a:cxnSpLocks/>
          </p:cNvCxnSpPr>
          <p:nvPr/>
        </p:nvCxnSpPr>
        <p:spPr>
          <a:xfrm rot="-2700000">
            <a:off x="8012883" y="3962322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E25915E-10A4-A27F-F365-8E4A03A8D2CC}"/>
              </a:ext>
            </a:extLst>
          </p:cNvPr>
          <p:cNvCxnSpPr>
            <a:cxnSpLocks/>
          </p:cNvCxnSpPr>
          <p:nvPr/>
        </p:nvCxnSpPr>
        <p:spPr>
          <a:xfrm rot="5400000" flipV="1">
            <a:off x="4732923" y="2128217"/>
            <a:ext cx="0" cy="1280160"/>
          </a:xfrm>
          <a:prstGeom prst="straightConnector1">
            <a:avLst/>
          </a:prstGeom>
          <a:ln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10475797" y="2128217"/>
            <a:ext cx="0" cy="128016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/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/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72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 animBg="1"/>
      <p:bldP spid="46" grpId="0"/>
      <p:bldP spid="48" grpId="0"/>
      <p:bldP spid="52" grpId="0"/>
      <p:bldP spid="5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37C6-7CB5-B08B-2934-8C164933744C}"/>
              </a:ext>
            </a:extLst>
          </p:cNvPr>
          <p:cNvSpPr/>
          <p:nvPr/>
        </p:nvSpPr>
        <p:spPr>
          <a:xfrm>
            <a:off x="857655" y="3206698"/>
            <a:ext cx="182880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D1674E-9952-BE9F-883C-DC5288B8CBF0}"/>
              </a:ext>
            </a:extLst>
          </p:cNvPr>
          <p:cNvSpPr/>
          <p:nvPr/>
        </p:nvSpPr>
        <p:spPr>
          <a:xfrm>
            <a:off x="5201055" y="2600511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Blacksmiths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9B6C043-B278-DF8C-A21D-9FF274D50484}"/>
              </a:ext>
            </a:extLst>
          </p:cNvPr>
          <p:cNvSpPr/>
          <p:nvPr/>
        </p:nvSpPr>
        <p:spPr>
          <a:xfrm>
            <a:off x="5201055" y="3812885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1999F3-C180-7E19-A1B9-12720B62A345}"/>
              </a:ext>
            </a:extLst>
          </p:cNvPr>
          <p:cNvSpPr/>
          <p:nvPr/>
        </p:nvSpPr>
        <p:spPr>
          <a:xfrm>
            <a:off x="9544455" y="3206698"/>
            <a:ext cx="1828800" cy="64008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Rest of the market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56B6123-A6B0-9677-5B2A-AB4365130A6D}"/>
              </a:ext>
            </a:extLst>
          </p:cNvPr>
          <p:cNvSpPr/>
          <p:nvPr/>
        </p:nvSpPr>
        <p:spPr>
          <a:xfrm>
            <a:off x="4872809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AC2C4653-90BD-8684-8581-82EE244FCB74}"/>
              </a:ext>
            </a:extLst>
          </p:cNvPr>
          <p:cNvSpPr/>
          <p:nvPr/>
        </p:nvSpPr>
        <p:spPr>
          <a:xfrm flipH="1">
            <a:off x="7175221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59FA3E5-88E6-4A62-63FA-77A5C571B896}"/>
              </a:ext>
            </a:extLst>
          </p:cNvPr>
          <p:cNvSpPr/>
          <p:nvPr/>
        </p:nvSpPr>
        <p:spPr>
          <a:xfrm>
            <a:off x="2865232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F1D0517-FD9D-223E-8780-76045DC6D107}"/>
              </a:ext>
            </a:extLst>
          </p:cNvPr>
          <p:cNvSpPr/>
          <p:nvPr/>
        </p:nvSpPr>
        <p:spPr>
          <a:xfrm>
            <a:off x="7503466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Coins</a:t>
            </a:r>
          </a:p>
        </p:txBody>
      </p:sp>
    </p:spTree>
    <p:extLst>
      <p:ext uri="{BB962C8B-B14F-4D97-AF65-F5344CB8AC3E}">
        <p14:creationId xmlns:p14="http://schemas.microsoft.com/office/powerpoint/2010/main" val="31606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5FA20AE-F613-5DF3-8892-5AA9902D894C}"/>
              </a:ext>
            </a:extLst>
          </p:cNvPr>
          <p:cNvGrpSpPr/>
          <p:nvPr/>
        </p:nvGrpSpPr>
        <p:grpSpPr>
          <a:xfrm>
            <a:off x="838200" y="1690688"/>
            <a:ext cx="3105015" cy="3481373"/>
            <a:chOff x="838200" y="1690688"/>
            <a:chExt cx="3105015" cy="348137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B968C7-BB65-3934-EB90-08012718A748}"/>
                </a:ext>
              </a:extLst>
            </p:cNvPr>
            <p:cNvSpPr/>
            <p:nvPr/>
          </p:nvSpPr>
          <p:spPr>
            <a:xfrm>
              <a:off x="83820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$120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3D96411-E08E-66A0-C2E1-002079352E79}"/>
                </a:ext>
              </a:extLst>
            </p:cNvPr>
            <p:cNvSpPr/>
            <p:nvPr/>
          </p:nvSpPr>
          <p:spPr>
            <a:xfrm>
              <a:off x="238873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320F85-B12C-04A4-EFE9-AC4346944370}"/>
                </a:ext>
              </a:extLst>
            </p:cNvPr>
            <p:cNvSpPr/>
            <p:nvPr/>
          </p:nvSpPr>
          <p:spPr>
            <a:xfrm>
              <a:off x="238873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C5F27DA-2170-05E6-D7DF-EFE00D6493C6}"/>
                </a:ext>
              </a:extLst>
            </p:cNvPr>
            <p:cNvSpPr/>
            <p:nvPr/>
          </p:nvSpPr>
          <p:spPr>
            <a:xfrm>
              <a:off x="238873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31DD3D-B0F1-0B46-9D59-89393C097DE1}"/>
                </a:ext>
              </a:extLst>
            </p:cNvPr>
            <p:cNvSpPr/>
            <p:nvPr/>
          </p:nvSpPr>
          <p:spPr>
            <a:xfrm>
              <a:off x="83820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C26BE2-B83D-CF23-B013-4F7FEC7EFD64}"/>
                </a:ext>
              </a:extLst>
            </p:cNvPr>
            <p:cNvSpPr txBox="1"/>
            <p:nvPr/>
          </p:nvSpPr>
          <p:spPr>
            <a:xfrm>
              <a:off x="1421902" y="1690688"/>
              <a:ext cx="19415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1</a:t>
              </a:r>
            </a:p>
            <a:p>
              <a:pPr algn="ctr"/>
              <a:r>
                <a:rPr lang="en-US" dirty="0"/>
                <a:t>Initial $100 deposit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1D959D7-6EF6-A611-4514-0EA62FB8728D}"/>
              </a:ext>
            </a:extLst>
          </p:cNvPr>
          <p:cNvGrpSpPr/>
          <p:nvPr/>
        </p:nvGrpSpPr>
        <p:grpSpPr>
          <a:xfrm>
            <a:off x="4711816" y="1690688"/>
            <a:ext cx="3110468" cy="3481373"/>
            <a:chOff x="4711816" y="1690688"/>
            <a:chExt cx="3110468" cy="348137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7BEA360-DE29-CA5B-77CB-1152BE1F2A60}"/>
                </a:ext>
              </a:extLst>
            </p:cNvPr>
            <p:cNvSpPr txBox="1"/>
            <p:nvPr/>
          </p:nvSpPr>
          <p:spPr>
            <a:xfrm>
              <a:off x="4711816" y="1690688"/>
              <a:ext cx="3110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2</a:t>
              </a:r>
            </a:p>
            <a:p>
              <a:pPr algn="ctr"/>
              <a:r>
                <a:rPr lang="en-US" dirty="0"/>
                <a:t>Bank keeps $20 and buys bonds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4718AEE-EDA1-8AFF-B2C6-DE912A23C82B}"/>
                </a:ext>
              </a:extLst>
            </p:cNvPr>
            <p:cNvSpPr/>
            <p:nvPr/>
          </p:nvSpPr>
          <p:spPr>
            <a:xfrm>
              <a:off x="471651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E340D1-5613-E8D7-A5C3-500D1581A8F4}"/>
                </a:ext>
              </a:extLst>
            </p:cNvPr>
            <p:cNvSpPr/>
            <p:nvPr/>
          </p:nvSpPr>
          <p:spPr>
            <a:xfrm>
              <a:off x="626704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3DF9017-ABEE-4A6A-ED19-ECEA9AD924E8}"/>
                </a:ext>
              </a:extLst>
            </p:cNvPr>
            <p:cNvSpPr/>
            <p:nvPr/>
          </p:nvSpPr>
          <p:spPr>
            <a:xfrm>
              <a:off x="626704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7EE576E-60E8-5677-6D5A-2E57689509DF}"/>
                </a:ext>
              </a:extLst>
            </p:cNvPr>
            <p:cNvSpPr/>
            <p:nvPr/>
          </p:nvSpPr>
          <p:spPr>
            <a:xfrm>
              <a:off x="626704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C91-C194-AE20-0EA1-E9299D255315}"/>
                </a:ext>
              </a:extLst>
            </p:cNvPr>
            <p:cNvSpPr/>
            <p:nvPr/>
          </p:nvSpPr>
          <p:spPr>
            <a:xfrm>
              <a:off x="471651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7B1AA77-7CE3-0AF7-4E00-1FAEC4792F9F}"/>
              </a:ext>
            </a:extLst>
          </p:cNvPr>
          <p:cNvGrpSpPr/>
          <p:nvPr/>
        </p:nvGrpSpPr>
        <p:grpSpPr>
          <a:xfrm>
            <a:off x="8590885" y="1690688"/>
            <a:ext cx="3105015" cy="3938573"/>
            <a:chOff x="8590885" y="1690688"/>
            <a:chExt cx="3105015" cy="393857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CA18A2-F204-A1B7-7815-B117BFBEBADD}"/>
                </a:ext>
              </a:extLst>
            </p:cNvPr>
            <p:cNvSpPr txBox="1"/>
            <p:nvPr/>
          </p:nvSpPr>
          <p:spPr>
            <a:xfrm>
              <a:off x="8936355" y="1690688"/>
              <a:ext cx="241014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3</a:t>
              </a:r>
            </a:p>
            <a:p>
              <a:pPr algn="ctr"/>
              <a:r>
                <a:rPr lang="en-US" dirty="0"/>
                <a:t>Bank issues loan for $30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2E1AD3-A374-0AAE-D9F5-807B9B41BAB5}"/>
                </a:ext>
              </a:extLst>
            </p:cNvPr>
            <p:cNvSpPr/>
            <p:nvPr/>
          </p:nvSpPr>
          <p:spPr>
            <a:xfrm>
              <a:off x="8590885" y="2703181"/>
              <a:ext cx="1554480" cy="29260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Loans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85B0262-B04F-8A82-B6CA-1B45867539DC}"/>
                </a:ext>
              </a:extLst>
            </p:cNvPr>
            <p:cNvSpPr/>
            <p:nvPr/>
          </p:nvSpPr>
          <p:spPr>
            <a:xfrm>
              <a:off x="10141420" y="2703181"/>
              <a:ext cx="1554480" cy="228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Notes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E4E0CC-182C-5746-DBF5-9F740CFD643D}"/>
                </a:ext>
              </a:extLst>
            </p:cNvPr>
            <p:cNvSpPr/>
            <p:nvPr/>
          </p:nvSpPr>
          <p:spPr>
            <a:xfrm>
              <a:off x="10141420" y="49891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D7C7389-A7CE-1C8F-5E12-B0F458A5502C}"/>
                </a:ext>
              </a:extLst>
            </p:cNvPr>
            <p:cNvSpPr/>
            <p:nvPr/>
          </p:nvSpPr>
          <p:spPr>
            <a:xfrm>
              <a:off x="1014142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BF1696-2182-62B0-69E6-878E63C076A4}"/>
                </a:ext>
              </a:extLst>
            </p:cNvPr>
            <p:cNvSpPr/>
            <p:nvPr/>
          </p:nvSpPr>
          <p:spPr>
            <a:xfrm>
              <a:off x="859088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4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Greek Temple with solid fill">
            <a:extLst>
              <a:ext uri="{FF2B5EF4-FFF2-40B4-BE49-F238E27FC236}">
                <a16:creationId xmlns:a16="http://schemas.microsoft.com/office/drawing/2014/main" id="{133089DD-1D3E-1F2E-2806-EB5111A5A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4533" y="2651919"/>
            <a:ext cx="914400" cy="914400"/>
          </a:xfrm>
          <a:prstGeom prst="rect">
            <a:avLst/>
          </a:prstGeom>
        </p:spPr>
      </p:pic>
      <p:pic>
        <p:nvPicPr>
          <p:cNvPr id="13" name="Graphic 12" descr="Male profile with solid fill">
            <a:extLst>
              <a:ext uri="{FF2B5EF4-FFF2-40B4-BE49-F238E27FC236}">
                <a16:creationId xmlns:a16="http://schemas.microsoft.com/office/drawing/2014/main" id="{448AC7FB-BAB9-791C-7C46-28C624C181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207" y="4304450"/>
            <a:ext cx="914400" cy="914400"/>
          </a:xfrm>
          <a:prstGeom prst="rect">
            <a:avLst/>
          </a:prstGeom>
        </p:spPr>
      </p:pic>
      <p:pic>
        <p:nvPicPr>
          <p:cNvPr id="15" name="Graphic 14" descr="Office worker female with solid fill">
            <a:extLst>
              <a:ext uri="{FF2B5EF4-FFF2-40B4-BE49-F238E27FC236}">
                <a16:creationId xmlns:a16="http://schemas.microsoft.com/office/drawing/2014/main" id="{F2ECFFC0-560E-8B51-31C4-029FDA56A9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6366" y="4304450"/>
            <a:ext cx="914400" cy="914400"/>
          </a:xfrm>
          <a:prstGeom prst="rect">
            <a:avLst/>
          </a:prstGeom>
        </p:spPr>
      </p:pic>
      <p:pic>
        <p:nvPicPr>
          <p:cNvPr id="17" name="Graphic 16" descr="Raw Materials with solid fill">
            <a:extLst>
              <a:ext uri="{FF2B5EF4-FFF2-40B4-BE49-F238E27FC236}">
                <a16:creationId xmlns:a16="http://schemas.microsoft.com/office/drawing/2014/main" id="{A0EFE24C-4B07-BC5E-FBBD-8B27F3CE9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2651919"/>
            <a:ext cx="914400" cy="914400"/>
          </a:xfrm>
          <a:prstGeom prst="rect">
            <a:avLst/>
          </a:prstGeom>
        </p:spPr>
      </p:pic>
      <p:pic>
        <p:nvPicPr>
          <p:cNvPr id="18" name="Graphic 17" descr="Greek Temple with solid fill">
            <a:extLst>
              <a:ext uri="{FF2B5EF4-FFF2-40B4-BE49-F238E27FC236}">
                <a16:creationId xmlns:a16="http://schemas.microsoft.com/office/drawing/2014/main" id="{EC9A7F21-EAD6-1BE2-113F-536ACBB87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0866" y="2651919"/>
            <a:ext cx="914400" cy="914400"/>
          </a:xfrm>
          <a:prstGeom prst="rect">
            <a:avLst/>
          </a:prstGeom>
        </p:spPr>
      </p:pic>
      <p:pic>
        <p:nvPicPr>
          <p:cNvPr id="19" name="Graphic 18" descr="Office worker female with solid fill">
            <a:extLst>
              <a:ext uri="{FF2B5EF4-FFF2-40B4-BE49-F238E27FC236}">
                <a16:creationId xmlns:a16="http://schemas.microsoft.com/office/drawing/2014/main" id="{C7F1FCFA-917D-B16F-0693-E2BF81059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9032" y="4304450"/>
            <a:ext cx="914400" cy="914400"/>
          </a:xfrm>
          <a:prstGeom prst="rect">
            <a:avLst/>
          </a:prstGeom>
        </p:spPr>
      </p:pic>
      <p:pic>
        <p:nvPicPr>
          <p:cNvPr id="20" name="Graphic 19" descr="Greek Temple with solid fill">
            <a:extLst>
              <a:ext uri="{FF2B5EF4-FFF2-40B4-BE49-F238E27FC236}">
                <a16:creationId xmlns:a16="http://schemas.microsoft.com/office/drawing/2014/main" id="{6F90BD91-CBC2-0BA4-9A90-745EB91A9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07198" y="2651919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8A34FB-E2A5-A707-115D-FEE908DE9F94}"/>
              </a:ext>
            </a:extLst>
          </p:cNvPr>
          <p:cNvCxnSpPr>
            <a:cxnSpLocks/>
          </p:cNvCxnSpPr>
          <p:nvPr/>
        </p:nvCxnSpPr>
        <p:spPr>
          <a:xfrm>
            <a:off x="1295400" y="3566319"/>
            <a:ext cx="1114540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4D1683-90D3-7CB7-989A-A717F8E911F4}"/>
              </a:ext>
            </a:extLst>
          </p:cNvPr>
          <p:cNvCxnSpPr>
            <a:endCxn id="11" idx="2"/>
          </p:cNvCxnSpPr>
          <p:nvPr/>
        </p:nvCxnSpPr>
        <p:spPr>
          <a:xfrm flipV="1">
            <a:off x="3330766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638CC4-20C4-2773-7E86-40051A42E30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451733" y="3566319"/>
            <a:ext cx="1115458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E9BE64-2C2E-C6BB-311A-09141ACC90EA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6487099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EA2851-103F-6AC7-623A-83CEB7EB5361}"/>
              </a:ext>
            </a:extLst>
          </p:cNvPr>
          <p:cNvCxnSpPr>
            <a:cxnSpLocks/>
          </p:cNvCxnSpPr>
          <p:nvPr/>
        </p:nvCxnSpPr>
        <p:spPr>
          <a:xfrm>
            <a:off x="7608066" y="3566319"/>
            <a:ext cx="1120966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5324F5B-45D5-29EB-6514-6AB2D5B3C600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9615891" y="3566319"/>
            <a:ext cx="114850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035D009-B350-2B46-8FD7-3F0DCB3B6556}"/>
              </a:ext>
            </a:extLst>
          </p:cNvPr>
          <p:cNvSpPr txBox="1"/>
          <p:nvPr/>
        </p:nvSpPr>
        <p:spPr>
          <a:xfrm>
            <a:off x="599960" y="3890792"/>
            <a:ext cx="100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100 oz of gold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D8AA88-D531-9722-BCBA-045FB1FD17B1}"/>
              </a:ext>
            </a:extLst>
          </p:cNvPr>
          <p:cNvSpPr txBox="1"/>
          <p:nvPr/>
        </p:nvSpPr>
        <p:spPr>
          <a:xfrm>
            <a:off x="3073248" y="3890792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100g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62554B-E459-87A3-2DEE-F63D50725553}"/>
              </a:ext>
            </a:extLst>
          </p:cNvPr>
          <p:cNvSpPr txBox="1"/>
          <p:nvPr/>
        </p:nvSpPr>
        <p:spPr>
          <a:xfrm>
            <a:off x="5102369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D5A0C-0257-B10F-2F3F-63CA53D1C7BE}"/>
              </a:ext>
            </a:extLst>
          </p:cNvPr>
          <p:cNvSpPr txBox="1"/>
          <p:nvPr/>
        </p:nvSpPr>
        <p:spPr>
          <a:xfrm>
            <a:off x="6217828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1E28C4-AAD0-CA7F-2A53-0EE0D46BD09A}"/>
              </a:ext>
            </a:extLst>
          </p:cNvPr>
          <p:cNvSpPr txBox="1"/>
          <p:nvPr/>
        </p:nvSpPr>
        <p:spPr>
          <a:xfrm>
            <a:off x="8226112" y="384947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6AF800-89A1-D786-E052-8012676D47F5}"/>
              </a:ext>
            </a:extLst>
          </p:cNvPr>
          <p:cNvSpPr txBox="1"/>
          <p:nvPr/>
        </p:nvSpPr>
        <p:spPr>
          <a:xfrm>
            <a:off x="9420985" y="3838853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63340C-3080-7C02-9A7F-ADAEF951E41C}"/>
              </a:ext>
            </a:extLst>
          </p:cNvPr>
          <p:cNvSpPr txBox="1"/>
          <p:nvPr/>
        </p:nvSpPr>
        <p:spPr>
          <a:xfrm>
            <a:off x="3857373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10g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C8FB06-A6F4-188C-B2D0-E409A1D00F21}"/>
              </a:ext>
            </a:extLst>
          </p:cNvPr>
          <p:cNvSpPr txBox="1"/>
          <p:nvPr/>
        </p:nvSpPr>
        <p:spPr>
          <a:xfrm>
            <a:off x="7011226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9g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6A710-2840-4437-DCCE-C96372599B8D}"/>
              </a:ext>
            </a:extLst>
          </p:cNvPr>
          <p:cNvSpPr txBox="1"/>
          <p:nvPr/>
        </p:nvSpPr>
        <p:spPr>
          <a:xfrm>
            <a:off x="10170038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8.1g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AD80ECE-8EDE-6118-0AB4-32BD38C2E663}"/>
              </a:ext>
            </a:extLst>
          </p:cNvPr>
          <p:cNvCxnSpPr>
            <a:stCxn id="11" idx="0"/>
            <a:endCxn id="49" idx="2"/>
          </p:cNvCxnSpPr>
          <p:nvPr/>
        </p:nvCxnSpPr>
        <p:spPr>
          <a:xfrm flipV="1">
            <a:off x="4451733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BD353C4-5353-D84A-B90D-6DF4D4D21A24}"/>
              </a:ext>
            </a:extLst>
          </p:cNvPr>
          <p:cNvCxnSpPr>
            <a:endCxn id="50" idx="2"/>
          </p:cNvCxnSpPr>
          <p:nvPr/>
        </p:nvCxnSpPr>
        <p:spPr>
          <a:xfrm flipV="1">
            <a:off x="7605586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5FE62C8-6664-9D7A-3FBF-7FC547A977FF}"/>
              </a:ext>
            </a:extLst>
          </p:cNvPr>
          <p:cNvCxnSpPr>
            <a:stCxn id="20" idx="0"/>
            <a:endCxn id="51" idx="2"/>
          </p:cNvCxnSpPr>
          <p:nvPr/>
        </p:nvCxnSpPr>
        <p:spPr>
          <a:xfrm flipV="1">
            <a:off x="10764398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8" name="Left Brace 57">
            <a:extLst>
              <a:ext uri="{FF2B5EF4-FFF2-40B4-BE49-F238E27FC236}">
                <a16:creationId xmlns:a16="http://schemas.microsoft.com/office/drawing/2014/main" id="{FB165476-74B4-5FFE-6AA6-C0B1F63658C7}"/>
              </a:ext>
            </a:extLst>
          </p:cNvPr>
          <p:cNvSpPr/>
          <p:nvPr/>
        </p:nvSpPr>
        <p:spPr>
          <a:xfrm rot="16200000">
            <a:off x="1507016" y="4761650"/>
            <a:ext cx="182880" cy="164592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Left Brace 58">
            <a:extLst>
              <a:ext uri="{FF2B5EF4-FFF2-40B4-BE49-F238E27FC236}">
                <a16:creationId xmlns:a16="http://schemas.microsoft.com/office/drawing/2014/main" id="{A316346C-AFDA-C29F-F57D-0D81D5B68C9D}"/>
              </a:ext>
            </a:extLst>
          </p:cNvPr>
          <p:cNvSpPr/>
          <p:nvPr/>
        </p:nvSpPr>
        <p:spPr>
          <a:xfrm rot="16200000">
            <a:off x="6851206" y="1148828"/>
            <a:ext cx="182880" cy="8869680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7FA0726-B5A6-71D2-EA4A-C55592F11941}"/>
              </a:ext>
            </a:extLst>
          </p:cNvPr>
          <p:cNvSpPr txBox="1"/>
          <p:nvPr/>
        </p:nvSpPr>
        <p:spPr>
          <a:xfrm>
            <a:off x="314068" y="5715426"/>
            <a:ext cx="2583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Primary creation of money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4D6517-F08D-0786-6C7B-D8EC41E0E4BD}"/>
              </a:ext>
            </a:extLst>
          </p:cNvPr>
          <p:cNvSpPr txBox="1"/>
          <p:nvPr/>
        </p:nvSpPr>
        <p:spPr>
          <a:xfrm>
            <a:off x="5468129" y="5715426"/>
            <a:ext cx="5102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Secondary creation of money (</a:t>
            </a:r>
            <a:r>
              <a:rPr lang="en-US" i="1" dirty="0">
                <a:solidFill>
                  <a:schemeClr val="accent2"/>
                </a:solidFill>
              </a:rPr>
              <a:t>continues ad infinitum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endParaRPr lang="en-US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56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8" grpId="0" animBg="1"/>
      <p:bldP spid="59" grpId="0" animBg="1"/>
      <p:bldP spid="60" grpId="0"/>
      <p:bldP spid="6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66312AD-B447-C1FB-E8D0-E65EBD162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048108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92263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3FAEC30-CE64-833A-0B2C-D200E85B364B}"/>
              </a:ext>
            </a:extLst>
          </p:cNvPr>
          <p:cNvSpPr/>
          <p:nvPr/>
        </p:nvSpPr>
        <p:spPr>
          <a:xfrm>
            <a:off x="9143337" y="1072474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3C337B1-0236-1A8F-67F5-B73078C92847}"/>
              </a:ext>
            </a:extLst>
          </p:cNvPr>
          <p:cNvSpPr/>
          <p:nvPr/>
        </p:nvSpPr>
        <p:spPr>
          <a:xfrm>
            <a:off x="5005677" y="1702839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Gold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12868-34FC-41F3-EDD2-56D122F6E001}"/>
              </a:ext>
            </a:extLst>
          </p:cNvPr>
          <p:cNvSpPr/>
          <p:nvPr/>
        </p:nvSpPr>
        <p:spPr>
          <a:xfrm>
            <a:off x="86801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82645B-6316-CF3E-5A1B-F96D4D5A869D}"/>
              </a:ext>
            </a:extLst>
          </p:cNvPr>
          <p:cNvSpPr/>
          <p:nvPr/>
        </p:nvSpPr>
        <p:spPr>
          <a:xfrm>
            <a:off x="868017" y="3293325"/>
            <a:ext cx="18288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8BA995F-E4C2-C474-64D8-349CB6551188}"/>
              </a:ext>
            </a:extLst>
          </p:cNvPr>
          <p:cNvSpPr/>
          <p:nvPr/>
        </p:nvSpPr>
        <p:spPr>
          <a:xfrm>
            <a:off x="500567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1F1D50-0731-1FD4-1599-EAD745B84C82}"/>
              </a:ext>
            </a:extLst>
          </p:cNvPr>
          <p:cNvSpPr/>
          <p:nvPr/>
        </p:nvSpPr>
        <p:spPr>
          <a:xfrm>
            <a:off x="5005677" y="3293325"/>
            <a:ext cx="1828800" cy="1554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770710E-C0C4-E752-A554-531E90B7293D}"/>
              </a:ext>
            </a:extLst>
          </p:cNvPr>
          <p:cNvSpPr/>
          <p:nvPr/>
        </p:nvSpPr>
        <p:spPr>
          <a:xfrm>
            <a:off x="9143337" y="324760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7FCAE7-A9AD-81AE-9EFF-F6A24DA313C1}"/>
              </a:ext>
            </a:extLst>
          </p:cNvPr>
          <p:cNvSpPr/>
          <p:nvPr/>
        </p:nvSpPr>
        <p:spPr>
          <a:xfrm>
            <a:off x="9143337" y="3247605"/>
            <a:ext cx="1828800" cy="1280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EE1FBC79-DFE5-1EBC-1D96-AB7FEB839763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rot="10800000" flipV="1">
            <a:off x="6834477" y="1392513"/>
            <a:ext cx="2308860" cy="630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2EDA15C-4BCC-0408-1197-BA14F53C34C7}"/>
              </a:ext>
            </a:extLst>
          </p:cNvPr>
          <p:cNvCxnSpPr>
            <a:stCxn id="25" idx="2"/>
            <a:endCxn id="27" idx="0"/>
          </p:cNvCxnSpPr>
          <p:nvPr/>
        </p:nvCxnSpPr>
        <p:spPr>
          <a:xfrm rot="5400000">
            <a:off x="3376044" y="749292"/>
            <a:ext cx="950406" cy="4137660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86DBA17-0C60-4568-9A5D-52495E057D91}"/>
              </a:ext>
            </a:extLst>
          </p:cNvPr>
          <p:cNvCxnSpPr>
            <a:stCxn id="25" idx="2"/>
            <a:endCxn id="29" idx="0"/>
          </p:cNvCxnSpPr>
          <p:nvPr/>
        </p:nvCxnSpPr>
        <p:spPr>
          <a:xfrm>
            <a:off x="5920077" y="2342919"/>
            <a:ext cx="0" cy="95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15FCEA39-67C7-078F-4350-FE071E035743}"/>
              </a:ext>
            </a:extLst>
          </p:cNvPr>
          <p:cNvCxnSpPr>
            <a:stCxn id="25" idx="2"/>
            <a:endCxn id="31" idx="0"/>
          </p:cNvCxnSpPr>
          <p:nvPr/>
        </p:nvCxnSpPr>
        <p:spPr>
          <a:xfrm rot="16200000" flipH="1">
            <a:off x="7536564" y="726432"/>
            <a:ext cx="904686" cy="4137660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A135CA8-03DF-150B-57EA-5E82E2F89AE0}"/>
              </a:ext>
            </a:extLst>
          </p:cNvPr>
          <p:cNvSpPr/>
          <p:nvPr/>
        </p:nvSpPr>
        <p:spPr>
          <a:xfrm>
            <a:off x="86801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2C8F74E-0978-C703-BA26-92CAADD16F5E}"/>
              </a:ext>
            </a:extLst>
          </p:cNvPr>
          <p:cNvSpPr/>
          <p:nvPr/>
        </p:nvSpPr>
        <p:spPr>
          <a:xfrm>
            <a:off x="500567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B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9FAC655-D834-D3D1-E714-2D0F4F985025}"/>
              </a:ext>
            </a:extLst>
          </p:cNvPr>
          <p:cNvSpPr/>
          <p:nvPr/>
        </p:nvSpPr>
        <p:spPr>
          <a:xfrm>
            <a:off x="9143337" y="5529749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C</a:t>
            </a:r>
          </a:p>
        </p:txBody>
      </p:sp>
      <p:sp>
        <p:nvSpPr>
          <p:cNvPr id="54" name="Arrow: Left-Right 53">
            <a:extLst>
              <a:ext uri="{FF2B5EF4-FFF2-40B4-BE49-F238E27FC236}">
                <a16:creationId xmlns:a16="http://schemas.microsoft.com/office/drawing/2014/main" id="{6188C5D7-4D43-3831-AEEF-6C44BE6FBAD1}"/>
              </a:ext>
            </a:extLst>
          </p:cNvPr>
          <p:cNvSpPr/>
          <p:nvPr/>
        </p:nvSpPr>
        <p:spPr>
          <a:xfrm>
            <a:off x="1279497" y="3409890"/>
            <a:ext cx="9496540" cy="655546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CLEARING HOUSE</a:t>
            </a:r>
          </a:p>
        </p:txBody>
      </p:sp>
    </p:spTree>
    <p:extLst>
      <p:ext uri="{BB962C8B-B14F-4D97-AF65-F5344CB8AC3E}">
        <p14:creationId xmlns:p14="http://schemas.microsoft.com/office/powerpoint/2010/main" val="1429344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FA0E5E4-334A-74E6-FC29-4A92683AE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717" y="1371600"/>
            <a:ext cx="9518566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931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2EFDC06-3406-E85B-9A04-17D0A06DA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215932"/>
              </p:ext>
            </p:extLst>
          </p:nvPr>
        </p:nvGraphicFramePr>
        <p:xfrm>
          <a:off x="119269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73984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70632-1ABC-B58E-3147-076637D08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/>
              <a:t>MONEY AND BANKING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B58BD4-6A2C-637D-8E79-09B1483029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en-US" b="1"/>
              <a:t>LECTURE 1</a:t>
            </a:r>
          </a:p>
          <a:p>
            <a:pPr algn="l"/>
            <a:r>
              <a:rPr lang="en-US"/>
              <a:t>WHAT IS MONEY?</a:t>
            </a:r>
          </a:p>
          <a:p>
            <a:pPr algn="l"/>
            <a:endParaRPr lang="en-US"/>
          </a:p>
          <a:p>
            <a:pPr algn="l"/>
            <a:r>
              <a:rPr lang="en-US"/>
              <a:t>Nicolas Cachanosky  | ncachanosky@utep.edu</a:t>
            </a:r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358AF4FE-7CF3-7EF8-9D04-DA2D2292D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122363"/>
            <a:ext cx="2240735" cy="82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877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489</Words>
  <Application>Microsoft Office PowerPoint</Application>
  <PresentationFormat>Widescreen</PresentationFormat>
  <Paragraphs>229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Narrow</vt:lpstr>
      <vt:lpstr>Arial</vt:lpstr>
      <vt:lpstr>Cambria Math</vt:lpstr>
      <vt:lpstr>Century Schoolbook</vt:lpstr>
      <vt:lpstr>Dreaming Outloud Pro</vt:lpstr>
      <vt:lpstr>Georgia</vt:lpstr>
      <vt:lpstr>Roboto Condensed</vt:lpstr>
      <vt:lpstr>Office Theme</vt:lpstr>
      <vt:lpstr>CHAPTER 1</vt:lpstr>
      <vt:lpstr>PowerPoint Presentation</vt:lpstr>
      <vt:lpstr>PowerPoint Presentation</vt:lpstr>
      <vt:lpstr>A short history of money</vt:lpstr>
      <vt:lpstr>PowerPoint Presentation</vt:lpstr>
      <vt:lpstr>PowerPoint Presentation</vt:lpstr>
      <vt:lpstr>A short history of money</vt:lpstr>
      <vt:lpstr>A short history of money</vt:lpstr>
      <vt:lpstr>PowerPoint Presentation</vt:lpstr>
      <vt:lpstr>A short history of money</vt:lpstr>
      <vt:lpstr>PowerPoint Presentation</vt:lpstr>
      <vt:lpstr>A short history of money</vt:lpstr>
      <vt:lpstr>A short history of money</vt:lpstr>
      <vt:lpstr>PowerPoint Presentation</vt:lpstr>
      <vt:lpstr>PowerPoint Presentation</vt:lpstr>
      <vt:lpstr>PowerPoint Presentation</vt:lpstr>
      <vt:lpstr>CHAPTER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MONEY AND BANKING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2026-05-01T13:07:23Z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